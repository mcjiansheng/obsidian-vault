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1"/>
  </p:sldMasterIdLst>
  <p:notesMasterIdLst>
    <p:notesMasterId r:id="rId18"/>
  </p:notesMasterIdLst>
  <p:sldIdLst>
    <p:sldId id="256" r:id="rId2"/>
    <p:sldId id="334" r:id="rId3"/>
    <p:sldId id="338" r:id="rId4"/>
    <p:sldId id="339" r:id="rId5"/>
    <p:sldId id="340" r:id="rId6"/>
    <p:sldId id="341" r:id="rId7"/>
    <p:sldId id="342" r:id="rId8"/>
    <p:sldId id="343" r:id="rId9"/>
    <p:sldId id="344" r:id="rId10"/>
    <p:sldId id="345" r:id="rId11"/>
    <p:sldId id="346" r:id="rId12"/>
    <p:sldId id="347" r:id="rId13"/>
    <p:sldId id="348" r:id="rId14"/>
    <p:sldId id="349" r:id="rId15"/>
    <p:sldId id="351" r:id="rId16"/>
    <p:sldId id="355" r:id="rId17"/>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993300"/>
    <a:srgbClr val="0066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87" autoAdjust="0"/>
    <p:restoredTop sz="73973" autoAdjust="0"/>
  </p:normalViewPr>
  <p:slideViewPr>
    <p:cSldViewPr>
      <p:cViewPr varScale="1">
        <p:scale>
          <a:sx n="71" d="100"/>
          <a:sy n="71" d="100"/>
        </p:scale>
        <p:origin x="651" y="27"/>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1229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911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229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1229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E1868D0D-C398-4CF8-83A5-18BAC79F817A}" type="slidenum">
              <a:rPr lang="en-US" altLang="zh-CN"/>
              <a:pPr>
                <a:defRPr/>
              </a:pPr>
              <a:t>‹#›</a:t>
            </a:fld>
            <a:endParaRPr lang="en-US" altLang="zh-CN"/>
          </a:p>
        </p:txBody>
      </p:sp>
    </p:spTree>
    <p:extLst>
      <p:ext uri="{BB962C8B-B14F-4D97-AF65-F5344CB8AC3E}">
        <p14:creationId xmlns:p14="http://schemas.microsoft.com/office/powerpoint/2010/main" val="272423632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a:ln/>
        </p:spPr>
      </p:sp>
      <p:sp>
        <p:nvSpPr>
          <p:cNvPr id="921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21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000FA0C8-3306-4722-B4E6-46F822739A9A}" type="slidenum">
              <a:rPr lang="en-US" altLang="zh-CN" smtClean="0"/>
              <a:pPr eaLnBrk="1" hangingPunct="1"/>
              <a:t>1</a:t>
            </a:fld>
            <a:endParaRPr lang="en-US" altLang="zh-CN"/>
          </a:p>
        </p:txBody>
      </p:sp>
    </p:spTree>
    <p:extLst>
      <p:ext uri="{BB962C8B-B14F-4D97-AF65-F5344CB8AC3E}">
        <p14:creationId xmlns:p14="http://schemas.microsoft.com/office/powerpoint/2010/main" val="14683824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a:ln/>
        </p:spPr>
      </p:sp>
      <p:sp>
        <p:nvSpPr>
          <p:cNvPr id="1208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08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C0E1F579-9F47-4536-BEA9-355F17A643CA}" type="slidenum">
              <a:rPr lang="en-US" altLang="zh-CN" smtClean="0"/>
              <a:pPr eaLnBrk="1" hangingPunct="1"/>
              <a:t>2</a:t>
            </a:fld>
            <a:endParaRPr lang="en-US" altLang="zh-CN"/>
          </a:p>
        </p:txBody>
      </p:sp>
    </p:spTree>
    <p:extLst>
      <p:ext uri="{BB962C8B-B14F-4D97-AF65-F5344CB8AC3E}">
        <p14:creationId xmlns:p14="http://schemas.microsoft.com/office/powerpoint/2010/main" val="10753828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p:cNvSpPr>
            <a:spLocks noGrp="1" noRot="1" noChangeAspect="1" noTextEdit="1"/>
          </p:cNvSpPr>
          <p:nvPr>
            <p:ph type="sldImg"/>
          </p:nvPr>
        </p:nvSpPr>
        <p:spPr>
          <a:ln/>
        </p:spPr>
      </p:sp>
      <p:sp>
        <p:nvSpPr>
          <p:cNvPr id="1218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18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C3E50E3-33E9-4E2B-844B-14BF91C37D0C}" type="slidenum">
              <a:rPr lang="en-US" altLang="zh-CN" smtClean="0"/>
              <a:pPr eaLnBrk="1" hangingPunct="1"/>
              <a:t>3</a:t>
            </a:fld>
            <a:endParaRPr lang="en-US" altLang="zh-CN"/>
          </a:p>
        </p:txBody>
      </p:sp>
    </p:spTree>
    <p:extLst>
      <p:ext uri="{BB962C8B-B14F-4D97-AF65-F5344CB8AC3E}">
        <p14:creationId xmlns:p14="http://schemas.microsoft.com/office/powerpoint/2010/main" val="4032430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p:cNvSpPr>
            <a:spLocks noGrp="1" noRot="1" noChangeAspect="1" noTextEdit="1"/>
          </p:cNvSpPr>
          <p:nvPr>
            <p:ph type="sldImg"/>
          </p:nvPr>
        </p:nvSpPr>
        <p:spPr>
          <a:ln/>
        </p:spPr>
      </p:sp>
      <p:sp>
        <p:nvSpPr>
          <p:cNvPr id="1228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28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DB68650-F152-4C1F-9C15-3E365B1A6C6E}" type="slidenum">
              <a:rPr lang="en-US" altLang="zh-CN" smtClean="0"/>
              <a:pPr eaLnBrk="1" hangingPunct="1"/>
              <a:t>4</a:t>
            </a:fld>
            <a:endParaRPr lang="en-US" altLang="zh-CN"/>
          </a:p>
        </p:txBody>
      </p:sp>
    </p:spTree>
    <p:extLst>
      <p:ext uri="{BB962C8B-B14F-4D97-AF65-F5344CB8AC3E}">
        <p14:creationId xmlns:p14="http://schemas.microsoft.com/office/powerpoint/2010/main" val="42057626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p:cNvSpPr>
            <a:spLocks noGrp="1" noRot="1" noChangeAspect="1" noTextEdit="1"/>
          </p:cNvSpPr>
          <p:nvPr>
            <p:ph type="sldImg"/>
          </p:nvPr>
        </p:nvSpPr>
        <p:spPr>
          <a:ln/>
        </p:spPr>
      </p:sp>
      <p:sp>
        <p:nvSpPr>
          <p:cNvPr id="1239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39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458384FF-7964-4D01-B15D-5C7C707DB387}" type="slidenum">
              <a:rPr lang="en-US" altLang="zh-CN" smtClean="0"/>
              <a:pPr eaLnBrk="1" hangingPunct="1"/>
              <a:t>5</a:t>
            </a:fld>
            <a:endParaRPr lang="en-US" altLang="zh-CN"/>
          </a:p>
        </p:txBody>
      </p:sp>
    </p:spTree>
    <p:extLst>
      <p:ext uri="{BB962C8B-B14F-4D97-AF65-F5344CB8AC3E}">
        <p14:creationId xmlns:p14="http://schemas.microsoft.com/office/powerpoint/2010/main" val="24759450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a:ln/>
        </p:spPr>
      </p:sp>
      <p:sp>
        <p:nvSpPr>
          <p:cNvPr id="1249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49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EE2510B-1D43-4AA5-934D-3FAA4C59F28D}" type="slidenum">
              <a:rPr lang="en-US" altLang="zh-CN" smtClean="0"/>
              <a:pPr eaLnBrk="1" hangingPunct="1"/>
              <a:t>6</a:t>
            </a:fld>
            <a:endParaRPr lang="en-US" altLang="zh-CN"/>
          </a:p>
        </p:txBody>
      </p:sp>
    </p:spTree>
    <p:extLst>
      <p:ext uri="{BB962C8B-B14F-4D97-AF65-F5344CB8AC3E}">
        <p14:creationId xmlns:p14="http://schemas.microsoft.com/office/powerpoint/2010/main" val="23266191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p:cNvSpPr>
            <a:spLocks noGrp="1" noRot="1" noChangeAspect="1" noTextEdit="1"/>
          </p:cNvSpPr>
          <p:nvPr>
            <p:ph type="sldImg"/>
          </p:nvPr>
        </p:nvSpPr>
        <p:spPr>
          <a:ln/>
        </p:spPr>
      </p:sp>
      <p:sp>
        <p:nvSpPr>
          <p:cNvPr id="1259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59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859E856-88BE-4F45-8E58-C7ECBAB9B28C}" type="slidenum">
              <a:rPr lang="en-US" altLang="zh-CN" smtClean="0"/>
              <a:pPr eaLnBrk="1" hangingPunct="1"/>
              <a:t>7</a:t>
            </a:fld>
            <a:endParaRPr lang="en-US" altLang="zh-CN"/>
          </a:p>
        </p:txBody>
      </p:sp>
    </p:spTree>
    <p:extLst>
      <p:ext uri="{BB962C8B-B14F-4D97-AF65-F5344CB8AC3E}">
        <p14:creationId xmlns:p14="http://schemas.microsoft.com/office/powerpoint/2010/main" val="28116730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幻灯片图像占位符 1"/>
          <p:cNvSpPr>
            <a:spLocks noGrp="1" noRot="1" noChangeAspect="1" noTextEdit="1"/>
          </p:cNvSpPr>
          <p:nvPr>
            <p:ph type="sldImg"/>
          </p:nvPr>
        </p:nvSpPr>
        <p:spPr>
          <a:ln/>
        </p:spPr>
      </p:sp>
      <p:sp>
        <p:nvSpPr>
          <p:cNvPr id="1269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69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3A84EBD-EA1A-4A55-81C3-E4FA95C97CF3}" type="slidenum">
              <a:rPr lang="en-US" altLang="zh-CN" smtClean="0"/>
              <a:pPr eaLnBrk="1" hangingPunct="1"/>
              <a:t>8</a:t>
            </a:fld>
            <a:endParaRPr lang="en-US" altLang="zh-CN"/>
          </a:p>
        </p:txBody>
      </p:sp>
    </p:spTree>
    <p:extLst>
      <p:ext uri="{BB962C8B-B14F-4D97-AF65-F5344CB8AC3E}">
        <p14:creationId xmlns:p14="http://schemas.microsoft.com/office/powerpoint/2010/main" val="78026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幻灯片图像占位符 1"/>
          <p:cNvSpPr>
            <a:spLocks noGrp="1" noRot="1" noChangeAspect="1" noTextEdit="1"/>
          </p:cNvSpPr>
          <p:nvPr>
            <p:ph type="sldImg"/>
          </p:nvPr>
        </p:nvSpPr>
        <p:spPr>
          <a:ln/>
        </p:spPr>
      </p:sp>
      <p:sp>
        <p:nvSpPr>
          <p:cNvPr id="1280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80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65EE64E-A95A-4EF5-B764-4FF62471C831}" type="slidenum">
              <a:rPr lang="en-US" altLang="zh-CN" smtClean="0"/>
              <a:pPr eaLnBrk="1" hangingPunct="1"/>
              <a:t>9</a:t>
            </a:fld>
            <a:endParaRPr lang="en-US" altLang="zh-CN"/>
          </a:p>
        </p:txBody>
      </p:sp>
    </p:spTree>
    <p:extLst>
      <p:ext uri="{BB962C8B-B14F-4D97-AF65-F5344CB8AC3E}">
        <p14:creationId xmlns:p14="http://schemas.microsoft.com/office/powerpoint/2010/main" val="2690603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幻灯片图像占位符 1"/>
          <p:cNvSpPr>
            <a:spLocks noGrp="1" noRot="1" noChangeAspect="1" noTextEdit="1"/>
          </p:cNvSpPr>
          <p:nvPr>
            <p:ph type="sldImg"/>
          </p:nvPr>
        </p:nvSpPr>
        <p:spPr>
          <a:ln/>
        </p:spPr>
      </p:sp>
      <p:sp>
        <p:nvSpPr>
          <p:cNvPr id="1290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90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1BF9DC0-02EA-4298-B284-3CAF2804908C}" type="slidenum">
              <a:rPr lang="en-US" altLang="zh-CN" smtClean="0"/>
              <a:pPr eaLnBrk="1" hangingPunct="1"/>
              <a:t>10</a:t>
            </a:fld>
            <a:endParaRPr lang="en-US" altLang="zh-CN"/>
          </a:p>
        </p:txBody>
      </p:sp>
    </p:spTree>
    <p:extLst>
      <p:ext uri="{BB962C8B-B14F-4D97-AF65-F5344CB8AC3E}">
        <p14:creationId xmlns:p14="http://schemas.microsoft.com/office/powerpoint/2010/main" val="17217341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p:cNvSpPr>
            <a:spLocks noGrp="1" noRot="1" noChangeAspect="1" noTextEdit="1"/>
          </p:cNvSpPr>
          <p:nvPr>
            <p:ph type="sldImg"/>
          </p:nvPr>
        </p:nvSpPr>
        <p:spPr>
          <a:ln/>
        </p:spPr>
      </p:sp>
      <p:sp>
        <p:nvSpPr>
          <p:cNvPr id="1300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00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34E545DA-41B6-4E98-8044-EDAFE961CBE6}" type="slidenum">
              <a:rPr lang="en-US" altLang="zh-CN" smtClean="0"/>
              <a:pPr eaLnBrk="1" hangingPunct="1"/>
              <a:t>11</a:t>
            </a:fld>
            <a:endParaRPr lang="en-US" altLang="zh-CN"/>
          </a:p>
        </p:txBody>
      </p:sp>
    </p:spTree>
    <p:extLst>
      <p:ext uri="{BB962C8B-B14F-4D97-AF65-F5344CB8AC3E}">
        <p14:creationId xmlns:p14="http://schemas.microsoft.com/office/powerpoint/2010/main" val="10608571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p:cNvSpPr>
            <a:spLocks noGrp="1" noRot="1" noChangeAspect="1" noTextEdit="1"/>
          </p:cNvSpPr>
          <p:nvPr>
            <p:ph type="sldImg"/>
          </p:nvPr>
        </p:nvSpPr>
        <p:spPr>
          <a:ln/>
        </p:spPr>
      </p:sp>
      <p:sp>
        <p:nvSpPr>
          <p:cNvPr id="1310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10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ADD00F56-37EB-4A64-BE88-16301360FC64}" type="slidenum">
              <a:rPr lang="en-US" altLang="zh-CN" smtClean="0"/>
              <a:pPr eaLnBrk="1" hangingPunct="1"/>
              <a:t>12</a:t>
            </a:fld>
            <a:endParaRPr lang="en-US" altLang="zh-CN"/>
          </a:p>
        </p:txBody>
      </p:sp>
    </p:spTree>
    <p:extLst>
      <p:ext uri="{BB962C8B-B14F-4D97-AF65-F5344CB8AC3E}">
        <p14:creationId xmlns:p14="http://schemas.microsoft.com/office/powerpoint/2010/main" val="19192699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p:cNvSpPr>
            <a:spLocks noGrp="1" noRot="1" noChangeAspect="1" noTextEdit="1"/>
          </p:cNvSpPr>
          <p:nvPr>
            <p:ph type="sldImg"/>
          </p:nvPr>
        </p:nvSpPr>
        <p:spPr>
          <a:ln/>
        </p:spPr>
      </p:sp>
      <p:sp>
        <p:nvSpPr>
          <p:cNvPr id="1320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21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31C55477-32F1-453B-94C8-AAE50CFE85D3}" type="slidenum">
              <a:rPr lang="en-US" altLang="zh-CN" smtClean="0"/>
              <a:pPr eaLnBrk="1" hangingPunct="1"/>
              <a:t>13</a:t>
            </a:fld>
            <a:endParaRPr lang="en-US" altLang="zh-CN"/>
          </a:p>
        </p:txBody>
      </p:sp>
    </p:spTree>
    <p:extLst>
      <p:ext uri="{BB962C8B-B14F-4D97-AF65-F5344CB8AC3E}">
        <p14:creationId xmlns:p14="http://schemas.microsoft.com/office/powerpoint/2010/main" val="32638915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幻灯片图像占位符 1"/>
          <p:cNvSpPr>
            <a:spLocks noGrp="1" noRot="1" noChangeAspect="1" noTextEdit="1"/>
          </p:cNvSpPr>
          <p:nvPr>
            <p:ph type="sldImg"/>
          </p:nvPr>
        </p:nvSpPr>
        <p:spPr>
          <a:ln/>
        </p:spPr>
      </p:sp>
      <p:sp>
        <p:nvSpPr>
          <p:cNvPr id="1331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31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020C777-D456-4CC5-833A-7FAFC787C6E6}" type="slidenum">
              <a:rPr lang="en-US" altLang="zh-CN" smtClean="0"/>
              <a:pPr eaLnBrk="1" hangingPunct="1"/>
              <a:t>14</a:t>
            </a:fld>
            <a:endParaRPr lang="en-US" altLang="zh-CN"/>
          </a:p>
        </p:txBody>
      </p:sp>
    </p:spTree>
    <p:extLst>
      <p:ext uri="{BB962C8B-B14F-4D97-AF65-F5344CB8AC3E}">
        <p14:creationId xmlns:p14="http://schemas.microsoft.com/office/powerpoint/2010/main" val="33621412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幻灯片图像占位符 1"/>
          <p:cNvSpPr>
            <a:spLocks noGrp="1" noRot="1" noChangeAspect="1" noTextEdit="1"/>
          </p:cNvSpPr>
          <p:nvPr>
            <p:ph type="sldImg"/>
          </p:nvPr>
        </p:nvSpPr>
        <p:spPr>
          <a:ln/>
        </p:spPr>
      </p:sp>
      <p:sp>
        <p:nvSpPr>
          <p:cNvPr id="1351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51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E236032-D92E-4EE7-9269-C16D0E66DD2C}" type="slidenum">
              <a:rPr lang="en-US" altLang="zh-CN" smtClean="0"/>
              <a:pPr eaLnBrk="1" hangingPunct="1"/>
              <a:t>15</a:t>
            </a:fld>
            <a:endParaRPr lang="en-US" altLang="zh-CN"/>
          </a:p>
        </p:txBody>
      </p:sp>
    </p:spTree>
    <p:extLst>
      <p:ext uri="{BB962C8B-B14F-4D97-AF65-F5344CB8AC3E}">
        <p14:creationId xmlns:p14="http://schemas.microsoft.com/office/powerpoint/2010/main" val="38443402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幻灯片图像占位符 1"/>
          <p:cNvSpPr>
            <a:spLocks noGrp="1" noRot="1" noChangeAspect="1" noTextEdit="1"/>
          </p:cNvSpPr>
          <p:nvPr>
            <p:ph type="sldImg"/>
          </p:nvPr>
        </p:nvSpPr>
        <p:spPr>
          <a:ln/>
        </p:spPr>
      </p:sp>
      <p:sp>
        <p:nvSpPr>
          <p:cNvPr id="1392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92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0CEB1BF-918A-4E51-8269-533C0FFDE0F7}" type="slidenum">
              <a:rPr lang="en-US" altLang="zh-CN" smtClean="0"/>
              <a:pPr eaLnBrk="1" hangingPunct="1"/>
              <a:t>16</a:t>
            </a:fld>
            <a:endParaRPr lang="en-US" altLang="zh-CN"/>
          </a:p>
        </p:txBody>
      </p:sp>
    </p:spTree>
    <p:extLst>
      <p:ext uri="{BB962C8B-B14F-4D97-AF65-F5344CB8AC3E}">
        <p14:creationId xmlns:p14="http://schemas.microsoft.com/office/powerpoint/2010/main" val="31073725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8"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 y="-2853"/>
            <a:ext cx="9144000" cy="5373688"/>
          </a:xfrm>
          <a:prstGeom prst="rect">
            <a:avLst/>
          </a:prstGeom>
          <a:noFill/>
          <a:extLst>
            <a:ext uri="{909E8E84-426E-40DD-AFC4-6F175D3DCCD1}">
              <a14:hiddenFill xmlns:a14="http://schemas.microsoft.com/office/drawing/2010/main">
                <a:solidFill>
                  <a:srgbClr val="FFFFFF"/>
                </a:solidFill>
              </a14:hiddenFill>
            </a:ext>
          </a:ex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
        <p:nvSpPr>
          <p:cNvPr id="7" name="Text Box 16"/>
          <p:cNvSpPr txBox="1">
            <a:spLocks noChangeArrowheads="1"/>
          </p:cNvSpPr>
          <p:nvPr/>
        </p:nvSpPr>
        <p:spPr bwMode="gray">
          <a:xfrm>
            <a:off x="0" y="5301209"/>
            <a:ext cx="9144000" cy="144000"/>
          </a:xfrm>
          <a:prstGeom prst="rect">
            <a:avLst/>
          </a:prstGeom>
          <a:solidFill>
            <a:srgbClr val="A9C6CC"/>
          </a:solidFill>
          <a:ln>
            <a:noFill/>
          </a:ln>
          <a:effectLst/>
        </p:spPr>
        <p:txBody>
          <a:bodyPr>
            <a:spAutoFit/>
          </a:bodyPr>
          <a:lstStyle/>
          <a:p>
            <a:pPr>
              <a:spcBef>
                <a:spcPct val="50000"/>
              </a:spcBef>
            </a:pPr>
            <a:endParaRPr lang="zh-CN" altLang="zh-CN" sz="1000" b="1">
              <a:solidFill>
                <a:schemeClr val="bg1"/>
              </a:solidFill>
              <a:latin typeface="Verdana" pitchFamily="34" charset="0"/>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0507" y="188640"/>
            <a:ext cx="3163002" cy="722219"/>
          </a:xfrm>
          <a:prstGeom prst="rect">
            <a:avLst/>
          </a:prstGeom>
          <a:effectLst>
            <a:outerShdw blurRad="50800" dist="38100" dir="2700000" algn="tl"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a:defRPr>
                <a:solidFill>
                  <a:srgbClr val="00708E"/>
                </a:solidFill>
              </a:defRPr>
            </a:lvl1pPr>
            <a:lvl2pPr>
              <a:buClr>
                <a:srgbClr val="00607A"/>
              </a:buClr>
              <a:defRPr>
                <a:solidFill>
                  <a:srgbClr val="00708E"/>
                </a:solidFill>
                <a:latin typeface="+mn-ea"/>
                <a:ea typeface="+mn-ea"/>
              </a:defRPr>
            </a:lvl2pPr>
            <a:lvl3pPr>
              <a:buClr>
                <a:srgbClr val="00607A"/>
              </a:buClr>
              <a:defRPr>
                <a:solidFill>
                  <a:srgbClr val="00708E"/>
                </a:solidFill>
                <a:latin typeface="+mn-ea"/>
                <a:ea typeface="+mn-ea"/>
              </a:defRPr>
            </a:lvl3pPr>
            <a:lvl4pPr>
              <a:defRPr>
                <a:solidFill>
                  <a:srgbClr val="00708E"/>
                </a:solidFill>
                <a:latin typeface="+mn-ea"/>
                <a:ea typeface="+mn-ea"/>
              </a:defRPr>
            </a:lvl4pPr>
            <a:lvl5pPr>
              <a:defRPr>
                <a:solidFill>
                  <a:srgbClr val="00708E"/>
                </a:solidFill>
                <a:latin typeface="+mn-ea"/>
                <a:ea typeface="+mn-ea"/>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灯片编号占位符 4"/>
          <p:cNvSpPr>
            <a:spLocks noGrp="1"/>
          </p:cNvSpPr>
          <p:nvPr>
            <p:ph type="sldNum" sz="quarter" idx="11"/>
          </p:nvPr>
        </p:nvSpPr>
        <p:spPr/>
        <p:txBody>
          <a:bodyPr/>
          <a:lstStyle>
            <a:lvl1pPr>
              <a:defRPr/>
            </a:lvl1pPr>
          </a:lstStyle>
          <a:p>
            <a:pPr>
              <a:defRPr/>
            </a:pPr>
            <a:fld id="{8E0CE098-78E7-4D6F-B667-DB0097CCC904}" type="slidenum">
              <a:rPr lang="en-US" altLang="zh-CN" smtClean="0"/>
              <a:pPr>
                <a:defRPr/>
              </a:pPr>
              <a:t>‹#›</a:t>
            </a:fld>
            <a:endParaRPr lang="en-US" altLang="zh-CN"/>
          </a:p>
        </p:txBody>
      </p:sp>
    </p:spTree>
    <p:extLst>
      <p:ext uri="{BB962C8B-B14F-4D97-AF65-F5344CB8AC3E}">
        <p14:creationId xmlns:p14="http://schemas.microsoft.com/office/powerpoint/2010/main" val="3865151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灯片编号占位符 4"/>
          <p:cNvSpPr>
            <a:spLocks noGrp="1"/>
          </p:cNvSpPr>
          <p:nvPr>
            <p:ph type="sldNum" sz="quarter" idx="11"/>
          </p:nvPr>
        </p:nvSpPr>
        <p:spPr/>
        <p:txBody>
          <a:bodyPr/>
          <a:lstStyle>
            <a:lvl1pPr>
              <a:defRPr/>
            </a:lvl1pPr>
          </a:lstStyle>
          <a:p>
            <a:pPr>
              <a:defRPr/>
            </a:pPr>
            <a:fld id="{18D5E50B-A953-4918-8716-CAAF4E2659D5}" type="slidenum">
              <a:rPr lang="en-US" altLang="zh-CN" smtClean="0"/>
              <a:pPr>
                <a:defRPr/>
              </a:pPr>
              <a:t>‹#›</a:t>
            </a:fld>
            <a:endParaRPr lang="en-US" altLang="zh-CN"/>
          </a:p>
        </p:txBody>
      </p:sp>
    </p:spTree>
    <p:extLst>
      <p:ext uri="{BB962C8B-B14F-4D97-AF65-F5344CB8AC3E}">
        <p14:creationId xmlns:p14="http://schemas.microsoft.com/office/powerpoint/2010/main" val="352948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灯片编号占位符 5"/>
          <p:cNvSpPr>
            <a:spLocks noGrp="1"/>
          </p:cNvSpPr>
          <p:nvPr>
            <p:ph type="sldNum" sz="quarter" idx="11"/>
          </p:nvPr>
        </p:nvSpPr>
        <p:spPr/>
        <p:txBody>
          <a:bodyPr/>
          <a:lstStyle>
            <a:lvl1pPr>
              <a:defRPr/>
            </a:lvl1pPr>
          </a:lstStyle>
          <a:p>
            <a:pPr>
              <a:defRPr/>
            </a:pPr>
            <a:fld id="{14F5A38B-64E3-4A28-B1A1-07994B07ABD0}" type="slidenum">
              <a:rPr lang="en-US" altLang="zh-CN" smtClean="0"/>
              <a:pPr>
                <a:defRPr/>
              </a:pPr>
              <a:t>‹#›</a:t>
            </a:fld>
            <a:endParaRPr lang="en-US" altLang="zh-CN"/>
          </a:p>
        </p:txBody>
      </p:sp>
    </p:spTree>
    <p:extLst>
      <p:ext uri="{BB962C8B-B14F-4D97-AF65-F5344CB8AC3E}">
        <p14:creationId xmlns:p14="http://schemas.microsoft.com/office/powerpoint/2010/main" val="3882862002"/>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灯片编号占位符 7"/>
          <p:cNvSpPr>
            <a:spLocks noGrp="1"/>
          </p:cNvSpPr>
          <p:nvPr>
            <p:ph type="sldNum" sz="quarter" idx="11"/>
          </p:nvPr>
        </p:nvSpPr>
        <p:spPr/>
        <p:txBody>
          <a:bodyPr/>
          <a:lstStyle>
            <a:lvl1pPr>
              <a:defRPr/>
            </a:lvl1pPr>
          </a:lstStyle>
          <a:p>
            <a:pPr>
              <a:defRPr/>
            </a:pPr>
            <a:fld id="{3AC07FA1-9437-4596-B349-759BEDB2AF7E}" type="slidenum">
              <a:rPr lang="en-US" altLang="zh-CN" smtClean="0"/>
              <a:pPr>
                <a:defRPr/>
              </a:pPr>
              <a:t>‹#›</a:t>
            </a:fld>
            <a:endParaRPr lang="en-US" altLang="zh-CN"/>
          </a:p>
        </p:txBody>
      </p:sp>
    </p:spTree>
    <p:extLst>
      <p:ext uri="{BB962C8B-B14F-4D97-AF65-F5344CB8AC3E}">
        <p14:creationId xmlns:p14="http://schemas.microsoft.com/office/powerpoint/2010/main" val="3398134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灯片编号占位符 3"/>
          <p:cNvSpPr>
            <a:spLocks noGrp="1"/>
          </p:cNvSpPr>
          <p:nvPr>
            <p:ph type="sldNum" sz="quarter" idx="11"/>
          </p:nvPr>
        </p:nvSpPr>
        <p:spPr/>
        <p:txBody>
          <a:bodyPr/>
          <a:lstStyle>
            <a:lvl1pPr>
              <a:defRPr/>
            </a:lvl1pPr>
          </a:lstStyle>
          <a:p>
            <a:pPr>
              <a:defRPr/>
            </a:pPr>
            <a:fld id="{4B307C14-B184-494D-9559-B33678D3E7A0}" type="slidenum">
              <a:rPr lang="en-US" altLang="zh-CN" smtClean="0"/>
              <a:pPr>
                <a:defRPr/>
              </a:pPr>
              <a:t>‹#›</a:t>
            </a:fld>
            <a:endParaRPr lang="en-US" altLang="zh-CN"/>
          </a:p>
        </p:txBody>
      </p:sp>
    </p:spTree>
    <p:extLst>
      <p:ext uri="{BB962C8B-B14F-4D97-AF65-F5344CB8AC3E}">
        <p14:creationId xmlns:p14="http://schemas.microsoft.com/office/powerpoint/2010/main" val="2371171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lvl1pPr>
              <a:defRPr/>
            </a:lvl1pPr>
          </a:lstStyle>
          <a:p>
            <a:pPr>
              <a:defRPr/>
            </a:pPr>
            <a:fld id="{E53E635C-509A-4F47-9595-DC813BD463B4}" type="slidenum">
              <a:rPr lang="en-US" altLang="zh-CN" smtClean="0"/>
              <a:pPr>
                <a:defRPr/>
              </a:pPr>
              <a:t>‹#›</a:t>
            </a:fld>
            <a:endParaRPr lang="en-US" altLang="zh-CN"/>
          </a:p>
        </p:txBody>
      </p:sp>
    </p:spTree>
    <p:extLst>
      <p:ext uri="{BB962C8B-B14F-4D97-AF65-F5344CB8AC3E}">
        <p14:creationId xmlns:p14="http://schemas.microsoft.com/office/powerpoint/2010/main" val="1728918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灯片编号占位符 5"/>
          <p:cNvSpPr>
            <a:spLocks noGrp="1"/>
          </p:cNvSpPr>
          <p:nvPr>
            <p:ph type="sldNum" sz="quarter" idx="11"/>
          </p:nvPr>
        </p:nvSpPr>
        <p:spPr/>
        <p:txBody>
          <a:bodyPr/>
          <a:lstStyle>
            <a:lvl1pPr>
              <a:defRPr/>
            </a:lvl1pPr>
          </a:lstStyle>
          <a:p>
            <a:pPr>
              <a:defRPr/>
            </a:pPr>
            <a:fld id="{BA4DF462-01D9-4967-AECA-CEAD27BF24C1}" type="slidenum">
              <a:rPr lang="en-US" altLang="zh-CN" smtClean="0"/>
              <a:pPr>
                <a:defRPr/>
              </a:pPr>
              <a:t>‹#›</a:t>
            </a:fld>
            <a:endParaRPr lang="en-US" altLang="zh-CN"/>
          </a:p>
        </p:txBody>
      </p:sp>
    </p:spTree>
    <p:extLst>
      <p:ext uri="{BB962C8B-B14F-4D97-AF65-F5344CB8AC3E}">
        <p14:creationId xmlns:p14="http://schemas.microsoft.com/office/powerpoint/2010/main" val="3924396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灯片编号占位符 5"/>
          <p:cNvSpPr>
            <a:spLocks noGrp="1"/>
          </p:cNvSpPr>
          <p:nvPr>
            <p:ph type="sldNum" sz="quarter" idx="11"/>
          </p:nvPr>
        </p:nvSpPr>
        <p:spPr/>
        <p:txBody>
          <a:bodyPr/>
          <a:lstStyle>
            <a:lvl1pPr>
              <a:defRPr/>
            </a:lvl1pPr>
          </a:lstStyle>
          <a:p>
            <a:pPr>
              <a:defRPr/>
            </a:pPr>
            <a:fld id="{983C1A58-EAD4-4532-B494-3341F8C24829}" type="slidenum">
              <a:rPr lang="en-US" altLang="zh-CN" smtClean="0"/>
              <a:pPr>
                <a:defRPr/>
              </a:pPr>
              <a:t>‹#›</a:t>
            </a:fld>
            <a:endParaRPr lang="en-US" altLang="zh-CN"/>
          </a:p>
        </p:txBody>
      </p:sp>
    </p:spTree>
    <p:extLst>
      <p:ext uri="{BB962C8B-B14F-4D97-AF65-F5344CB8AC3E}">
        <p14:creationId xmlns:p14="http://schemas.microsoft.com/office/powerpoint/2010/main" val="1302830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1"/>
          </p:nvPr>
        </p:nvSpPr>
        <p:spPr/>
        <p:txBody>
          <a:bodyPr/>
          <a:lstStyle>
            <a:lvl1pPr>
              <a:defRPr/>
            </a:lvl1pPr>
          </a:lstStyle>
          <a:p>
            <a:pPr>
              <a:defRPr/>
            </a:pPr>
            <a:fld id="{11E78A78-8E68-48C0-A96D-456AAB403E78}" type="slidenum">
              <a:rPr lang="en-US" altLang="zh-CN" smtClean="0"/>
              <a:pPr>
                <a:defRPr/>
              </a:pPr>
              <a:t>‹#›</a:t>
            </a:fld>
            <a:endParaRPr lang="en-US" altLang="zh-CN"/>
          </a:p>
        </p:txBody>
      </p:sp>
    </p:spTree>
    <p:extLst>
      <p:ext uri="{BB962C8B-B14F-4D97-AF65-F5344CB8AC3E}">
        <p14:creationId xmlns:p14="http://schemas.microsoft.com/office/powerpoint/2010/main" val="1121530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1"/>
          </p:nvPr>
        </p:nvSpPr>
        <p:spPr/>
        <p:txBody>
          <a:bodyPr/>
          <a:lstStyle>
            <a:lvl1pPr>
              <a:defRPr/>
            </a:lvl1pPr>
          </a:lstStyle>
          <a:p>
            <a:pPr>
              <a:defRPr/>
            </a:pPr>
            <a:fld id="{B8D9776E-7930-43E7-867B-C25687EF30E3}" type="slidenum">
              <a:rPr lang="en-US" altLang="zh-CN" smtClean="0"/>
              <a:pPr>
                <a:defRPr/>
              </a:pPr>
              <a:t>‹#›</a:t>
            </a:fld>
            <a:endParaRPr lang="en-US" altLang="zh-CN"/>
          </a:p>
        </p:txBody>
      </p:sp>
    </p:spTree>
    <p:extLst>
      <p:ext uri="{BB962C8B-B14F-4D97-AF65-F5344CB8AC3E}">
        <p14:creationId xmlns:p14="http://schemas.microsoft.com/office/powerpoint/2010/main" val="2342739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r>
              <a:rPr lang="zh-CN" altLang="en-US"/>
              <a:t>单击图标添加表格</a:t>
            </a:r>
          </a:p>
        </p:txBody>
      </p:sp>
      <p:sp>
        <p:nvSpPr>
          <p:cNvPr id="5" name="灯片编号占位符 4"/>
          <p:cNvSpPr>
            <a:spLocks noGrp="1"/>
          </p:cNvSpPr>
          <p:nvPr>
            <p:ph type="sldNum" sz="quarter" idx="11"/>
          </p:nvPr>
        </p:nvSpPr>
        <p:spPr>
          <a:xfrm>
            <a:off x="3505200" y="6461125"/>
            <a:ext cx="2133600" cy="320675"/>
          </a:xfrm>
        </p:spPr>
        <p:txBody>
          <a:bodyPr/>
          <a:lstStyle>
            <a:lvl1pPr>
              <a:defRPr/>
            </a:lvl1pPr>
          </a:lstStyle>
          <a:p>
            <a:pPr>
              <a:defRPr/>
            </a:pPr>
            <a:fld id="{14F5A38B-64E3-4A28-B1A1-07994B07ABD0}" type="slidenum">
              <a:rPr lang="en-US" altLang="zh-CN" smtClean="0"/>
              <a:pPr>
                <a:defRPr/>
              </a:pPr>
              <a:t>‹#›</a:t>
            </a:fld>
            <a:endParaRPr lang="en-US" altLang="zh-CN"/>
          </a:p>
        </p:txBody>
      </p:sp>
    </p:spTree>
    <p:extLst>
      <p:ext uri="{BB962C8B-B14F-4D97-AF65-F5344CB8AC3E}">
        <p14:creationId xmlns:p14="http://schemas.microsoft.com/office/powerpoint/2010/main" val="858581211"/>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Rectangle 15"/>
          <p:cNvSpPr>
            <a:spLocks noChangeArrowheads="1"/>
          </p:cNvSpPr>
          <p:nvPr/>
        </p:nvSpPr>
        <p:spPr bwMode="ltGray">
          <a:xfrm>
            <a:off x="0" y="0"/>
            <a:ext cx="9144000" cy="836613"/>
          </a:xfrm>
          <a:prstGeom prst="rect">
            <a:avLst/>
          </a:prstGeom>
          <a:solidFill>
            <a:srgbClr val="00607A"/>
          </a:solidFill>
          <a:ln>
            <a:noFill/>
          </a:ln>
          <a:effectLst/>
        </p:spPr>
        <p:txBody>
          <a:bodyPr wrap="none" anchor="ctr"/>
          <a:lstStyle/>
          <a:p>
            <a:endParaRPr lang="zh-CN" altLang="en-US"/>
          </a:p>
        </p:txBody>
      </p:sp>
      <p:sp>
        <p:nvSpPr>
          <p:cNvPr id="1027" name="Rectangle 3"/>
          <p:cNvSpPr>
            <a:spLocks noGrp="1" noChangeArrowheads="1"/>
          </p:cNvSpPr>
          <p:nvPr>
            <p:ph type="body" idx="1"/>
          </p:nvPr>
        </p:nvSpPr>
        <p:spPr bwMode="auto">
          <a:xfrm>
            <a:off x="457200" y="1052737"/>
            <a:ext cx="8229600" cy="5348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latin typeface="+mj-lt"/>
                <a:ea typeface="宋体" charset="-122"/>
              </a:defRPr>
            </a:lvl1pPr>
          </a:lstStyle>
          <a:p>
            <a:pPr>
              <a:defRPr/>
            </a:pPr>
            <a:fld id="{14F5A38B-64E3-4A28-B1A1-07994B07ABD0}" type="slidenum">
              <a:rPr lang="en-US" altLang="zh-CN" smtClean="0"/>
              <a:pPr>
                <a:defRPr/>
              </a:pPr>
              <a:t>‹#›</a:t>
            </a:fld>
            <a:endParaRPr lang="en-US" altLang="zh-CN"/>
          </a:p>
        </p:txBody>
      </p:sp>
      <p:sp>
        <p:nvSpPr>
          <p:cNvPr id="1026"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40" name="Text Box 16"/>
          <p:cNvSpPr txBox="1">
            <a:spLocks noChangeArrowheads="1"/>
          </p:cNvSpPr>
          <p:nvPr/>
        </p:nvSpPr>
        <p:spPr bwMode="gray">
          <a:xfrm>
            <a:off x="0" y="838200"/>
            <a:ext cx="9144000" cy="144000"/>
          </a:xfrm>
          <a:prstGeom prst="rect">
            <a:avLst/>
          </a:prstGeom>
          <a:solidFill>
            <a:srgbClr val="A9C6CC"/>
          </a:solidFill>
          <a:ln>
            <a:noFill/>
          </a:ln>
          <a:effectLst/>
        </p:spPr>
        <p:txBody>
          <a:bodyPr>
            <a:spAutoFit/>
          </a:bodyPr>
          <a:lstStyle/>
          <a:p>
            <a:pPr>
              <a:spcBef>
                <a:spcPct val="50000"/>
              </a:spcBef>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380312" y="6453336"/>
            <a:ext cx="1578826" cy="360499"/>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Lst>
  <p:hf hdr="0" ftr="0" dt="0"/>
  <p:txStyles>
    <p:title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itchFamily="34" charset="0"/>
        </a:defRPr>
      </a:lvl2pPr>
      <a:lvl3pPr algn="ctr" rtl="0" eaLnBrk="1" fontAlgn="base" hangingPunct="1">
        <a:spcBef>
          <a:spcPct val="0"/>
        </a:spcBef>
        <a:spcAft>
          <a:spcPct val="0"/>
        </a:spcAft>
        <a:defRPr sz="3200" b="1">
          <a:solidFill>
            <a:schemeClr val="bg1"/>
          </a:solidFill>
          <a:latin typeface="Verdana" pitchFamily="34" charset="0"/>
        </a:defRPr>
      </a:lvl3pPr>
      <a:lvl4pPr algn="ctr" rtl="0" eaLnBrk="1" fontAlgn="base" hangingPunct="1">
        <a:spcBef>
          <a:spcPct val="0"/>
        </a:spcBef>
        <a:spcAft>
          <a:spcPct val="0"/>
        </a:spcAft>
        <a:defRPr sz="3200" b="1">
          <a:solidFill>
            <a:schemeClr val="bg1"/>
          </a:solidFill>
          <a:latin typeface="Verdana" pitchFamily="34" charset="0"/>
        </a:defRPr>
      </a:lvl4pPr>
      <a:lvl5pPr algn="ctr" rtl="0" eaLnBrk="1" fontAlgn="base" hangingPunct="1">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eaLnBrk="1" fontAlgn="base" hangingPunct="1">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eaLnBrk="1" fontAlgn="base" hangingPunct="1">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eaLnBrk="1" fontAlgn="base" hangingPunct="1">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eaLnBrk="1" fontAlgn="base" hangingPunct="1">
        <a:spcBef>
          <a:spcPct val="20000"/>
        </a:spcBef>
        <a:spcAft>
          <a:spcPct val="0"/>
        </a:spcAft>
        <a:buChar char="–"/>
        <a:defRPr sz="2000">
          <a:solidFill>
            <a:srgbClr val="00607A"/>
          </a:solidFill>
          <a:latin typeface="+mn-lt"/>
        </a:defRPr>
      </a:lvl4pPr>
      <a:lvl5pPr marL="1795463" indent="-363538" algn="l" rtl="0" eaLnBrk="1" fontAlgn="base" hangingPunct="1">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www.openapplications.org/"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wmf"/><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3.wmf"/><Relationship Id="rId4" Type="http://schemas.openxmlformats.org/officeDocument/2006/relationships/image" Target="../media/image12.wmf"/></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wmf"/></Relationships>
</file>

<file path=ppt/slides/_rels/slide9.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1.wmf"/></Relationships>
</file>

<file path=ppt/slides/_rels/slide14.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3"/>
          <p:cNvSpPr>
            <a:spLocks noGrp="1" noChangeArrowheads="1"/>
          </p:cNvSpPr>
          <p:nvPr>
            <p:ph type="subTitle" idx="1"/>
          </p:nvPr>
        </p:nvSpPr>
        <p:spPr/>
        <p:txBody>
          <a:bodyPr/>
          <a:lstStyle/>
          <a:p>
            <a:pPr lvl="0"/>
            <a:r>
              <a:rPr lang="en-US" altLang="zh-CN" sz="2000" dirty="0">
                <a:solidFill>
                  <a:srgbClr val="595959"/>
                </a:solidFill>
                <a:ea typeface="宋体" charset="-122"/>
              </a:rPr>
              <a:t>Software Institute</a:t>
            </a:r>
          </a:p>
          <a:p>
            <a:pPr lvl="0"/>
            <a:r>
              <a:rPr lang="en-US" altLang="zh-CN" sz="2000" dirty="0">
                <a:solidFill>
                  <a:srgbClr val="595959"/>
                </a:solidFill>
                <a:ea typeface="宋体" charset="-122"/>
              </a:rPr>
              <a:t>Nanjing University</a:t>
            </a:r>
          </a:p>
          <a:p>
            <a:pPr lvl="0"/>
            <a:r>
              <a:rPr lang="en-US" altLang="zh-CN" sz="2000" dirty="0" err="1">
                <a:solidFill>
                  <a:srgbClr val="595959"/>
                </a:solidFill>
                <a:ea typeface="宋体" charset="-122"/>
              </a:rPr>
              <a:t>Bei</a:t>
            </a:r>
            <a:r>
              <a:rPr lang="en-US" altLang="zh-CN" sz="2000" dirty="0">
                <a:solidFill>
                  <a:srgbClr val="595959"/>
                </a:solidFill>
                <a:ea typeface="宋体" charset="-122"/>
              </a:rPr>
              <a:t> </a:t>
            </a:r>
            <a:r>
              <a:rPr lang="en-US" altLang="zh-CN" sz="2000" dirty="0" err="1">
                <a:solidFill>
                  <a:srgbClr val="595959"/>
                </a:solidFill>
                <a:ea typeface="宋体" charset="-122"/>
              </a:rPr>
              <a:t>Jia</a:t>
            </a:r>
            <a:endParaRPr lang="en-US" altLang="zh-CN" sz="2000" dirty="0">
              <a:solidFill>
                <a:srgbClr val="595959"/>
              </a:solidFill>
              <a:ea typeface="宋体" charset="-122"/>
            </a:endParaRPr>
          </a:p>
        </p:txBody>
      </p:sp>
      <p:sp>
        <p:nvSpPr>
          <p:cNvPr id="3075" name="Rectangle 2"/>
          <p:cNvSpPr>
            <a:spLocks noGrp="1" noChangeArrowheads="1"/>
          </p:cNvSpPr>
          <p:nvPr>
            <p:ph type="ctrTitle" sz="quarter"/>
          </p:nvPr>
        </p:nvSpPr>
        <p:spPr/>
        <p:txBody>
          <a:bodyPr/>
          <a:lstStyle/>
          <a:p>
            <a:pPr algn="ctr"/>
            <a:r>
              <a:rPr lang="en-US" altLang="zh-CN" sz="2800" dirty="0" err="1"/>
              <a:t>NameSpace</a:t>
            </a:r>
            <a:br>
              <a:rPr lang="en-US" altLang="zh-CN" sz="2800" dirty="0"/>
            </a:br>
            <a:r>
              <a:rPr lang="en-US" altLang="zh-CN" sz="2800" dirty="0"/>
              <a:t>The Big Idea for Globalization</a:t>
            </a:r>
            <a:br>
              <a:rPr lang="en-US" altLang="zh-CN" sz="2000" dirty="0"/>
            </a:br>
            <a:r>
              <a:rPr lang="en-US" altLang="zh-CN" sz="2000" dirty="0"/>
              <a:t>Service-Oriented Software Engineering</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a:normAutofit fontScale="90000"/>
          </a:bodyPr>
          <a:lstStyle/>
          <a:p>
            <a:pPr eaLnBrk="1" hangingPunct="1"/>
            <a:r>
              <a:rPr lang="en-US" altLang="zh-CN" sz="3400" dirty="0"/>
              <a:t>Problem: Element and Attribute Names can be Ambiguous</a:t>
            </a:r>
          </a:p>
        </p:txBody>
      </p:sp>
      <p:sp>
        <p:nvSpPr>
          <p:cNvPr id="32772" name="Rectangle 3"/>
          <p:cNvSpPr>
            <a:spLocks noGrp="1" noChangeArrowheads="1"/>
          </p:cNvSpPr>
          <p:nvPr>
            <p:ph idx="1"/>
          </p:nvPr>
        </p:nvSpPr>
        <p:spPr/>
        <p:txBody>
          <a:bodyPr>
            <a:normAutofit lnSpcReduction="10000"/>
          </a:bodyPr>
          <a:lstStyle/>
          <a:p>
            <a:pPr eaLnBrk="1" hangingPunct="1"/>
            <a:r>
              <a:rPr lang="en-US" altLang="zh-CN" sz="2400" dirty="0"/>
              <a:t>Consider the following XML document:</a:t>
            </a:r>
          </a:p>
          <a:p>
            <a:pPr eaLnBrk="1" hangingPunct="1"/>
            <a:endParaRPr lang="en-US" altLang="zh-CN" sz="2400" dirty="0"/>
          </a:p>
          <a:p>
            <a:pPr eaLnBrk="1" hangingPunct="1"/>
            <a:endParaRPr lang="en-US" altLang="zh-CN" sz="2400" dirty="0"/>
          </a:p>
          <a:p>
            <a:pPr eaLnBrk="1" hangingPunct="1"/>
            <a:endParaRPr lang="en-US" altLang="zh-CN" sz="2400" dirty="0"/>
          </a:p>
          <a:p>
            <a:pPr eaLnBrk="1" hangingPunct="1"/>
            <a:endParaRPr lang="en-US" altLang="zh-CN" sz="2400" dirty="0"/>
          </a:p>
          <a:p>
            <a:pPr eaLnBrk="1" hangingPunct="1"/>
            <a:endParaRPr lang="en-US" altLang="zh-CN" sz="2400" dirty="0"/>
          </a:p>
          <a:p>
            <a:pPr eaLnBrk="1" hangingPunct="1"/>
            <a:endParaRPr lang="en-US" altLang="zh-CN" sz="2400" dirty="0"/>
          </a:p>
          <a:p>
            <a:pPr marL="0" indent="0" eaLnBrk="1" hangingPunct="1">
              <a:buNone/>
            </a:pPr>
            <a:endParaRPr lang="en-US" altLang="zh-CN" sz="2400" dirty="0"/>
          </a:p>
          <a:p>
            <a:pPr eaLnBrk="1" hangingPunct="1"/>
            <a:r>
              <a:rPr lang="en-US" altLang="zh-CN" sz="2400" dirty="0"/>
              <a:t>How does an application know that:</a:t>
            </a:r>
          </a:p>
          <a:p>
            <a:pPr lvl="1" eaLnBrk="1" hangingPunct="1"/>
            <a:r>
              <a:rPr lang="en-US" altLang="zh-CN" sz="1800" dirty="0"/>
              <a:t>The first occurrence of title is a book title.</a:t>
            </a:r>
          </a:p>
          <a:p>
            <a:pPr lvl="1" eaLnBrk="1" hangingPunct="1"/>
            <a:r>
              <a:rPr lang="en-US" altLang="zh-CN" sz="1800" dirty="0"/>
              <a:t>The second occurrence of title is a person's title.</a:t>
            </a:r>
          </a:p>
          <a:p>
            <a:r>
              <a:rPr lang="en-US" altLang="zh-CN" sz="2400" dirty="0"/>
              <a:t>Need a way to eliminate the ambiguity for the purpose of processing.</a:t>
            </a:r>
          </a:p>
        </p:txBody>
      </p:sp>
      <p:sp>
        <p:nvSpPr>
          <p:cNvPr id="32770"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4A52CAF4-9F08-481A-8556-A50BD48599C4}" type="slidenum">
              <a:rPr lang="en-US" altLang="zh-CN" smtClean="0"/>
              <a:pPr eaLnBrk="1" hangingPunct="1"/>
              <a:t>2</a:t>
            </a:fld>
            <a:endParaRPr lang="en-US" altLang="zh-CN"/>
          </a:p>
        </p:txBody>
      </p:sp>
      <p:pic>
        <p:nvPicPr>
          <p:cNvPr id="3277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676400"/>
            <a:ext cx="4432997" cy="280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a:lstStyle/>
          <a:p>
            <a:pPr eaLnBrk="1" hangingPunct="1"/>
            <a:r>
              <a:rPr lang="en-US" altLang="zh-CN" b="1" dirty="0"/>
              <a:t>Elaboration</a:t>
            </a:r>
          </a:p>
        </p:txBody>
      </p:sp>
      <p:sp>
        <p:nvSpPr>
          <p:cNvPr id="33796" name="Rectangle 3"/>
          <p:cNvSpPr>
            <a:spLocks noGrp="1" noChangeArrowheads="1"/>
          </p:cNvSpPr>
          <p:nvPr>
            <p:ph idx="1"/>
          </p:nvPr>
        </p:nvSpPr>
        <p:spPr/>
        <p:txBody>
          <a:bodyPr>
            <a:normAutofit lnSpcReduction="10000"/>
          </a:bodyPr>
          <a:lstStyle/>
          <a:p>
            <a:pPr eaLnBrk="1" hangingPunct="1">
              <a:lnSpc>
                <a:spcPct val="110000"/>
              </a:lnSpc>
            </a:pPr>
            <a:r>
              <a:rPr lang="en-US" altLang="zh-CN" sz="2400" dirty="0"/>
              <a:t>Some possibilities:</a:t>
            </a:r>
          </a:p>
          <a:p>
            <a:pPr lvl="1" eaLnBrk="1" hangingPunct="1">
              <a:lnSpc>
                <a:spcPct val="110000"/>
              </a:lnSpc>
            </a:pPr>
            <a:r>
              <a:rPr lang="en-US" altLang="zh-CN" sz="2000" dirty="0"/>
              <a:t>Adopt industry standard document formats and naming conventions</a:t>
            </a:r>
          </a:p>
          <a:p>
            <a:pPr lvl="2" eaLnBrk="1" hangingPunct="1">
              <a:lnSpc>
                <a:spcPct val="110000"/>
              </a:lnSpc>
            </a:pPr>
            <a:r>
              <a:rPr lang="en-US" altLang="zh-CN" sz="1800" dirty="0"/>
              <a:t>Problems: No industry is an island, industries interact</a:t>
            </a:r>
          </a:p>
          <a:p>
            <a:pPr lvl="2" eaLnBrk="1" hangingPunct="1">
              <a:lnSpc>
                <a:spcPct val="110000"/>
              </a:lnSpc>
            </a:pPr>
            <a:r>
              <a:rPr lang="en-US" altLang="zh-CN" sz="1800" dirty="0"/>
              <a:t>This approach works at the document level, a good example is </a:t>
            </a:r>
            <a:r>
              <a:rPr lang="en-US" altLang="zh-CN" sz="1800" dirty="0" err="1"/>
              <a:t>ebXML</a:t>
            </a:r>
            <a:r>
              <a:rPr lang="zh-CN" altLang="en-US" sz="1800" dirty="0"/>
              <a:t> </a:t>
            </a:r>
            <a:r>
              <a:rPr lang="en-US" altLang="zh-CN" sz="1800" dirty="0"/>
              <a:t>(</a:t>
            </a:r>
            <a:r>
              <a:rPr lang="en-US" altLang="zh-CN" sz="1800" dirty="0">
                <a:hlinkClick r:id="rId3"/>
              </a:rPr>
              <a:t>http://www.openapplications.org</a:t>
            </a:r>
            <a:r>
              <a:rPr lang="en-US" altLang="zh-CN" sz="1800" dirty="0"/>
              <a:t>), Naming standards down to the element/attribute level are too brittle</a:t>
            </a:r>
          </a:p>
          <a:p>
            <a:pPr lvl="1" eaLnBrk="1" hangingPunct="1">
              <a:lnSpc>
                <a:spcPct val="110000"/>
              </a:lnSpc>
            </a:pPr>
            <a:r>
              <a:rPr lang="en-US" altLang="zh-CN" sz="2000" dirty="0"/>
              <a:t>Use verbose element names, that is, </a:t>
            </a:r>
            <a:r>
              <a:rPr lang="en-US" altLang="zh-CN" sz="2000" dirty="0" err="1"/>
              <a:t>bookTitle</a:t>
            </a:r>
            <a:r>
              <a:rPr lang="en-US" altLang="zh-CN" sz="2000" dirty="0"/>
              <a:t>, </a:t>
            </a:r>
            <a:r>
              <a:rPr lang="en-US" altLang="zh-CN" sz="2000" dirty="0" err="1"/>
              <a:t>courtesyTitle</a:t>
            </a:r>
            <a:endParaRPr lang="en-US" altLang="zh-CN" sz="2000" dirty="0"/>
          </a:p>
          <a:p>
            <a:pPr lvl="2" eaLnBrk="1" hangingPunct="1">
              <a:lnSpc>
                <a:spcPct val="110000"/>
              </a:lnSpc>
            </a:pPr>
            <a:r>
              <a:rPr lang="en-US" altLang="zh-CN" sz="1800" dirty="0"/>
              <a:t>Problem: naming becomes fundamentally difficult, there is no way to know if a name is already in use, further, the data and/or its model may not belong to the consuming application.</a:t>
            </a:r>
          </a:p>
          <a:p>
            <a:pPr lvl="1" eaLnBrk="1" hangingPunct="1">
              <a:lnSpc>
                <a:spcPct val="110000"/>
              </a:lnSpc>
            </a:pPr>
            <a:r>
              <a:rPr lang="en-US" altLang="zh-CN" sz="2000" dirty="0"/>
              <a:t>Use some name qualifier that is already established as unique, that is, a domain name qualified URI.</a:t>
            </a:r>
          </a:p>
          <a:p>
            <a:pPr lvl="2" eaLnBrk="1" hangingPunct="1">
              <a:lnSpc>
                <a:spcPct val="110000"/>
              </a:lnSpc>
            </a:pPr>
            <a:r>
              <a:rPr lang="en-US" altLang="zh-CN" sz="1800" dirty="0"/>
              <a:t>Domain names are already managed and maintained as unique. This approach has promise and was developed into XML Namespaces.</a:t>
            </a:r>
          </a:p>
        </p:txBody>
      </p:sp>
      <p:sp>
        <p:nvSpPr>
          <p:cNvPr id="33794"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08EC254-72C8-40DE-9460-7FE72673C9B5}" type="slidenum">
              <a:rPr lang="en-US" altLang="zh-CN" smtClean="0"/>
              <a:pPr eaLnBrk="1" hangingPunct="1"/>
              <a:t>3</a:t>
            </a:fld>
            <a:endParaRPr lang="en-US" altLang="zh-CN"/>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pPr eaLnBrk="1" hangingPunct="1"/>
            <a:r>
              <a:rPr lang="en-US" altLang="zh-CN" b="1"/>
              <a:t>Namespaces: The Big Idea</a:t>
            </a:r>
          </a:p>
        </p:txBody>
      </p:sp>
      <p:sp>
        <p:nvSpPr>
          <p:cNvPr id="34820" name="Rectangle 3"/>
          <p:cNvSpPr>
            <a:spLocks noGrp="1" noChangeArrowheads="1"/>
          </p:cNvSpPr>
          <p:nvPr>
            <p:ph idx="1"/>
          </p:nvPr>
        </p:nvSpPr>
        <p:spPr>
          <a:xfrm>
            <a:off x="457200" y="1052737"/>
            <a:ext cx="8229600" cy="4331105"/>
          </a:xfrm>
        </p:spPr>
        <p:txBody>
          <a:bodyPr>
            <a:normAutofit lnSpcReduction="10000"/>
          </a:bodyPr>
          <a:lstStyle/>
          <a:p>
            <a:pPr eaLnBrk="1" hangingPunct="1"/>
            <a:r>
              <a:rPr lang="en-US" altLang="zh-CN" sz="2000" dirty="0"/>
              <a:t>In concept, each element name and attribute name could be expressed as: </a:t>
            </a:r>
            <a:r>
              <a:rPr lang="en-US" altLang="zh-CN" sz="2000" dirty="0" err="1"/>
              <a:t>URI+name</a:t>
            </a:r>
            <a:r>
              <a:rPr lang="en-US" altLang="zh-CN" sz="2000" dirty="0"/>
              <a:t>, for example, &lt;title&gt; might become:</a:t>
            </a:r>
          </a:p>
          <a:p>
            <a:pPr eaLnBrk="1" hangingPunct="1"/>
            <a:endParaRPr lang="en-US" altLang="zh-CN" sz="2000" dirty="0"/>
          </a:p>
          <a:p>
            <a:pPr eaLnBrk="1" hangingPunct="1"/>
            <a:r>
              <a:rPr lang="en-US" altLang="zh-CN" sz="2000" dirty="0"/>
              <a:t>There are two problems with this format:</a:t>
            </a:r>
          </a:p>
          <a:p>
            <a:pPr lvl="1" eaLnBrk="1" hangingPunct="1">
              <a:buFont typeface="+mj-lt"/>
              <a:buAutoNum type="arabicPeriod"/>
            </a:pPr>
            <a:r>
              <a:rPr lang="en-US" altLang="zh-CN" sz="1800" dirty="0"/>
              <a:t>It is not well-formed XML under the 1.0 specification.</a:t>
            </a:r>
          </a:p>
          <a:p>
            <a:pPr lvl="1" eaLnBrk="1" hangingPunct="1">
              <a:buFont typeface="+mj-lt"/>
              <a:buAutoNum type="arabicPeriod"/>
            </a:pPr>
            <a:r>
              <a:rPr lang="en-US" altLang="zh-CN" sz="1800" dirty="0"/>
              <a:t>It is a lot of typing.</a:t>
            </a:r>
          </a:p>
          <a:p>
            <a:pPr eaLnBrk="1" hangingPunct="1"/>
            <a:r>
              <a:rPr lang="en-US" altLang="zh-CN" sz="2000" dirty="0"/>
              <a:t>If it were possible to create a synonym for the URI and replace occurrences of the URI with that synonym, the amount of typing would be reduced and, if handled correctly, the result would be compatible with XML 1.0</a:t>
            </a:r>
          </a:p>
          <a:p>
            <a:pPr eaLnBrk="1" hangingPunct="1"/>
            <a:endParaRPr lang="en-US" altLang="zh-CN" sz="2000" dirty="0"/>
          </a:p>
          <a:p>
            <a:pPr marL="0" indent="0" eaLnBrk="1" hangingPunct="1">
              <a:buNone/>
            </a:pPr>
            <a:endParaRPr lang="en-US" altLang="zh-CN" sz="2000" dirty="0"/>
          </a:p>
          <a:p>
            <a:pPr eaLnBrk="1" hangingPunct="1"/>
            <a:r>
              <a:rPr lang="en-US" altLang="zh-CN" sz="2000" dirty="0"/>
              <a:t>This concept forms the basis of the XML Namespace specification.</a:t>
            </a:r>
          </a:p>
        </p:txBody>
      </p:sp>
      <p:sp>
        <p:nvSpPr>
          <p:cNvPr id="34818"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C545F304-0B26-443B-9670-68EA9A0EF04A}" type="slidenum">
              <a:rPr lang="en-US" altLang="zh-CN" smtClean="0"/>
              <a:pPr eaLnBrk="1" hangingPunct="1"/>
              <a:t>4</a:t>
            </a:fld>
            <a:endParaRPr lang="en-US" altLang="zh-CN"/>
          </a:p>
        </p:txBody>
      </p:sp>
      <p:pic>
        <p:nvPicPr>
          <p:cNvPr id="3482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3136" y="1828800"/>
            <a:ext cx="4581525" cy="30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3107" y="4267200"/>
            <a:ext cx="6937786" cy="523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3"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28785" y="5334000"/>
            <a:ext cx="5610225"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lstStyle/>
          <a:p>
            <a:pPr eaLnBrk="1" hangingPunct="1"/>
            <a:r>
              <a:rPr lang="en-US" altLang="zh-CN" b="1"/>
              <a:t>XML Namespaces</a:t>
            </a:r>
          </a:p>
        </p:txBody>
      </p:sp>
      <p:sp>
        <p:nvSpPr>
          <p:cNvPr id="35844" name="Rectangle 3"/>
          <p:cNvSpPr>
            <a:spLocks noGrp="1" noChangeArrowheads="1"/>
          </p:cNvSpPr>
          <p:nvPr>
            <p:ph idx="1"/>
          </p:nvPr>
        </p:nvSpPr>
        <p:spPr>
          <a:xfrm>
            <a:off x="457200" y="1052737"/>
            <a:ext cx="8229600" cy="3976463"/>
          </a:xfrm>
        </p:spPr>
        <p:txBody>
          <a:bodyPr/>
          <a:lstStyle/>
          <a:p>
            <a:pPr eaLnBrk="1" hangingPunct="1"/>
            <a:r>
              <a:rPr lang="en-US" altLang="zh-CN" sz="2400" dirty="0"/>
              <a:t>For the purposes of XML namespaces, URIs are considered identical when they match character for character. If URIs are different, they represent different Namespaces.</a:t>
            </a:r>
          </a:p>
          <a:p>
            <a:pPr lvl="1" eaLnBrk="1" hangingPunct="1"/>
            <a:r>
              <a:rPr lang="en-US" altLang="zh-CN" sz="2000" dirty="0">
                <a:solidFill>
                  <a:srgbClr val="0066FF"/>
                </a:solidFill>
              </a:rPr>
              <a:t>Note: There is no network lookup associated with the use of URIs in this specification, it is a lexical convention only.</a:t>
            </a:r>
          </a:p>
          <a:p>
            <a:pPr eaLnBrk="1" hangingPunct="1"/>
            <a:r>
              <a:rPr lang="en-US" altLang="zh-CN" sz="2400" dirty="0"/>
              <a:t>The Namespace specification deals with the mechanics of associating a URI qualifier (aka namespace) with element and attribute names to create two-part names that are unique and free of ambiguity.</a:t>
            </a:r>
          </a:p>
        </p:txBody>
      </p:sp>
      <p:sp>
        <p:nvSpPr>
          <p:cNvPr id="35842"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F10F6C3-C6E2-4194-AA74-2DC2072A96E2}" type="slidenum">
              <a:rPr lang="en-US" altLang="zh-CN" smtClean="0"/>
              <a:pPr eaLnBrk="1" hangingPunct="1"/>
              <a:t>5</a:t>
            </a:fld>
            <a:endParaRPr lang="en-US" altLang="zh-CN"/>
          </a:p>
        </p:txBody>
      </p:sp>
      <p:pic>
        <p:nvPicPr>
          <p:cNvPr id="3584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199" y="4876800"/>
            <a:ext cx="5205413" cy="1400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p:txBody>
          <a:bodyPr/>
          <a:lstStyle/>
          <a:p>
            <a:pPr eaLnBrk="1" hangingPunct="1"/>
            <a:r>
              <a:rPr lang="en-US" altLang="zh-CN" b="1"/>
              <a:t>Qualified Names (QNames)</a:t>
            </a:r>
          </a:p>
        </p:txBody>
      </p:sp>
      <p:sp>
        <p:nvSpPr>
          <p:cNvPr id="36868" name="Rectangle 3"/>
          <p:cNvSpPr>
            <a:spLocks noGrp="1" noChangeArrowheads="1"/>
          </p:cNvSpPr>
          <p:nvPr>
            <p:ph idx="1"/>
          </p:nvPr>
        </p:nvSpPr>
        <p:spPr/>
        <p:txBody>
          <a:bodyPr/>
          <a:lstStyle/>
          <a:p>
            <a:pPr eaLnBrk="1" hangingPunct="1"/>
            <a:r>
              <a:rPr lang="en-US" altLang="zh-CN" sz="2400" dirty="0" err="1"/>
              <a:t>QNames</a:t>
            </a:r>
            <a:r>
              <a:rPr lang="en-US" altLang="zh-CN" sz="2400" dirty="0"/>
              <a:t> are used in place of element and attribute names.</a:t>
            </a:r>
          </a:p>
          <a:p>
            <a:pPr eaLnBrk="1" hangingPunct="1"/>
            <a:r>
              <a:rPr lang="en-US" altLang="zh-CN" sz="2400" dirty="0" err="1"/>
              <a:t>QNames</a:t>
            </a:r>
            <a:r>
              <a:rPr lang="en-US" altLang="zh-CN" sz="2400" dirty="0"/>
              <a:t> have a prefix and a local part - they look like this:</a:t>
            </a:r>
          </a:p>
          <a:p>
            <a:pPr eaLnBrk="1" hangingPunct="1">
              <a:buFont typeface="Wingdings" pitchFamily="2" charset="2"/>
              <a:buNone/>
            </a:pPr>
            <a:endParaRPr lang="en-US" altLang="zh-CN" sz="2400" dirty="0"/>
          </a:p>
          <a:p>
            <a:pPr eaLnBrk="1" hangingPunct="1"/>
            <a:endParaRPr lang="en-US" altLang="zh-CN" sz="2400" dirty="0"/>
          </a:p>
          <a:p>
            <a:pPr eaLnBrk="1" hangingPunct="1"/>
            <a:endParaRPr lang="en-US" altLang="zh-CN" sz="2400" dirty="0"/>
          </a:p>
          <a:p>
            <a:pPr marL="0" indent="0" eaLnBrk="1" hangingPunct="1">
              <a:buNone/>
            </a:pPr>
            <a:endParaRPr lang="en-US" altLang="zh-CN" sz="2400" dirty="0"/>
          </a:p>
          <a:p>
            <a:pPr eaLnBrk="1" hangingPunct="1"/>
            <a:r>
              <a:rPr lang="en-US" altLang="zh-CN" sz="2400" dirty="0"/>
              <a:t>At all times, the prefix should be thought of as shorthand for the actual URI/namespace. That is, the above is really:</a:t>
            </a:r>
          </a:p>
        </p:txBody>
      </p:sp>
      <p:sp>
        <p:nvSpPr>
          <p:cNvPr id="36866"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93BDD48-63E7-433F-BCF7-D3F442ED3007}" type="slidenum">
              <a:rPr lang="en-US" altLang="zh-CN" smtClean="0"/>
              <a:pPr eaLnBrk="1" hangingPunct="1"/>
              <a:t>6</a:t>
            </a:fld>
            <a:endParaRPr lang="en-US" altLang="zh-CN"/>
          </a:p>
        </p:txBody>
      </p:sp>
      <p:pic>
        <p:nvPicPr>
          <p:cNvPr id="3686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3124200"/>
            <a:ext cx="4291013" cy="155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7118" y="5916613"/>
            <a:ext cx="4449763"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pPr eaLnBrk="1" hangingPunct="1"/>
            <a:r>
              <a:rPr lang="en-US" altLang="zh-CN" b="1" dirty="0"/>
              <a:t>Declaring Namespaces (1</a:t>
            </a:r>
            <a:r>
              <a:rPr lang="en-US" altLang="zh-CN" dirty="0"/>
              <a:t>/</a:t>
            </a:r>
            <a:r>
              <a:rPr lang="en-US" altLang="zh-CN" b="1" dirty="0"/>
              <a:t>2)</a:t>
            </a:r>
          </a:p>
        </p:txBody>
      </p:sp>
      <p:sp>
        <p:nvSpPr>
          <p:cNvPr id="37892" name="Rectangle 3"/>
          <p:cNvSpPr>
            <a:spLocks noGrp="1" noChangeArrowheads="1"/>
          </p:cNvSpPr>
          <p:nvPr>
            <p:ph idx="1"/>
          </p:nvPr>
        </p:nvSpPr>
        <p:spPr>
          <a:xfrm>
            <a:off x="457200" y="1052738"/>
            <a:ext cx="8229600" cy="4357462"/>
          </a:xfrm>
        </p:spPr>
        <p:txBody>
          <a:bodyPr>
            <a:normAutofit/>
          </a:bodyPr>
          <a:lstStyle/>
          <a:p>
            <a:pPr eaLnBrk="1" hangingPunct="1"/>
            <a:r>
              <a:rPr lang="en-US" altLang="zh-CN" sz="2400" dirty="0"/>
              <a:t>The syntax of a namespace declaration is:</a:t>
            </a:r>
          </a:p>
          <a:p>
            <a:pPr eaLnBrk="1" hangingPunct="1"/>
            <a:endParaRPr lang="en-US" altLang="zh-CN" sz="2400" dirty="0"/>
          </a:p>
          <a:p>
            <a:pPr eaLnBrk="1" hangingPunct="1"/>
            <a:r>
              <a:rPr lang="en-US" altLang="zh-CN" sz="2400" dirty="0"/>
              <a:t>The following example declares the namespace </a:t>
            </a:r>
            <a:r>
              <a:rPr lang="en-US" altLang="zh-CN" sz="2400" b="1" dirty="0"/>
              <a:t>http://www.library.com/books</a:t>
            </a:r>
            <a:r>
              <a:rPr lang="en-US" altLang="zh-CN" sz="2400" dirty="0"/>
              <a:t>, assigns it a prefix of '</a:t>
            </a:r>
            <a:r>
              <a:rPr lang="en-US" altLang="zh-CN" sz="2400" b="1" dirty="0"/>
              <a:t>books</a:t>
            </a:r>
            <a:r>
              <a:rPr lang="en-US" altLang="zh-CN" sz="2400" dirty="0"/>
              <a:t>' and identifies the </a:t>
            </a:r>
            <a:r>
              <a:rPr lang="en-US" altLang="zh-CN" sz="2400" b="1" dirty="0"/>
              <a:t>book </a:t>
            </a:r>
            <a:r>
              <a:rPr lang="en-US" altLang="zh-CN" sz="2400" dirty="0"/>
              <a:t>element as a member of that namespace.</a:t>
            </a:r>
          </a:p>
          <a:p>
            <a:pPr eaLnBrk="1" hangingPunct="1"/>
            <a:endParaRPr lang="en-US" altLang="zh-CN" sz="2400" dirty="0"/>
          </a:p>
          <a:p>
            <a:pPr eaLnBrk="1" hangingPunct="1"/>
            <a:endParaRPr lang="en-US" altLang="zh-CN" sz="2400" dirty="0"/>
          </a:p>
          <a:p>
            <a:pPr eaLnBrk="1" hangingPunct="1"/>
            <a:r>
              <a:rPr lang="en-US" altLang="zh-CN" sz="2400" dirty="0"/>
              <a:t>Attributes may also belong to a namespace. As with elements, attributes are prefixed as follows:</a:t>
            </a:r>
          </a:p>
        </p:txBody>
      </p:sp>
      <p:sp>
        <p:nvSpPr>
          <p:cNvPr id="37890"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8342C3B-7022-49E6-A826-AA6C63A31661}" type="slidenum">
              <a:rPr lang="en-US" altLang="zh-CN" smtClean="0"/>
              <a:pPr eaLnBrk="1" hangingPunct="1"/>
              <a:t>7</a:t>
            </a:fld>
            <a:endParaRPr lang="en-US" altLang="zh-CN"/>
          </a:p>
        </p:txBody>
      </p:sp>
      <p:pic>
        <p:nvPicPr>
          <p:cNvPr id="3789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753393"/>
            <a:ext cx="7113588"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4"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058" y="3581400"/>
            <a:ext cx="8167688" cy="88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5"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5312" y="5258594"/>
            <a:ext cx="7877175" cy="124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lstStyle/>
          <a:p>
            <a:pPr eaLnBrk="1" hangingPunct="1"/>
            <a:r>
              <a:rPr lang="en-US" altLang="zh-CN" b="1" dirty="0"/>
              <a:t>Declaring Namespaces (2</a:t>
            </a:r>
            <a:r>
              <a:rPr lang="en-US" altLang="zh-CN" dirty="0"/>
              <a:t>/</a:t>
            </a:r>
            <a:r>
              <a:rPr lang="en-US" altLang="zh-CN" b="1" dirty="0"/>
              <a:t>2)</a:t>
            </a:r>
          </a:p>
        </p:txBody>
      </p:sp>
      <p:sp>
        <p:nvSpPr>
          <p:cNvPr id="38916" name="Rectangle 3"/>
          <p:cNvSpPr>
            <a:spLocks noGrp="1" noChangeArrowheads="1"/>
          </p:cNvSpPr>
          <p:nvPr>
            <p:ph idx="1"/>
          </p:nvPr>
        </p:nvSpPr>
        <p:spPr/>
        <p:txBody>
          <a:bodyPr/>
          <a:lstStyle/>
          <a:p>
            <a:pPr eaLnBrk="1" hangingPunct="1">
              <a:lnSpc>
                <a:spcPct val="80000"/>
              </a:lnSpc>
            </a:pPr>
            <a:r>
              <a:rPr lang="en-US" altLang="zh-CN" sz="2400" dirty="0"/>
              <a:t>Suppose a document without namespaces looked like:</a:t>
            </a:r>
          </a:p>
          <a:p>
            <a:pPr eaLnBrk="1" hangingPunct="1">
              <a:lnSpc>
                <a:spcPct val="80000"/>
              </a:lnSpc>
            </a:pPr>
            <a:endParaRPr lang="en-US" altLang="zh-CN" sz="2400" dirty="0"/>
          </a:p>
          <a:p>
            <a:pPr eaLnBrk="1" hangingPunct="1">
              <a:lnSpc>
                <a:spcPct val="80000"/>
              </a:lnSpc>
            </a:pPr>
            <a:endParaRPr lang="en-US" altLang="zh-CN" sz="2400" dirty="0"/>
          </a:p>
          <a:p>
            <a:pPr eaLnBrk="1" hangingPunct="1">
              <a:lnSpc>
                <a:spcPct val="80000"/>
              </a:lnSpc>
            </a:pPr>
            <a:endParaRPr lang="en-US" altLang="zh-CN" sz="2400" dirty="0"/>
          </a:p>
          <a:p>
            <a:pPr eaLnBrk="1" hangingPunct="1">
              <a:lnSpc>
                <a:spcPct val="80000"/>
              </a:lnSpc>
            </a:pPr>
            <a:r>
              <a:rPr lang="en-US" altLang="zh-CN" sz="2400" dirty="0"/>
              <a:t>One way to use a namespace is:</a:t>
            </a:r>
          </a:p>
          <a:p>
            <a:pPr eaLnBrk="1" hangingPunct="1">
              <a:lnSpc>
                <a:spcPct val="80000"/>
              </a:lnSpc>
            </a:pPr>
            <a:endParaRPr lang="en-US" altLang="zh-CN" sz="2400" dirty="0"/>
          </a:p>
          <a:p>
            <a:pPr eaLnBrk="1" hangingPunct="1">
              <a:lnSpc>
                <a:spcPct val="80000"/>
              </a:lnSpc>
            </a:pPr>
            <a:endParaRPr lang="en-US" altLang="zh-CN" sz="2400" dirty="0"/>
          </a:p>
          <a:p>
            <a:pPr eaLnBrk="1" hangingPunct="1">
              <a:lnSpc>
                <a:spcPct val="80000"/>
              </a:lnSpc>
            </a:pPr>
            <a:endParaRPr lang="en-US" altLang="zh-CN" sz="2400" dirty="0"/>
          </a:p>
          <a:p>
            <a:pPr eaLnBrk="1" hangingPunct="1">
              <a:lnSpc>
                <a:spcPct val="80000"/>
              </a:lnSpc>
            </a:pPr>
            <a:endParaRPr lang="en-US" altLang="zh-CN" sz="2400" dirty="0"/>
          </a:p>
          <a:p>
            <a:pPr eaLnBrk="1" hangingPunct="1">
              <a:lnSpc>
                <a:spcPct val="80000"/>
              </a:lnSpc>
            </a:pPr>
            <a:endParaRPr lang="en-US" altLang="zh-CN" sz="2400" dirty="0"/>
          </a:p>
          <a:p>
            <a:pPr eaLnBrk="1" hangingPunct="1">
              <a:lnSpc>
                <a:spcPct val="80000"/>
              </a:lnSpc>
            </a:pPr>
            <a:endParaRPr lang="en-US" altLang="zh-CN" sz="2400" dirty="0"/>
          </a:p>
          <a:p>
            <a:pPr marL="0" indent="0" eaLnBrk="1" hangingPunct="1">
              <a:lnSpc>
                <a:spcPct val="80000"/>
              </a:lnSpc>
              <a:buNone/>
            </a:pPr>
            <a:endParaRPr lang="en-US" altLang="zh-CN" sz="2400" dirty="0"/>
          </a:p>
          <a:p>
            <a:pPr eaLnBrk="1" hangingPunct="1">
              <a:lnSpc>
                <a:spcPct val="80000"/>
              </a:lnSpc>
            </a:pPr>
            <a:r>
              <a:rPr lang="en-US" altLang="zh-CN" sz="2400" dirty="0"/>
              <a:t>It is clear that declaring the namespace on every single element becomes unwieldy (and error prone).</a:t>
            </a:r>
          </a:p>
        </p:txBody>
      </p:sp>
      <p:sp>
        <p:nvSpPr>
          <p:cNvPr id="38914"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D9BF0A2-1C5B-4260-BCFE-9E47064EB30D}" type="slidenum">
              <a:rPr lang="en-US" altLang="zh-CN" smtClean="0"/>
              <a:pPr eaLnBrk="1" hangingPunct="1"/>
              <a:t>8</a:t>
            </a:fld>
            <a:endParaRPr lang="en-US" altLang="zh-CN"/>
          </a:p>
        </p:txBody>
      </p:sp>
      <p:pic>
        <p:nvPicPr>
          <p:cNvPr id="3891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1553" y="1766417"/>
            <a:ext cx="3790950"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1553" y="3200400"/>
            <a:ext cx="7799388" cy="206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p:txBody>
          <a:bodyPr/>
          <a:lstStyle/>
          <a:p>
            <a:pPr eaLnBrk="1" hangingPunct="1"/>
            <a:r>
              <a:rPr lang="en-US" altLang="zh-CN" b="1" dirty="0"/>
              <a:t>Namespace Scope</a:t>
            </a:r>
          </a:p>
        </p:txBody>
      </p:sp>
      <p:sp>
        <p:nvSpPr>
          <p:cNvPr id="39940" name="Rectangle 3"/>
          <p:cNvSpPr>
            <a:spLocks noGrp="1" noChangeArrowheads="1"/>
          </p:cNvSpPr>
          <p:nvPr>
            <p:ph idx="1"/>
          </p:nvPr>
        </p:nvSpPr>
        <p:spPr>
          <a:xfrm>
            <a:off x="457200" y="1052737"/>
            <a:ext cx="8229600" cy="3430363"/>
          </a:xfrm>
        </p:spPr>
        <p:txBody>
          <a:bodyPr/>
          <a:lstStyle/>
          <a:p>
            <a:pPr eaLnBrk="1" hangingPunct="1"/>
            <a:r>
              <a:rPr lang="en-US" altLang="zh-CN" sz="2400" dirty="0"/>
              <a:t>When a namespace prefix is declared, it remains in scope for:</a:t>
            </a:r>
          </a:p>
          <a:p>
            <a:pPr lvl="1" eaLnBrk="1" hangingPunct="1"/>
            <a:r>
              <a:rPr lang="en-US" altLang="zh-CN" sz="2000" dirty="0"/>
              <a:t>Attributes of the element where it is declared.</a:t>
            </a:r>
          </a:p>
          <a:p>
            <a:pPr lvl="1" eaLnBrk="1" hangingPunct="1"/>
            <a:r>
              <a:rPr lang="en-US" altLang="zh-CN" sz="2000" dirty="0"/>
              <a:t>Child elements (and their attributes) of the element where it is declared.</a:t>
            </a:r>
          </a:p>
          <a:p>
            <a:pPr lvl="1" eaLnBrk="1" hangingPunct="1"/>
            <a:r>
              <a:rPr lang="en-US" altLang="zh-CN" sz="2000" dirty="0"/>
              <a:t>Unless the prefix is redefined on a nested element.</a:t>
            </a:r>
          </a:p>
          <a:p>
            <a:pPr eaLnBrk="1" hangingPunct="1"/>
            <a:r>
              <a:rPr lang="en-US" altLang="zh-CN" sz="2400" dirty="0" err="1"/>
              <a:t>QNames</a:t>
            </a:r>
            <a:r>
              <a:rPr lang="en-US" altLang="zh-CN" sz="2400" dirty="0"/>
              <a:t> are still required, the namespace is not assumed.</a:t>
            </a:r>
          </a:p>
          <a:p>
            <a:pPr eaLnBrk="1" hangingPunct="1"/>
            <a:r>
              <a:rPr lang="en-US" altLang="zh-CN" sz="2400" dirty="0"/>
              <a:t>Applying this technique, the previous example becomes:</a:t>
            </a:r>
            <a:endParaRPr lang="en-US" altLang="zh-CN" sz="2400" b="1" dirty="0"/>
          </a:p>
        </p:txBody>
      </p:sp>
      <p:sp>
        <p:nvSpPr>
          <p:cNvPr id="39938"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9B17CAA-95A1-415B-B0B3-A026BB350579}" type="slidenum">
              <a:rPr lang="en-US" altLang="zh-CN" smtClean="0"/>
              <a:pPr eaLnBrk="1" hangingPunct="1"/>
              <a:t>9</a:t>
            </a:fld>
            <a:endParaRPr lang="en-US" altLang="zh-CN"/>
          </a:p>
        </p:txBody>
      </p:sp>
      <p:pic>
        <p:nvPicPr>
          <p:cNvPr id="3994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5575" y="4495800"/>
            <a:ext cx="6216650" cy="199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p:txBody>
          <a:bodyPr/>
          <a:lstStyle/>
          <a:p>
            <a:pPr eaLnBrk="1" hangingPunct="1"/>
            <a:r>
              <a:rPr lang="en-US" altLang="zh-CN" b="1"/>
              <a:t>Default Namespaces</a:t>
            </a:r>
          </a:p>
        </p:txBody>
      </p:sp>
      <p:sp>
        <p:nvSpPr>
          <p:cNvPr id="40964" name="Rectangle 3"/>
          <p:cNvSpPr>
            <a:spLocks noGrp="1" noChangeArrowheads="1"/>
          </p:cNvSpPr>
          <p:nvPr>
            <p:ph idx="1"/>
          </p:nvPr>
        </p:nvSpPr>
        <p:spPr/>
        <p:txBody>
          <a:bodyPr>
            <a:normAutofit fontScale="85000" lnSpcReduction="10000"/>
          </a:bodyPr>
          <a:lstStyle/>
          <a:p>
            <a:pPr eaLnBrk="1" hangingPunct="1">
              <a:lnSpc>
                <a:spcPct val="110000"/>
              </a:lnSpc>
            </a:pPr>
            <a:r>
              <a:rPr lang="en-US" altLang="zh-CN" sz="2800" dirty="0"/>
              <a:t>For situations where a majority of elements are associated with the same Namespace, a default namespace may be declared.</a:t>
            </a:r>
          </a:p>
          <a:p>
            <a:pPr eaLnBrk="1" hangingPunct="1">
              <a:lnSpc>
                <a:spcPct val="110000"/>
              </a:lnSpc>
            </a:pPr>
            <a:endParaRPr lang="en-US" altLang="zh-CN" sz="2800" dirty="0"/>
          </a:p>
          <a:p>
            <a:pPr marL="0" indent="0" eaLnBrk="1" hangingPunct="1">
              <a:lnSpc>
                <a:spcPct val="110000"/>
              </a:lnSpc>
              <a:buNone/>
            </a:pPr>
            <a:endParaRPr lang="en-US" altLang="zh-CN" sz="2800" dirty="0"/>
          </a:p>
          <a:p>
            <a:pPr eaLnBrk="1" hangingPunct="1">
              <a:lnSpc>
                <a:spcPct val="110000"/>
              </a:lnSpc>
            </a:pPr>
            <a:r>
              <a:rPr lang="en-US" altLang="zh-CN" sz="2800" dirty="0" err="1"/>
              <a:t>QNames</a:t>
            </a:r>
            <a:r>
              <a:rPr lang="en-US" altLang="zh-CN" sz="2800" dirty="0"/>
              <a:t> are used to identify nested elements that are from a different namespace.</a:t>
            </a:r>
          </a:p>
          <a:p>
            <a:pPr eaLnBrk="1" hangingPunct="1">
              <a:lnSpc>
                <a:spcPct val="110000"/>
              </a:lnSpc>
            </a:pPr>
            <a:r>
              <a:rPr lang="en-US" altLang="zh-CN" sz="2800" dirty="0"/>
              <a:t>The default may be </a:t>
            </a:r>
            <a:r>
              <a:rPr lang="en-US" altLang="zh-CN" sz="2800" dirty="0" err="1"/>
              <a:t>respecified</a:t>
            </a:r>
            <a:r>
              <a:rPr lang="en-US" altLang="zh-CN" sz="2800" dirty="0"/>
              <a:t> for each element scope</a:t>
            </a:r>
          </a:p>
          <a:p>
            <a:pPr lvl="1" eaLnBrk="1" hangingPunct="1">
              <a:lnSpc>
                <a:spcPct val="110000"/>
              </a:lnSpc>
            </a:pPr>
            <a:r>
              <a:rPr lang="en-US" altLang="zh-CN" sz="2400" dirty="0"/>
              <a:t>Nesting is respected, that is, </a:t>
            </a:r>
            <a:r>
              <a:rPr lang="en-US" altLang="zh-CN" sz="2400" dirty="0" err="1"/>
              <a:t>respecification</a:t>
            </a:r>
            <a:r>
              <a:rPr lang="en-US" altLang="zh-CN" sz="2400" dirty="0"/>
              <a:t> does not influence the </a:t>
            </a:r>
            <a:r>
              <a:rPr lang="en-US" altLang="zh-CN" sz="2400" dirty="0" err="1"/>
              <a:t>outerscope</a:t>
            </a:r>
            <a:r>
              <a:rPr lang="en-US" altLang="zh-CN" sz="2400" dirty="0"/>
              <a:t> containing the nested elements.</a:t>
            </a:r>
          </a:p>
          <a:p>
            <a:pPr eaLnBrk="1" hangingPunct="1">
              <a:lnSpc>
                <a:spcPct val="110000"/>
              </a:lnSpc>
            </a:pPr>
            <a:r>
              <a:rPr lang="en-US" altLang="zh-CN" sz="2800" dirty="0"/>
              <a:t>Default namespaces don't apply to attributes. Attributes have no namespace unless their names are qualified.</a:t>
            </a:r>
          </a:p>
        </p:txBody>
      </p:sp>
      <p:sp>
        <p:nvSpPr>
          <p:cNvPr id="40962"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7C97D01-E246-4167-AECA-360354CF97B3}" type="slidenum">
              <a:rPr lang="en-US" altLang="zh-CN" smtClean="0"/>
              <a:pPr eaLnBrk="1" hangingPunct="1"/>
              <a:t>10</a:t>
            </a:fld>
            <a:endParaRPr lang="en-US" altLang="zh-CN"/>
          </a:p>
        </p:txBody>
      </p:sp>
      <p:pic>
        <p:nvPicPr>
          <p:cNvPr id="4096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2514600"/>
            <a:ext cx="5294313"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p:txBody>
          <a:bodyPr/>
          <a:lstStyle/>
          <a:p>
            <a:pPr eaLnBrk="1" hangingPunct="1"/>
            <a:r>
              <a:rPr lang="en-US" altLang="zh-CN" b="1"/>
              <a:t>Example - Default Namespaces</a:t>
            </a:r>
          </a:p>
        </p:txBody>
      </p:sp>
      <p:sp>
        <p:nvSpPr>
          <p:cNvPr id="41986"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43712193-46BB-4759-B916-1034E8053DA0}" type="slidenum">
              <a:rPr lang="en-US" altLang="zh-CN" smtClean="0"/>
              <a:pPr eaLnBrk="1" hangingPunct="1"/>
              <a:t>11</a:t>
            </a:fld>
            <a:endParaRPr lang="en-US" altLang="zh-CN"/>
          </a:p>
        </p:txBody>
      </p:sp>
      <p:pic>
        <p:nvPicPr>
          <p:cNvPr id="4198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667000"/>
            <a:ext cx="8431213" cy="257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normAutofit fontScale="90000"/>
          </a:bodyPr>
          <a:lstStyle/>
          <a:p>
            <a:pPr eaLnBrk="1" hangingPunct="1"/>
            <a:r>
              <a:rPr lang="en-US" altLang="zh-CN" sz="3400" b="1" dirty="0"/>
              <a:t>Documents with Multiple Namespaces</a:t>
            </a:r>
          </a:p>
        </p:txBody>
      </p:sp>
      <p:sp>
        <p:nvSpPr>
          <p:cNvPr id="43012" name="Rectangle 3"/>
          <p:cNvSpPr>
            <a:spLocks noGrp="1" noChangeArrowheads="1"/>
          </p:cNvSpPr>
          <p:nvPr>
            <p:ph idx="1"/>
          </p:nvPr>
        </p:nvSpPr>
        <p:spPr/>
        <p:txBody>
          <a:bodyPr/>
          <a:lstStyle/>
          <a:p>
            <a:pPr eaLnBrk="1" hangingPunct="1">
              <a:lnSpc>
                <a:spcPct val="80000"/>
              </a:lnSpc>
            </a:pPr>
            <a:r>
              <a:rPr lang="en-US" altLang="zh-CN" sz="2800" dirty="0"/>
              <a:t>Document with three namespaces:</a:t>
            </a:r>
          </a:p>
          <a:p>
            <a:pPr eaLnBrk="1" hangingPunct="1">
              <a:lnSpc>
                <a:spcPct val="80000"/>
              </a:lnSpc>
            </a:pPr>
            <a:endParaRPr lang="en-US" altLang="zh-CN" sz="2800" dirty="0"/>
          </a:p>
          <a:p>
            <a:pPr eaLnBrk="1" hangingPunct="1">
              <a:lnSpc>
                <a:spcPct val="80000"/>
              </a:lnSpc>
            </a:pPr>
            <a:endParaRPr lang="en-US" altLang="zh-CN" sz="2800" dirty="0"/>
          </a:p>
          <a:p>
            <a:pPr eaLnBrk="1" hangingPunct="1">
              <a:lnSpc>
                <a:spcPct val="80000"/>
              </a:lnSpc>
              <a:buFont typeface="Wingdings" pitchFamily="2" charset="2"/>
              <a:buNone/>
            </a:pPr>
            <a:endParaRPr lang="en-US" altLang="zh-CN" sz="2800" b="1" dirty="0"/>
          </a:p>
          <a:p>
            <a:pPr eaLnBrk="1" hangingPunct="1">
              <a:lnSpc>
                <a:spcPct val="80000"/>
              </a:lnSpc>
              <a:buFont typeface="Wingdings" pitchFamily="2" charset="2"/>
              <a:buNone/>
            </a:pPr>
            <a:endParaRPr lang="en-US" altLang="zh-CN" sz="2800" b="1" dirty="0"/>
          </a:p>
          <a:p>
            <a:pPr eaLnBrk="1" hangingPunct="1">
              <a:lnSpc>
                <a:spcPct val="80000"/>
              </a:lnSpc>
              <a:buFont typeface="Wingdings" pitchFamily="2" charset="2"/>
              <a:buNone/>
            </a:pPr>
            <a:endParaRPr lang="en-US" altLang="zh-CN" sz="2800" b="1" dirty="0"/>
          </a:p>
          <a:p>
            <a:pPr eaLnBrk="1" hangingPunct="1">
              <a:lnSpc>
                <a:spcPct val="80000"/>
              </a:lnSpc>
              <a:buFont typeface="Wingdings" pitchFamily="2" charset="2"/>
              <a:buNone/>
            </a:pPr>
            <a:endParaRPr lang="en-US" altLang="zh-CN" sz="2800" b="1" dirty="0"/>
          </a:p>
          <a:p>
            <a:pPr eaLnBrk="1" hangingPunct="1">
              <a:lnSpc>
                <a:spcPct val="80000"/>
              </a:lnSpc>
              <a:buFont typeface="Wingdings" pitchFamily="2" charset="2"/>
              <a:buNone/>
            </a:pPr>
            <a:endParaRPr lang="en-US" altLang="zh-CN" sz="2800" b="1" dirty="0"/>
          </a:p>
          <a:p>
            <a:pPr eaLnBrk="1" hangingPunct="1">
              <a:lnSpc>
                <a:spcPct val="80000"/>
              </a:lnSpc>
            </a:pPr>
            <a:endParaRPr lang="en-US" altLang="zh-CN" sz="2800" dirty="0"/>
          </a:p>
          <a:p>
            <a:pPr eaLnBrk="1" hangingPunct="1">
              <a:lnSpc>
                <a:spcPct val="80000"/>
              </a:lnSpc>
            </a:pPr>
            <a:r>
              <a:rPr lang="en-US" altLang="zh-CN" sz="2800" dirty="0"/>
              <a:t>Note the variations in the form of the namespace declaration.</a:t>
            </a:r>
          </a:p>
        </p:txBody>
      </p:sp>
      <p:sp>
        <p:nvSpPr>
          <p:cNvPr id="43010"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0312A78-2E27-456A-941C-C02221017A79}" type="slidenum">
              <a:rPr lang="en-US" altLang="zh-CN" smtClean="0"/>
              <a:pPr eaLnBrk="1" hangingPunct="1"/>
              <a:t>12</a:t>
            </a:fld>
            <a:endParaRPr lang="en-US" altLang="zh-CN"/>
          </a:p>
        </p:txBody>
      </p:sp>
      <p:pic>
        <p:nvPicPr>
          <p:cNvPr id="4301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231" y="2133600"/>
            <a:ext cx="7983537" cy="279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lstStyle/>
          <a:p>
            <a:pPr eaLnBrk="1" hangingPunct="1"/>
            <a:r>
              <a:rPr lang="en-US" altLang="zh-CN" b="1"/>
              <a:t>Elements with No Namespace</a:t>
            </a:r>
          </a:p>
        </p:txBody>
      </p:sp>
      <p:sp>
        <p:nvSpPr>
          <p:cNvPr id="44036" name="Rectangle 3"/>
          <p:cNvSpPr>
            <a:spLocks noGrp="1" noChangeArrowheads="1"/>
          </p:cNvSpPr>
          <p:nvPr>
            <p:ph idx="1"/>
          </p:nvPr>
        </p:nvSpPr>
        <p:spPr>
          <a:xfrm>
            <a:off x="457200" y="1052737"/>
            <a:ext cx="8229600" cy="4662263"/>
          </a:xfrm>
        </p:spPr>
        <p:txBody>
          <a:bodyPr/>
          <a:lstStyle/>
          <a:p>
            <a:pPr eaLnBrk="1" hangingPunct="1">
              <a:lnSpc>
                <a:spcPct val="80000"/>
              </a:lnSpc>
            </a:pPr>
            <a:r>
              <a:rPr lang="en-US" altLang="zh-CN" sz="2400" dirty="0"/>
              <a:t>What happens to the previous example with no default namespace?</a:t>
            </a:r>
          </a:p>
          <a:p>
            <a:pPr eaLnBrk="1" hangingPunct="1">
              <a:lnSpc>
                <a:spcPct val="80000"/>
              </a:lnSpc>
            </a:pPr>
            <a:endParaRPr lang="en-US" altLang="zh-CN" sz="2400" b="1" dirty="0"/>
          </a:p>
          <a:p>
            <a:pPr eaLnBrk="1" hangingPunct="1">
              <a:lnSpc>
                <a:spcPct val="80000"/>
              </a:lnSpc>
            </a:pPr>
            <a:endParaRPr lang="en-US" altLang="zh-CN" sz="2400" b="1" dirty="0"/>
          </a:p>
          <a:p>
            <a:pPr eaLnBrk="1" hangingPunct="1">
              <a:lnSpc>
                <a:spcPct val="80000"/>
              </a:lnSpc>
            </a:pPr>
            <a:endParaRPr lang="en-US" altLang="zh-CN" sz="2400" b="1" dirty="0"/>
          </a:p>
          <a:p>
            <a:pPr eaLnBrk="1" hangingPunct="1">
              <a:lnSpc>
                <a:spcPct val="80000"/>
              </a:lnSpc>
            </a:pPr>
            <a:endParaRPr lang="en-US" altLang="zh-CN" sz="2400" b="1" dirty="0"/>
          </a:p>
          <a:p>
            <a:pPr eaLnBrk="1" hangingPunct="1">
              <a:lnSpc>
                <a:spcPct val="80000"/>
              </a:lnSpc>
            </a:pPr>
            <a:endParaRPr lang="en-US" altLang="zh-CN" sz="2400" b="1" dirty="0"/>
          </a:p>
          <a:p>
            <a:pPr eaLnBrk="1" hangingPunct="1">
              <a:lnSpc>
                <a:spcPct val="80000"/>
              </a:lnSpc>
            </a:pPr>
            <a:endParaRPr lang="en-US" altLang="zh-CN" sz="2400" b="1" dirty="0"/>
          </a:p>
          <a:p>
            <a:pPr eaLnBrk="1" hangingPunct="1">
              <a:lnSpc>
                <a:spcPct val="80000"/>
              </a:lnSpc>
            </a:pPr>
            <a:endParaRPr lang="en-US" altLang="zh-CN" sz="2400" b="1" dirty="0"/>
          </a:p>
          <a:p>
            <a:pPr marL="0" indent="0" eaLnBrk="1" hangingPunct="1">
              <a:lnSpc>
                <a:spcPct val="80000"/>
              </a:lnSpc>
              <a:buNone/>
            </a:pPr>
            <a:endParaRPr lang="en-US" altLang="zh-CN" sz="2400" dirty="0"/>
          </a:p>
          <a:p>
            <a:pPr eaLnBrk="1" hangingPunct="1">
              <a:lnSpc>
                <a:spcPct val="80000"/>
              </a:lnSpc>
            </a:pPr>
            <a:r>
              <a:rPr lang="en-US" altLang="zh-CN" sz="2400" dirty="0"/>
              <a:t>The </a:t>
            </a:r>
            <a:r>
              <a:rPr lang="en-US" altLang="zh-CN" sz="2400" dirty="0" err="1"/>
              <a:t>xmlns</a:t>
            </a:r>
            <a:r>
              <a:rPr lang="en-US" altLang="zh-CN" sz="2400" dirty="0"/>
              <a:t>="" syntax resets the default namespace for the scope in which it occurs. The </a:t>
            </a:r>
            <a:r>
              <a:rPr lang="en-US" altLang="zh-CN" sz="2400" b="1" dirty="0"/>
              <a:t>&lt;</a:t>
            </a:r>
            <a:r>
              <a:rPr lang="en-US" altLang="zh-CN" sz="2400" b="1" dirty="0" err="1"/>
              <a:t>isbn</a:t>
            </a:r>
            <a:r>
              <a:rPr lang="en-US" altLang="zh-CN" sz="2400" b="1" dirty="0"/>
              <a:t>&gt; </a:t>
            </a:r>
            <a:r>
              <a:rPr lang="en-US" altLang="zh-CN" sz="2400" dirty="0"/>
              <a:t>element is not in a namespace.</a:t>
            </a:r>
          </a:p>
        </p:txBody>
      </p:sp>
      <p:sp>
        <p:nvSpPr>
          <p:cNvPr id="44034"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E1A7972-E7C2-4AE0-B00D-1D83106D8285}" type="slidenum">
              <a:rPr lang="en-US" altLang="zh-CN" smtClean="0"/>
              <a:pPr eaLnBrk="1" hangingPunct="1"/>
              <a:t>13</a:t>
            </a:fld>
            <a:endParaRPr lang="en-US" altLang="zh-CN"/>
          </a:p>
        </p:txBody>
      </p:sp>
      <p:pic>
        <p:nvPicPr>
          <p:cNvPr id="4403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1652" y="1905000"/>
            <a:ext cx="6875463" cy="2633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8"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4551" y="5635625"/>
            <a:ext cx="6189663"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pPr eaLnBrk="1" hangingPunct="1"/>
            <a:r>
              <a:rPr lang="en-US" altLang="zh-CN" sz="3400" b="1"/>
              <a:t>Attributes and Namespaces</a:t>
            </a:r>
          </a:p>
        </p:txBody>
      </p:sp>
      <p:sp>
        <p:nvSpPr>
          <p:cNvPr id="45060" name="Rectangle 3"/>
          <p:cNvSpPr>
            <a:spLocks noGrp="1" noChangeArrowheads="1"/>
          </p:cNvSpPr>
          <p:nvPr>
            <p:ph idx="1"/>
          </p:nvPr>
        </p:nvSpPr>
        <p:spPr>
          <a:xfrm>
            <a:off x="457200" y="1052737"/>
            <a:ext cx="8229600" cy="1919063"/>
          </a:xfrm>
        </p:spPr>
        <p:txBody>
          <a:bodyPr/>
          <a:lstStyle/>
          <a:p>
            <a:pPr eaLnBrk="1" hangingPunct="1"/>
            <a:r>
              <a:rPr lang="en-US" altLang="zh-CN" sz="2800" dirty="0"/>
              <a:t>Attributes are not affected by a default namespace declaration.</a:t>
            </a:r>
          </a:p>
          <a:p>
            <a:pPr eaLnBrk="1" hangingPunct="1"/>
            <a:r>
              <a:rPr lang="en-US" altLang="zh-CN" sz="2800" dirty="0"/>
              <a:t>Attributes on a single element must be unique.</a:t>
            </a:r>
          </a:p>
        </p:txBody>
      </p:sp>
      <p:sp>
        <p:nvSpPr>
          <p:cNvPr id="45058"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1D9DB19-FDDE-42B3-A06A-44FEAAEDA541}" type="slidenum">
              <a:rPr lang="en-US" altLang="zh-CN" smtClean="0"/>
              <a:pPr eaLnBrk="1" hangingPunct="1"/>
              <a:t>14</a:t>
            </a:fld>
            <a:endParaRPr lang="en-US" altLang="zh-CN"/>
          </a:p>
        </p:txBody>
      </p:sp>
      <p:pic>
        <p:nvPicPr>
          <p:cNvPr id="4506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9562" y="2895600"/>
            <a:ext cx="6269038" cy="353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a:lstStyle/>
          <a:p>
            <a:pPr eaLnBrk="1" hangingPunct="1"/>
            <a:r>
              <a:rPr lang="en-US" altLang="zh-CN" b="1"/>
              <a:t>Example: Use of Namespaces</a:t>
            </a:r>
          </a:p>
        </p:txBody>
      </p:sp>
      <p:sp>
        <p:nvSpPr>
          <p:cNvPr id="47108" name="Rectangle 3"/>
          <p:cNvSpPr>
            <a:spLocks noGrp="1" noChangeArrowheads="1"/>
          </p:cNvSpPr>
          <p:nvPr>
            <p:ph idx="1"/>
          </p:nvPr>
        </p:nvSpPr>
        <p:spPr>
          <a:xfrm>
            <a:off x="457200" y="1052737"/>
            <a:ext cx="8229600" cy="776063"/>
          </a:xfrm>
        </p:spPr>
        <p:txBody>
          <a:bodyPr/>
          <a:lstStyle/>
          <a:p>
            <a:pPr eaLnBrk="1" hangingPunct="1">
              <a:lnSpc>
                <a:spcPct val="90000"/>
              </a:lnSpc>
            </a:pPr>
            <a:r>
              <a:rPr lang="en-US" altLang="zh-CN" sz="2400" dirty="0"/>
              <a:t>Composition of a particular airplane in an airline fleet:</a:t>
            </a:r>
          </a:p>
        </p:txBody>
      </p:sp>
      <p:sp>
        <p:nvSpPr>
          <p:cNvPr id="47106"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3FDF7981-4C52-4C5C-AB5F-A6654DF232C5}" type="slidenum">
              <a:rPr lang="en-US" altLang="zh-CN" smtClean="0"/>
              <a:pPr eaLnBrk="1" hangingPunct="1"/>
              <a:t>15</a:t>
            </a:fld>
            <a:endParaRPr lang="en-US" altLang="zh-CN"/>
          </a:p>
        </p:txBody>
      </p:sp>
      <p:pic>
        <p:nvPicPr>
          <p:cNvPr id="4710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3560" y="1693652"/>
            <a:ext cx="5715000" cy="481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p:txBody>
          <a:bodyPr/>
          <a:lstStyle/>
          <a:p>
            <a:pPr eaLnBrk="1" hangingPunct="1"/>
            <a:r>
              <a:rPr lang="en-US" altLang="zh-CN" b="1"/>
              <a:t>More Information</a:t>
            </a:r>
          </a:p>
        </p:txBody>
      </p:sp>
      <p:sp>
        <p:nvSpPr>
          <p:cNvPr id="51202"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5EBC19C-6ED5-46C1-B1B4-F7F4C0306520}" type="slidenum">
              <a:rPr lang="en-US" altLang="zh-CN" smtClean="0"/>
              <a:pPr eaLnBrk="1" hangingPunct="1"/>
              <a:t>16</a:t>
            </a:fld>
            <a:endParaRPr lang="en-US" altLang="zh-CN"/>
          </a:p>
        </p:txBody>
      </p:sp>
      <p:pic>
        <p:nvPicPr>
          <p:cNvPr id="5120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975" y="2101850"/>
            <a:ext cx="8274050" cy="265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theme/theme1.xml><?xml version="1.0" encoding="utf-8"?>
<a:theme xmlns:a="http://schemas.openxmlformats.org/drawingml/2006/main" name="softwar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4454</TotalTime>
  <Words>863</Words>
  <Application>Microsoft Office PowerPoint</Application>
  <PresentationFormat>全屏显示(4:3)</PresentationFormat>
  <Paragraphs>144</Paragraphs>
  <Slides>16</Slides>
  <Notes>16</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16</vt:i4>
      </vt:variant>
    </vt:vector>
  </HeadingPairs>
  <TitlesOfParts>
    <vt:vector size="20" baseType="lpstr">
      <vt:lpstr>Arial</vt:lpstr>
      <vt:lpstr>Verdana</vt:lpstr>
      <vt:lpstr>Wingdings</vt:lpstr>
      <vt:lpstr>software</vt:lpstr>
      <vt:lpstr>NameSpace The Big Idea for Globalization Service-Oriented Software Engineering</vt:lpstr>
      <vt:lpstr>Problem: Element and Attribute Names can be Ambiguous</vt:lpstr>
      <vt:lpstr>Elaboration</vt:lpstr>
      <vt:lpstr>Namespaces: The Big Idea</vt:lpstr>
      <vt:lpstr>XML Namespaces</vt:lpstr>
      <vt:lpstr>Qualified Names (QNames)</vt:lpstr>
      <vt:lpstr>Declaring Namespaces (1/2)</vt:lpstr>
      <vt:lpstr>Declaring Namespaces (2/2)</vt:lpstr>
      <vt:lpstr>Namespace Scope</vt:lpstr>
      <vt:lpstr>Default Namespaces</vt:lpstr>
      <vt:lpstr>Example - Default Namespaces</vt:lpstr>
      <vt:lpstr>Documents with Multiple Namespaces</vt:lpstr>
      <vt:lpstr>Elements with No Namespace</vt:lpstr>
      <vt:lpstr>Attributes and Namespaces</vt:lpstr>
      <vt:lpstr>Example: Use of Namespaces</vt:lpstr>
      <vt:lpstr>More Information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beijia</dc:creator>
  <cp:lastModifiedBy>jia bei</cp:lastModifiedBy>
  <cp:revision>137</cp:revision>
  <cp:lastPrinted>1601-01-01T00:00:00Z</cp:lastPrinted>
  <dcterms:created xsi:type="dcterms:W3CDTF">1601-01-01T00:00:00Z</dcterms:created>
  <dcterms:modified xsi:type="dcterms:W3CDTF">2023-09-21T02:26:31Z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