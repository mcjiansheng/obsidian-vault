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12" r:id="rId1"/>
  </p:sldMasterIdLst>
  <p:notesMasterIdLst>
    <p:notesMasterId r:id="rId7"/>
  </p:notesMasterIdLst>
  <p:sldIdLst>
    <p:sldId id="256" r:id="rId2"/>
    <p:sldId id="424" r:id="rId3"/>
    <p:sldId id="427" r:id="rId4"/>
    <p:sldId id="451" r:id="rId5"/>
    <p:sldId id="478" r:id="rId6"/>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08E"/>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93" autoAdjust="0"/>
    <p:restoredTop sz="94639" autoAdjust="0"/>
  </p:normalViewPr>
  <p:slideViewPr>
    <p:cSldViewPr>
      <p:cViewPr varScale="1">
        <p:scale>
          <a:sx n="109" d="100"/>
          <a:sy n="109" d="100"/>
        </p:scale>
        <p:origin x="1749" y="3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zh-CN"/>
          </a:p>
        </p:txBody>
      </p:sp>
      <p:sp>
        <p:nvSpPr>
          <p:cNvPr id="4301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6144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301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zh-CN"/>
          </a:p>
        </p:txBody>
      </p:sp>
      <p:sp>
        <p:nvSpPr>
          <p:cNvPr id="4301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12262B14-ADD9-4EF4-8894-95364EC9DDD0}" type="slidenum">
              <a:rPr lang="en-US" altLang="zh-CN"/>
              <a:pPr>
                <a:defRPr/>
              </a:pPr>
              <a:t>‹#›</a:t>
            </a:fld>
            <a:endParaRPr lang="en-US" altLang="zh-CN"/>
          </a:p>
        </p:txBody>
      </p:sp>
    </p:spTree>
    <p:extLst>
      <p:ext uri="{BB962C8B-B14F-4D97-AF65-F5344CB8AC3E}">
        <p14:creationId xmlns:p14="http://schemas.microsoft.com/office/powerpoint/2010/main" val="134605740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a:ln/>
        </p:spPr>
      </p:sp>
      <p:sp>
        <p:nvSpPr>
          <p:cNvPr id="624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24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B73E74F-837B-4786-B3B6-E0D8EFDAEAC0}" type="slidenum">
              <a:rPr lang="en-US" altLang="zh-CN" smtClean="0"/>
              <a:pPr eaLnBrk="1" hangingPunct="1"/>
              <a:t>1</a:t>
            </a:fld>
            <a:endParaRPr lang="en-US" altLang="zh-CN"/>
          </a:p>
        </p:txBody>
      </p:sp>
    </p:spTree>
    <p:extLst>
      <p:ext uri="{BB962C8B-B14F-4D97-AF65-F5344CB8AC3E}">
        <p14:creationId xmlns:p14="http://schemas.microsoft.com/office/powerpoint/2010/main" val="39605222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p:cNvSpPr>
            <a:spLocks noGrp="1" noRot="1" noChangeAspect="1" noTextEdit="1"/>
          </p:cNvSpPr>
          <p:nvPr>
            <p:ph type="sldImg"/>
          </p:nvPr>
        </p:nvSpPr>
        <p:spPr>
          <a:ln/>
        </p:spPr>
      </p:sp>
      <p:sp>
        <p:nvSpPr>
          <p:cNvPr id="368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368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485724F2-93C9-4FC8-8C2D-328DCC01A17D}" type="slidenum">
              <a:rPr lang="en-US" altLang="zh-CN" smtClean="0"/>
              <a:pPr eaLnBrk="1" hangingPunct="1"/>
              <a:t>2</a:t>
            </a:fld>
            <a:endParaRPr lang="en-US" altLang="zh-CN"/>
          </a:p>
        </p:txBody>
      </p:sp>
    </p:spTree>
    <p:extLst>
      <p:ext uri="{BB962C8B-B14F-4D97-AF65-F5344CB8AC3E}">
        <p14:creationId xmlns:p14="http://schemas.microsoft.com/office/powerpoint/2010/main" val="101924347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175"/>
            <a:ext cx="9144000" cy="537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16"/>
          <p:cNvSpPr txBox="1">
            <a:spLocks noChangeArrowheads="1"/>
          </p:cNvSpPr>
          <p:nvPr/>
        </p:nvSpPr>
        <p:spPr bwMode="gray">
          <a:xfrm>
            <a:off x="0" y="5300663"/>
            <a:ext cx="9144000" cy="144462"/>
          </a:xfrm>
          <a:prstGeom prst="rect">
            <a:avLst/>
          </a:prstGeom>
          <a:solidFill>
            <a:srgbClr val="A9C6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endParaRPr lang="zh-CN" altLang="zh-CN" sz="1000" b="1">
              <a:solidFill>
                <a:schemeClr val="bg1"/>
              </a:solidFill>
              <a:latin typeface="Verdana" pitchFamily="34" charset="0"/>
            </a:endParaRPr>
          </a:p>
        </p:txBody>
      </p:sp>
      <p:pic>
        <p:nvPicPr>
          <p:cNvPr id="6" name="图片 5"/>
          <p:cNvPicPr>
            <a:picLocks noChangeAspect="1"/>
          </p:cNvPicPr>
          <p:nvPr/>
        </p:nvPicPr>
        <p:blipFill>
          <a:blip r:embed="rId3"/>
          <a:stretch>
            <a:fillRect/>
          </a:stretch>
        </p:blipFill>
        <p:spPr>
          <a:xfrm>
            <a:off x="300038" y="188913"/>
            <a:ext cx="3163887" cy="722312"/>
          </a:xfrm>
          <a:prstGeom prst="rect">
            <a:avLst/>
          </a:prstGeom>
          <a:effectLst>
            <a:outerShdw blurRad="50800" dist="38100" dir="2700000" algn="tl" rotWithShape="0">
              <a:prstClr val="black">
                <a:alpha val="40000"/>
              </a:prstClr>
            </a:outerShdw>
          </a:effectLst>
        </p:spPr>
      </p:pic>
      <p:sp>
        <p:nvSpPr>
          <p:cNvPr id="3075" name="Rectangle 3"/>
          <p:cNvSpPr>
            <a:spLocks noGrp="1" noChangeArrowheads="1"/>
          </p:cNvSpPr>
          <p:nvPr>
            <p:ph type="subTitle" idx="1"/>
          </p:nvPr>
        </p:nvSpPr>
        <p:spPr bwMode="gray">
          <a:xfrm>
            <a:off x="1403648" y="5589240"/>
            <a:ext cx="6553200" cy="1268760"/>
          </a:xfrm>
        </p:spPr>
        <p:txBody>
          <a:bodyPr/>
          <a:lstStyle>
            <a:lvl1pPr marL="0" indent="0" algn="ctr">
              <a:buFont typeface="Wingdings" pitchFamily="2" charset="2"/>
              <a:buNone/>
              <a:defRPr sz="2400" b="1">
                <a:solidFill>
                  <a:schemeClr val="tx2"/>
                </a:solidFill>
                <a:latin typeface="Verdana" pitchFamily="34" charset="0"/>
              </a:defRPr>
            </a:lvl1pPr>
          </a:lstStyle>
          <a:p>
            <a:pPr lvl="0"/>
            <a:r>
              <a:rPr lang="zh-CN" altLang="en-US" noProof="0"/>
              <a:t>单击此处编辑母版副标题样式</a:t>
            </a:r>
            <a:endParaRPr lang="en-US" altLang="zh-CN" noProof="0" dirty="0"/>
          </a:p>
        </p:txBody>
      </p:sp>
      <p:sp>
        <p:nvSpPr>
          <p:cNvPr id="3093" name="Rectangle 21"/>
          <p:cNvSpPr>
            <a:spLocks noGrp="1" noChangeArrowheads="1"/>
          </p:cNvSpPr>
          <p:nvPr>
            <p:ph type="ctrTitle" sz="quarter"/>
          </p:nvPr>
        </p:nvSpPr>
        <p:spPr bwMode="gray">
          <a:xfrm>
            <a:off x="0" y="4077072"/>
            <a:ext cx="9144000" cy="1224137"/>
          </a:xfrm>
          <a:gradFill>
            <a:gsLst>
              <a:gs pos="0">
                <a:srgbClr val="00607A"/>
              </a:gs>
              <a:gs pos="100000">
                <a:srgbClr val="00607A"/>
              </a:gs>
            </a:gsLst>
            <a:lin ang="0" scaled="1"/>
          </a:gradFill>
          <a:effectLst/>
        </p:spPr>
        <p:txBody>
          <a:bodyPr/>
          <a:lstStyle>
            <a:lvl1pPr>
              <a:defRPr sz="4000"/>
            </a:lvl1pPr>
          </a:lstStyle>
          <a:p>
            <a:pPr lvl="0"/>
            <a:r>
              <a:rPr lang="zh-CN" altLang="en-US" noProof="0"/>
              <a:t>单击此处编辑母版标题样式</a:t>
            </a:r>
            <a:endParaRPr lang="en-US" altLang="ko-KR" noProof="0" dirty="0"/>
          </a:p>
        </p:txBody>
      </p:sp>
    </p:spTree>
    <p:extLst>
      <p:ext uri="{BB962C8B-B14F-4D97-AF65-F5344CB8AC3E}">
        <p14:creationId xmlns:p14="http://schemas.microsoft.com/office/powerpoint/2010/main" val="3068470826"/>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nchor="ctr"/>
          <a:lstStyle>
            <a:lvl1pPr algn="l">
              <a:defRPr>
                <a:solidFill>
                  <a:srgbClr val="00708E"/>
                </a:solidFill>
              </a:defRPr>
            </a:lvl1pPr>
            <a:lvl2pPr algn="l">
              <a:buClr>
                <a:srgbClr val="00607A"/>
              </a:buClr>
              <a:defRPr>
                <a:solidFill>
                  <a:srgbClr val="00708E"/>
                </a:solidFill>
                <a:latin typeface="+mn-ea"/>
                <a:ea typeface="+mn-ea"/>
              </a:defRPr>
            </a:lvl2pPr>
            <a:lvl3pPr algn="l">
              <a:buClr>
                <a:srgbClr val="00607A"/>
              </a:buClr>
              <a:defRPr>
                <a:solidFill>
                  <a:srgbClr val="00708E"/>
                </a:solidFill>
                <a:latin typeface="+mn-ea"/>
                <a:ea typeface="+mn-ea"/>
              </a:defRPr>
            </a:lvl3pPr>
            <a:lvl4pPr algn="l">
              <a:defRPr>
                <a:solidFill>
                  <a:srgbClr val="00708E"/>
                </a:solidFill>
                <a:latin typeface="+mn-ea"/>
                <a:ea typeface="+mn-ea"/>
              </a:defRPr>
            </a:lvl4pPr>
            <a:lvl5pPr algn="l">
              <a:defRPr>
                <a:solidFill>
                  <a:srgbClr val="00708E"/>
                </a:solidFill>
                <a:latin typeface="+mn-ea"/>
                <a:ea typeface="+mn-ea"/>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C2FAFEC3-FCF9-4793-BD53-13ACF2C4D1E4}" type="slidenum">
              <a:rPr lang="en-US" altLang="zh-CN"/>
              <a:pPr>
                <a:defRPr/>
              </a:pPr>
              <a:t>‹#›</a:t>
            </a:fld>
            <a:endParaRPr lang="en-US" altLang="zh-CN" dirty="0"/>
          </a:p>
        </p:txBody>
      </p:sp>
    </p:spTree>
    <p:extLst>
      <p:ext uri="{BB962C8B-B14F-4D97-AF65-F5344CB8AC3E}">
        <p14:creationId xmlns:p14="http://schemas.microsoft.com/office/powerpoint/2010/main" val="3347872940"/>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p:cNvSpPr>
            <a:spLocks noGrp="1" noChangeArrowheads="1"/>
          </p:cNvSpPr>
          <p:nvPr>
            <p:ph type="sldNum" sz="quarter" idx="10"/>
          </p:nvPr>
        </p:nvSpPr>
        <p:spPr>
          <a:ln/>
        </p:spPr>
        <p:txBody>
          <a:bodyPr/>
          <a:lstStyle>
            <a:lvl1pPr>
              <a:defRPr/>
            </a:lvl1pPr>
          </a:lstStyle>
          <a:p>
            <a:pPr>
              <a:defRPr/>
            </a:pPr>
            <a:fld id="{11874B12-3BD3-4C39-BF0E-BF8A9539BB9C}" type="slidenum">
              <a:rPr lang="en-US" altLang="zh-CN"/>
              <a:pPr>
                <a:defRPr/>
              </a:pPr>
              <a:t>‹#›</a:t>
            </a:fld>
            <a:endParaRPr lang="en-US" altLang="zh-CN"/>
          </a:p>
        </p:txBody>
      </p:sp>
    </p:spTree>
    <p:extLst>
      <p:ext uri="{BB962C8B-B14F-4D97-AF65-F5344CB8AC3E}">
        <p14:creationId xmlns:p14="http://schemas.microsoft.com/office/powerpoint/2010/main" val="2200810539"/>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525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D4FD21B5-0BC5-4C4A-925A-9CA4DDE9DFCF}" type="slidenum">
              <a:rPr lang="en-US" altLang="zh-CN"/>
              <a:pPr>
                <a:defRPr/>
              </a:pPr>
              <a:t>‹#›</a:t>
            </a:fld>
            <a:endParaRPr lang="en-US" altLang="zh-CN"/>
          </a:p>
        </p:txBody>
      </p:sp>
    </p:spTree>
    <p:extLst>
      <p:ext uri="{BB962C8B-B14F-4D97-AF65-F5344CB8AC3E}">
        <p14:creationId xmlns:p14="http://schemas.microsoft.com/office/powerpoint/2010/main" val="1528856604"/>
      </p:ext>
    </p:extLst>
  </p:cSld>
  <p:clrMapOvr>
    <a:masterClrMapping/>
  </p:clrMapOvr>
  <p:transition/>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p:cNvSpPr>
            <a:spLocks noGrp="1" noChangeArrowheads="1"/>
          </p:cNvSpPr>
          <p:nvPr>
            <p:ph type="sldNum" sz="quarter" idx="10"/>
          </p:nvPr>
        </p:nvSpPr>
        <p:spPr>
          <a:ln/>
        </p:spPr>
        <p:txBody>
          <a:bodyPr/>
          <a:lstStyle>
            <a:lvl1pPr>
              <a:defRPr/>
            </a:lvl1pPr>
          </a:lstStyle>
          <a:p>
            <a:pPr>
              <a:defRPr/>
            </a:pPr>
            <a:fld id="{9D738D31-8EED-425A-B617-D3D8B1C55F32}" type="slidenum">
              <a:rPr lang="en-US" altLang="zh-CN"/>
              <a:pPr>
                <a:defRPr/>
              </a:pPr>
              <a:t>‹#›</a:t>
            </a:fld>
            <a:endParaRPr lang="en-US" altLang="zh-CN"/>
          </a:p>
        </p:txBody>
      </p:sp>
    </p:spTree>
    <p:extLst>
      <p:ext uri="{BB962C8B-B14F-4D97-AF65-F5344CB8AC3E}">
        <p14:creationId xmlns:p14="http://schemas.microsoft.com/office/powerpoint/2010/main" val="3311681630"/>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p:cNvSpPr>
            <a:spLocks noGrp="1" noChangeArrowheads="1"/>
          </p:cNvSpPr>
          <p:nvPr>
            <p:ph type="sldNum" sz="quarter" idx="10"/>
          </p:nvPr>
        </p:nvSpPr>
        <p:spPr>
          <a:ln/>
        </p:spPr>
        <p:txBody>
          <a:bodyPr/>
          <a:lstStyle>
            <a:lvl1pPr>
              <a:defRPr/>
            </a:lvl1pPr>
          </a:lstStyle>
          <a:p>
            <a:pPr>
              <a:defRPr/>
            </a:pPr>
            <a:fld id="{3C5CA553-975E-450D-81D4-CB823086BDE2}" type="slidenum">
              <a:rPr lang="en-US" altLang="zh-CN"/>
              <a:pPr>
                <a:defRPr/>
              </a:pPr>
              <a:t>‹#›</a:t>
            </a:fld>
            <a:endParaRPr lang="en-US" altLang="zh-CN" dirty="0"/>
          </a:p>
        </p:txBody>
      </p:sp>
    </p:spTree>
    <p:extLst>
      <p:ext uri="{BB962C8B-B14F-4D97-AF65-F5344CB8AC3E}">
        <p14:creationId xmlns:p14="http://schemas.microsoft.com/office/powerpoint/2010/main" val="3204809273"/>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D21DDC60-5961-4053-83B8-C0116183DEFD}" type="slidenum">
              <a:rPr lang="en-US" altLang="zh-CN"/>
              <a:pPr>
                <a:defRPr/>
              </a:pPr>
              <a:t>‹#›</a:t>
            </a:fld>
            <a:endParaRPr lang="en-US" altLang="zh-CN"/>
          </a:p>
        </p:txBody>
      </p:sp>
    </p:spTree>
    <p:extLst>
      <p:ext uri="{BB962C8B-B14F-4D97-AF65-F5344CB8AC3E}">
        <p14:creationId xmlns:p14="http://schemas.microsoft.com/office/powerpoint/2010/main" val="289660747"/>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71C95EA6-4527-48FB-83CD-F4BD91AE8F02}" type="slidenum">
              <a:rPr lang="en-US" altLang="zh-CN"/>
              <a:pPr>
                <a:defRPr/>
              </a:pPr>
              <a:t>‹#›</a:t>
            </a:fld>
            <a:endParaRPr lang="en-US" altLang="zh-CN"/>
          </a:p>
        </p:txBody>
      </p:sp>
    </p:spTree>
    <p:extLst>
      <p:ext uri="{BB962C8B-B14F-4D97-AF65-F5344CB8AC3E}">
        <p14:creationId xmlns:p14="http://schemas.microsoft.com/office/powerpoint/2010/main" val="395229652"/>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nvPr>
        </p:nvSpPr>
        <p:spPr>
          <a:xfrm>
            <a:off x="1828800" y="1844824"/>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5" name="Rectangle 6"/>
          <p:cNvSpPr>
            <a:spLocks noGrp="1" noChangeArrowheads="1"/>
          </p:cNvSpPr>
          <p:nvPr>
            <p:ph type="sldNum" sz="quarter" idx="10"/>
          </p:nvPr>
        </p:nvSpPr>
        <p:spPr>
          <a:ln/>
        </p:spPr>
        <p:txBody>
          <a:bodyPr/>
          <a:lstStyle>
            <a:lvl1pPr>
              <a:defRPr/>
            </a:lvl1pPr>
          </a:lstStyle>
          <a:p>
            <a:pPr>
              <a:defRPr/>
            </a:pPr>
            <a:fld id="{3610D5DC-5696-4A07-8349-2A517564EAB6}" type="slidenum">
              <a:rPr lang="en-US" altLang="zh-CN"/>
              <a:pPr>
                <a:defRPr/>
              </a:pPr>
              <a:t>‹#›</a:t>
            </a:fld>
            <a:endParaRPr lang="en-US" altLang="zh-CN"/>
          </a:p>
        </p:txBody>
      </p:sp>
    </p:spTree>
    <p:extLst>
      <p:ext uri="{BB962C8B-B14F-4D97-AF65-F5344CB8AC3E}">
        <p14:creationId xmlns:p14="http://schemas.microsoft.com/office/powerpoint/2010/main" val="3526346451"/>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1E5E8FD3-EDE5-4EC3-94E3-1C754301C081}" type="slidenum">
              <a:rPr lang="en-US" altLang="zh-CN"/>
              <a:pPr>
                <a:defRPr/>
              </a:pPr>
              <a:t>‹#›</a:t>
            </a:fld>
            <a:endParaRPr lang="en-US" altLang="zh-CN"/>
          </a:p>
        </p:txBody>
      </p:sp>
    </p:spTree>
    <p:extLst>
      <p:ext uri="{BB962C8B-B14F-4D97-AF65-F5344CB8AC3E}">
        <p14:creationId xmlns:p14="http://schemas.microsoft.com/office/powerpoint/2010/main" val="94681366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8450" y="152400"/>
            <a:ext cx="211455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4800" y="152400"/>
            <a:ext cx="619125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A4C1ECC8-739C-4170-B0ED-4174C943E5E6}" type="slidenum">
              <a:rPr lang="en-US" altLang="zh-CN"/>
              <a:pPr>
                <a:defRPr/>
              </a:pPr>
              <a:t>‹#›</a:t>
            </a:fld>
            <a:endParaRPr lang="en-US" altLang="zh-CN"/>
          </a:p>
        </p:txBody>
      </p:sp>
    </p:spTree>
    <p:extLst>
      <p:ext uri="{BB962C8B-B14F-4D97-AF65-F5344CB8AC3E}">
        <p14:creationId xmlns:p14="http://schemas.microsoft.com/office/powerpoint/2010/main" val="3681523862"/>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04800" y="152400"/>
            <a:ext cx="8458200" cy="563563"/>
          </a:xfrm>
        </p:spPr>
        <p:txBody>
          <a:bodyPr/>
          <a:lstStyle/>
          <a:p>
            <a:r>
              <a:rPr lang="zh-CN" altLang="en-US"/>
              <a:t>单击此处编辑母版标题样式</a:t>
            </a:r>
          </a:p>
        </p:txBody>
      </p:sp>
      <p:sp>
        <p:nvSpPr>
          <p:cNvPr id="3" name="表格占位符 2"/>
          <p:cNvSpPr>
            <a:spLocks noGrp="1"/>
          </p:cNvSpPr>
          <p:nvPr>
            <p:ph type="tbl" idx="1"/>
          </p:nvPr>
        </p:nvSpPr>
        <p:spPr>
          <a:xfrm>
            <a:off x="457200" y="1152525"/>
            <a:ext cx="8229600" cy="5248275"/>
          </a:xfrm>
        </p:spPr>
        <p:txBody>
          <a:bodyPr/>
          <a:lstStyle/>
          <a:p>
            <a:pPr lvl="0"/>
            <a:r>
              <a:rPr lang="zh-CN" altLang="en-US" noProof="0"/>
              <a:t>单击图标添加表格</a:t>
            </a:r>
          </a:p>
        </p:txBody>
      </p:sp>
      <p:sp>
        <p:nvSpPr>
          <p:cNvPr id="4" name="Rectangle 6"/>
          <p:cNvSpPr>
            <a:spLocks noGrp="1" noChangeArrowheads="1"/>
          </p:cNvSpPr>
          <p:nvPr>
            <p:ph type="sldNum" sz="quarter" idx="10"/>
          </p:nvPr>
        </p:nvSpPr>
        <p:spPr>
          <a:ln/>
        </p:spPr>
        <p:txBody>
          <a:bodyPr/>
          <a:lstStyle>
            <a:lvl1pPr>
              <a:defRPr/>
            </a:lvl1pPr>
          </a:lstStyle>
          <a:p>
            <a:pPr>
              <a:defRPr/>
            </a:pPr>
            <a:fld id="{EC4490AA-E879-42CB-B964-307DC817647D}" type="slidenum">
              <a:rPr lang="en-US" altLang="zh-CN"/>
              <a:pPr>
                <a:defRPr/>
              </a:pPr>
              <a:t>‹#›</a:t>
            </a:fld>
            <a:endParaRPr lang="en-US" altLang="zh-CN"/>
          </a:p>
        </p:txBody>
      </p:sp>
    </p:spTree>
    <p:extLst>
      <p:ext uri="{BB962C8B-B14F-4D97-AF65-F5344CB8AC3E}">
        <p14:creationId xmlns:p14="http://schemas.microsoft.com/office/powerpoint/2010/main" val="797683627"/>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600200"/>
            <a:ext cx="4038600" cy="21891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3941763"/>
            <a:ext cx="4038600" cy="2189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9"/>
          <p:cNvSpPr>
            <a:spLocks noGrp="1" noChangeArrowheads="1"/>
          </p:cNvSpPr>
          <p:nvPr>
            <p:ph type="dt" sz="half" idx="10"/>
          </p:nvPr>
        </p:nvSpPr>
        <p:spPr>
          <a:xfrm>
            <a:off x="457200" y="6248400"/>
            <a:ext cx="2133600" cy="457200"/>
          </a:xfrm>
          <a:prstGeom prst="rect">
            <a:avLst/>
          </a:prstGeom>
        </p:spPr>
        <p:txBody>
          <a:bodyPr/>
          <a:lstStyle>
            <a:lvl1pPr>
              <a:defRPr/>
            </a:lvl1pPr>
          </a:lstStyle>
          <a:p>
            <a:pPr>
              <a:defRPr/>
            </a:pPr>
            <a:endParaRPr lang="en-US" altLang="zh-CN"/>
          </a:p>
        </p:txBody>
      </p:sp>
      <p:sp>
        <p:nvSpPr>
          <p:cNvPr id="7" name="Rectangle 10"/>
          <p:cNvSpPr>
            <a:spLocks noGrp="1" noChangeArrowheads="1"/>
          </p:cNvSpPr>
          <p:nvPr>
            <p:ph type="ftr" sz="quarter" idx="11"/>
          </p:nvPr>
        </p:nvSpPr>
        <p:spPr>
          <a:xfrm>
            <a:off x="3124200" y="6248400"/>
            <a:ext cx="2895600" cy="457200"/>
          </a:xfrm>
          <a:prstGeom prst="rect">
            <a:avLst/>
          </a:prstGeom>
        </p:spPr>
        <p:txBody>
          <a:bodyPr/>
          <a:lstStyle>
            <a:lvl1pPr>
              <a:defRPr/>
            </a:lvl1pPr>
          </a:lstStyle>
          <a:p>
            <a:pPr>
              <a:defRPr/>
            </a:pPr>
            <a:endParaRPr lang="en-US" altLang="zh-CN"/>
          </a:p>
        </p:txBody>
      </p:sp>
      <p:sp>
        <p:nvSpPr>
          <p:cNvPr id="8" name="Rectangle 11"/>
          <p:cNvSpPr>
            <a:spLocks noGrp="1" noChangeArrowheads="1"/>
          </p:cNvSpPr>
          <p:nvPr>
            <p:ph type="sldNum" sz="quarter" idx="12"/>
          </p:nvPr>
        </p:nvSpPr>
        <p:spPr/>
        <p:txBody>
          <a:bodyPr/>
          <a:lstStyle>
            <a:lvl1pPr>
              <a:defRPr/>
            </a:lvl1pPr>
          </a:lstStyle>
          <a:p>
            <a:pPr>
              <a:defRPr/>
            </a:pPr>
            <a:fld id="{C02672C6-A66C-4A23-877B-AF8E4660A64F}" type="slidenum">
              <a:rPr lang="en-US" altLang="zh-CN"/>
              <a:pPr>
                <a:defRPr/>
              </a:pPr>
              <a:t>‹#›</a:t>
            </a:fld>
            <a:endParaRPr lang="en-US" altLang="zh-CN"/>
          </a:p>
        </p:txBody>
      </p:sp>
    </p:spTree>
    <p:extLst>
      <p:ext uri="{BB962C8B-B14F-4D97-AF65-F5344CB8AC3E}">
        <p14:creationId xmlns:p14="http://schemas.microsoft.com/office/powerpoint/2010/main" val="36226066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1"/>
          <p:cNvSpPr>
            <a:spLocks noGrp="1" noChangeArrowheads="1"/>
          </p:cNvSpPr>
          <p:nvPr>
            <p:ph type="sldNum" sz="quarter" idx="12"/>
          </p:nvPr>
        </p:nvSpPr>
        <p:spPr/>
        <p:txBody>
          <a:bodyPr/>
          <a:lstStyle>
            <a:lvl1pPr>
              <a:defRPr/>
            </a:lvl1pPr>
          </a:lstStyle>
          <a:p>
            <a:pPr>
              <a:defRPr/>
            </a:pPr>
            <a:fld id="{6B528C79-012F-4666-B6B9-2F1EF291DD5A}" type="slidenum">
              <a:rPr lang="en-US" altLang="zh-CN"/>
              <a:pPr>
                <a:defRPr/>
              </a:pPr>
              <a:t>‹#›</a:t>
            </a:fld>
            <a:endParaRPr lang="en-US" altLang="zh-CN"/>
          </a:p>
        </p:txBody>
      </p:sp>
    </p:spTree>
    <p:extLst>
      <p:ext uri="{BB962C8B-B14F-4D97-AF65-F5344CB8AC3E}">
        <p14:creationId xmlns:p14="http://schemas.microsoft.com/office/powerpoint/2010/main" val="33091422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5"/>
          <p:cNvSpPr>
            <a:spLocks noChangeArrowheads="1"/>
          </p:cNvSpPr>
          <p:nvPr/>
        </p:nvSpPr>
        <p:spPr bwMode="ltGray">
          <a:xfrm>
            <a:off x="0" y="0"/>
            <a:ext cx="9144000" cy="836613"/>
          </a:xfrm>
          <a:prstGeom prst="rect">
            <a:avLst/>
          </a:prstGeom>
          <a:solidFill>
            <a:srgbClr val="0060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027" name="Rectangle 3"/>
          <p:cNvSpPr>
            <a:spLocks noGrp="1" noChangeArrowheads="1"/>
          </p:cNvSpPr>
          <p:nvPr>
            <p:ph type="body" idx="1"/>
          </p:nvPr>
        </p:nvSpPr>
        <p:spPr bwMode="auto">
          <a:xfrm>
            <a:off x="457200" y="1052513"/>
            <a:ext cx="8229600" cy="5348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altLang="zh-CN" dirty="0"/>
          </a:p>
        </p:txBody>
      </p:sp>
      <p:sp>
        <p:nvSpPr>
          <p:cNvPr id="1030" name="Rectangle 6"/>
          <p:cNvSpPr>
            <a:spLocks noGrp="1" noChangeArrowheads="1"/>
          </p:cNvSpPr>
          <p:nvPr>
            <p:ph type="sldNum" sz="quarter" idx="4"/>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200" smtClean="0">
                <a:latin typeface="+mj-lt"/>
                <a:ea typeface="宋体" charset="-122"/>
              </a:defRPr>
            </a:lvl1pPr>
          </a:lstStyle>
          <a:p>
            <a:pPr>
              <a:defRPr/>
            </a:pPr>
            <a:fld id="{76F7B25D-5EBC-4A23-B073-187DA5FB4EA0}" type="slidenum">
              <a:rPr lang="en-US" altLang="zh-CN"/>
              <a:pPr>
                <a:defRPr/>
              </a:pPr>
              <a:t>‹#›</a:t>
            </a:fld>
            <a:endParaRPr lang="en-US" altLang="zh-CN"/>
          </a:p>
        </p:txBody>
      </p:sp>
      <p:sp>
        <p:nvSpPr>
          <p:cNvPr id="1029" name="Rectangle 2"/>
          <p:cNvSpPr>
            <a:spLocks noGrp="1" noChangeArrowheads="1"/>
          </p:cNvSpPr>
          <p:nvPr>
            <p:ph type="title"/>
          </p:nvPr>
        </p:nvSpPr>
        <p:spPr bwMode="white">
          <a:xfrm>
            <a:off x="304800" y="152400"/>
            <a:ext cx="84582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2" name="Text Box 16"/>
          <p:cNvSpPr txBox="1">
            <a:spLocks noChangeArrowheads="1"/>
          </p:cNvSpPr>
          <p:nvPr/>
        </p:nvSpPr>
        <p:spPr bwMode="gray">
          <a:xfrm>
            <a:off x="0" y="838200"/>
            <a:ext cx="9144000" cy="144463"/>
          </a:xfrm>
          <a:prstGeom prst="rect">
            <a:avLst/>
          </a:prstGeom>
          <a:solidFill>
            <a:srgbClr val="A9C6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endParaRPr lang="zh-CN" altLang="zh-CN" sz="1000" b="1">
              <a:solidFill>
                <a:schemeClr val="bg1"/>
              </a:solidFill>
              <a:latin typeface="Verdana" pitchFamily="34" charset="0"/>
            </a:endParaRPr>
          </a:p>
        </p:txBody>
      </p:sp>
      <p:pic>
        <p:nvPicPr>
          <p:cNvPr id="9" name="图片 8"/>
          <p:cNvPicPr>
            <a:picLocks noChangeAspect="1"/>
          </p:cNvPicPr>
          <p:nvPr/>
        </p:nvPicPr>
        <p:blipFill>
          <a:blip r:embed="rId16"/>
          <a:stretch>
            <a:fillRect/>
          </a:stretch>
        </p:blipFill>
        <p:spPr>
          <a:xfrm>
            <a:off x="7380288" y="6453188"/>
            <a:ext cx="1579562" cy="360362"/>
          </a:xfrm>
          <a:prstGeom prst="rect">
            <a:avLst/>
          </a:prstGeom>
          <a:effectLst>
            <a:outerShdw blurRad="50800" dist="38100" dir="2700000" algn="tl" rotWithShape="0">
              <a:prstClr val="black">
                <a:alpha val="40000"/>
              </a:prstClr>
            </a:outerShdw>
          </a:effectLst>
        </p:spPr>
      </p:pic>
    </p:spTree>
  </p:cSld>
  <p:clrMap bg1="lt1" tx1="dk1" bg2="lt2" tx2="dk2" accent1="accent1" accent2="accent2" accent3="accent3" accent4="accent4" accent5="accent5" accent6="accent6" hlink="hlink" folHlink="folHlink"/>
  <p:sldLayoutIdLst>
    <p:sldLayoutId id="2147483941" r:id="rId1"/>
    <p:sldLayoutId id="2147483930" r:id="rId2"/>
    <p:sldLayoutId id="2147483931" r:id="rId3"/>
    <p:sldLayoutId id="2147483932" r:id="rId4"/>
    <p:sldLayoutId id="2147483933" r:id="rId5"/>
    <p:sldLayoutId id="2147483934" r:id="rId6"/>
    <p:sldLayoutId id="2147483935" r:id="rId7"/>
    <p:sldLayoutId id="2147483936" r:id="rId8"/>
    <p:sldLayoutId id="2147483937" r:id="rId9"/>
    <p:sldLayoutId id="2147483938" r:id="rId10"/>
    <p:sldLayoutId id="2147483939" r:id="rId11"/>
    <p:sldLayoutId id="2147483940" r:id="rId12"/>
    <p:sldLayoutId id="2147483942" r:id="rId13"/>
    <p:sldLayoutId id="2147483943" r:id="rId14"/>
  </p:sldLayoutIdLst>
  <p:transition/>
  <p:hf hdr="0" ftr="0" dt="0"/>
  <p:txStyles>
    <p:titleStyle>
      <a:lvl1pPr algn="ctr" rtl="0" fontAlgn="base">
        <a:spcBef>
          <a:spcPct val="0"/>
        </a:spcBef>
        <a:spcAft>
          <a:spcPct val="0"/>
        </a:spcAft>
        <a:defRPr sz="3200" b="1">
          <a:solidFill>
            <a:schemeClr val="bg1"/>
          </a:solidFill>
          <a:latin typeface="+mj-lt"/>
          <a:ea typeface="+mj-ea"/>
          <a:cs typeface="+mj-cs"/>
        </a:defRPr>
      </a:lvl1pPr>
      <a:lvl2pPr algn="ctr" rtl="0" fontAlgn="base">
        <a:spcBef>
          <a:spcPct val="0"/>
        </a:spcBef>
        <a:spcAft>
          <a:spcPct val="0"/>
        </a:spcAft>
        <a:defRPr sz="3200" b="1">
          <a:solidFill>
            <a:schemeClr val="bg1"/>
          </a:solidFill>
          <a:latin typeface="Verdana" pitchFamily="34" charset="0"/>
        </a:defRPr>
      </a:lvl2pPr>
      <a:lvl3pPr algn="ctr" rtl="0" fontAlgn="base">
        <a:spcBef>
          <a:spcPct val="0"/>
        </a:spcBef>
        <a:spcAft>
          <a:spcPct val="0"/>
        </a:spcAft>
        <a:defRPr sz="3200" b="1">
          <a:solidFill>
            <a:schemeClr val="bg1"/>
          </a:solidFill>
          <a:latin typeface="Verdana" pitchFamily="34" charset="0"/>
        </a:defRPr>
      </a:lvl3pPr>
      <a:lvl4pPr algn="ctr" rtl="0" fontAlgn="base">
        <a:spcBef>
          <a:spcPct val="0"/>
        </a:spcBef>
        <a:spcAft>
          <a:spcPct val="0"/>
        </a:spcAft>
        <a:defRPr sz="3200" b="1">
          <a:solidFill>
            <a:schemeClr val="bg1"/>
          </a:solidFill>
          <a:latin typeface="Verdana" pitchFamily="34" charset="0"/>
        </a:defRPr>
      </a:lvl4pPr>
      <a:lvl5pPr algn="ctr" rtl="0" fontAlgn="base">
        <a:spcBef>
          <a:spcPct val="0"/>
        </a:spcBef>
        <a:spcAft>
          <a:spcPct val="0"/>
        </a:spcAft>
        <a:defRPr sz="3200" b="1">
          <a:solidFill>
            <a:schemeClr val="bg1"/>
          </a:solidFill>
          <a:latin typeface="Verdana" pitchFamily="34" charset="0"/>
        </a:defRPr>
      </a:lvl5pPr>
      <a:lvl6pPr marL="457200" algn="ctr" rtl="0" eaLnBrk="1" fontAlgn="base" hangingPunct="1">
        <a:spcBef>
          <a:spcPct val="0"/>
        </a:spcBef>
        <a:spcAft>
          <a:spcPct val="0"/>
        </a:spcAft>
        <a:defRPr sz="3200" b="1">
          <a:solidFill>
            <a:schemeClr val="bg1"/>
          </a:solidFill>
          <a:latin typeface="Verdana" pitchFamily="34" charset="0"/>
        </a:defRPr>
      </a:lvl6pPr>
      <a:lvl7pPr marL="914400" algn="ctr" rtl="0" eaLnBrk="1" fontAlgn="base" hangingPunct="1">
        <a:spcBef>
          <a:spcPct val="0"/>
        </a:spcBef>
        <a:spcAft>
          <a:spcPct val="0"/>
        </a:spcAft>
        <a:defRPr sz="3200" b="1">
          <a:solidFill>
            <a:schemeClr val="bg1"/>
          </a:solidFill>
          <a:latin typeface="Verdana" pitchFamily="34" charset="0"/>
        </a:defRPr>
      </a:lvl7pPr>
      <a:lvl8pPr marL="1371600" algn="ctr" rtl="0" eaLnBrk="1" fontAlgn="base" hangingPunct="1">
        <a:spcBef>
          <a:spcPct val="0"/>
        </a:spcBef>
        <a:spcAft>
          <a:spcPct val="0"/>
        </a:spcAft>
        <a:defRPr sz="3200" b="1">
          <a:solidFill>
            <a:schemeClr val="bg1"/>
          </a:solidFill>
          <a:latin typeface="Verdana" pitchFamily="34" charset="0"/>
        </a:defRPr>
      </a:lvl8pPr>
      <a:lvl9pPr marL="1828800" algn="ctr" rtl="0" eaLnBrk="1" fontAlgn="base" hangingPunct="1">
        <a:spcBef>
          <a:spcPct val="0"/>
        </a:spcBef>
        <a:spcAft>
          <a:spcPct val="0"/>
        </a:spcAft>
        <a:defRPr sz="3200" b="1">
          <a:solidFill>
            <a:schemeClr val="bg1"/>
          </a:solidFill>
          <a:latin typeface="Verdana" pitchFamily="34" charset="0"/>
        </a:defRPr>
      </a:lvl9pPr>
    </p:titleStyle>
    <p:bodyStyle>
      <a:lvl1pPr marL="363538" indent="-363538" algn="l" rtl="0" fontAlgn="base">
        <a:spcBef>
          <a:spcPct val="20000"/>
        </a:spcBef>
        <a:spcAft>
          <a:spcPct val="0"/>
        </a:spcAft>
        <a:buClr>
          <a:srgbClr val="00607A"/>
        </a:buClr>
        <a:buFont typeface="Wingdings" pitchFamily="2" charset="2"/>
        <a:buChar char="l"/>
        <a:defRPr sz="3200">
          <a:solidFill>
            <a:srgbClr val="00607A"/>
          </a:solidFill>
          <a:latin typeface="+mn-lt"/>
          <a:ea typeface="+mn-ea"/>
          <a:cs typeface="+mn-cs"/>
        </a:defRPr>
      </a:lvl1pPr>
      <a:lvl2pPr marL="715963" indent="-352425" algn="l" rtl="0" fontAlgn="base">
        <a:spcBef>
          <a:spcPct val="20000"/>
        </a:spcBef>
        <a:spcAft>
          <a:spcPct val="0"/>
        </a:spcAft>
        <a:buClr>
          <a:srgbClr val="00607A"/>
        </a:buClr>
        <a:buFont typeface="Wingdings" pitchFamily="2" charset="2"/>
        <a:buChar char="n"/>
        <a:defRPr sz="2800">
          <a:solidFill>
            <a:srgbClr val="00607A"/>
          </a:solidFill>
          <a:latin typeface="+mn-lt"/>
        </a:defRPr>
      </a:lvl2pPr>
      <a:lvl3pPr marL="1079500" indent="-363538" algn="l" rtl="0" fontAlgn="base">
        <a:spcBef>
          <a:spcPct val="20000"/>
        </a:spcBef>
        <a:spcAft>
          <a:spcPct val="0"/>
        </a:spcAft>
        <a:buClr>
          <a:srgbClr val="00607A"/>
        </a:buClr>
        <a:buFont typeface="Wingdings" pitchFamily="2" charset="2"/>
        <a:buChar char="u"/>
        <a:defRPr sz="2400">
          <a:solidFill>
            <a:srgbClr val="00607A"/>
          </a:solidFill>
          <a:latin typeface="+mn-lt"/>
        </a:defRPr>
      </a:lvl3pPr>
      <a:lvl4pPr marL="1431925" indent="-352425" algn="l" rtl="0" fontAlgn="base">
        <a:spcBef>
          <a:spcPct val="20000"/>
        </a:spcBef>
        <a:spcAft>
          <a:spcPct val="0"/>
        </a:spcAft>
        <a:buChar char="–"/>
        <a:defRPr sz="2000">
          <a:solidFill>
            <a:srgbClr val="00607A"/>
          </a:solidFill>
          <a:latin typeface="+mn-lt"/>
        </a:defRPr>
      </a:lvl4pPr>
      <a:lvl5pPr marL="1795463" indent="-363538" algn="l" rtl="0" fontAlgn="base">
        <a:spcBef>
          <a:spcPct val="20000"/>
        </a:spcBef>
        <a:spcAft>
          <a:spcPct val="0"/>
        </a:spcAft>
        <a:buFont typeface="Wingdings" pitchFamily="2" charset="2"/>
        <a:buChar char="ü"/>
        <a:defRPr sz="2000">
          <a:solidFill>
            <a:srgbClr val="00607A"/>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4.emf"/><Relationship Id="rId4"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p:cNvSpPr>
            <a:spLocks noGrp="1" noChangeArrowheads="1"/>
          </p:cNvSpPr>
          <p:nvPr>
            <p:ph type="subTitle" idx="1"/>
          </p:nvPr>
        </p:nvSpPr>
        <p:spPr/>
        <p:txBody>
          <a:bodyPr/>
          <a:lstStyle/>
          <a:p>
            <a:r>
              <a:rPr lang="en-US" altLang="zh-CN" sz="2000">
                <a:solidFill>
                  <a:srgbClr val="595959"/>
                </a:solidFill>
                <a:ea typeface="宋体" pitchFamily="2" charset="-122"/>
              </a:rPr>
              <a:t>Software Institute</a:t>
            </a:r>
          </a:p>
          <a:p>
            <a:r>
              <a:rPr lang="en-US" altLang="zh-CN" sz="2000">
                <a:solidFill>
                  <a:srgbClr val="595959"/>
                </a:solidFill>
                <a:ea typeface="宋体" pitchFamily="2" charset="-122"/>
              </a:rPr>
              <a:t>Nanjing University</a:t>
            </a:r>
          </a:p>
          <a:p>
            <a:r>
              <a:rPr lang="en-US" altLang="zh-CN" sz="2000">
                <a:solidFill>
                  <a:srgbClr val="595959"/>
                </a:solidFill>
                <a:ea typeface="宋体" pitchFamily="2" charset="-122"/>
              </a:rPr>
              <a:t>Bei Jia</a:t>
            </a:r>
          </a:p>
        </p:txBody>
      </p:sp>
      <p:sp>
        <p:nvSpPr>
          <p:cNvPr id="5123" name="Rectangle 2"/>
          <p:cNvSpPr>
            <a:spLocks noGrp="1" noChangeArrowheads="1"/>
          </p:cNvSpPr>
          <p:nvPr>
            <p:ph type="ctrTitle" sz="quarter"/>
          </p:nvPr>
        </p:nvSpPr>
        <p:spPr>
          <a:gradFill rotWithShape="0"/>
        </p:spPr>
        <p:txBody>
          <a:bodyPr>
            <a:normAutofit/>
          </a:bodyPr>
          <a:lstStyle/>
          <a:p>
            <a:r>
              <a:rPr lang="en-US" altLang="zh-CN" sz="2800" dirty="0"/>
              <a:t>Services modeling</a:t>
            </a:r>
            <a:br>
              <a:rPr lang="en-US" altLang="zh-CN" sz="2800" dirty="0"/>
            </a:br>
            <a:r>
              <a:rPr lang="en-US" altLang="zh-CN" sz="2000" dirty="0">
                <a:solidFill>
                  <a:srgbClr val="FFFFFF"/>
                </a:solidFill>
              </a:rPr>
              <a:t>Service-Oriented Software Engineering</a:t>
            </a:r>
            <a:endParaRPr lang="en-US" altLang="zh-CN" sz="2000" dirty="0">
              <a:ea typeface="宋体" pitchFamily="2" charset="-122"/>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altLang="zh-CN" dirty="0">
                <a:ea typeface="宋体" charset="-122"/>
              </a:rPr>
              <a:t>Recall: Web Service-based SOA</a:t>
            </a:r>
          </a:p>
        </p:txBody>
      </p:sp>
      <p:sp>
        <p:nvSpPr>
          <p:cNvPr id="7171" name="Rectangle 3"/>
          <p:cNvSpPr>
            <a:spLocks noGrp="1" noChangeArrowheads="1"/>
          </p:cNvSpPr>
          <p:nvPr>
            <p:ph idx="1"/>
          </p:nvPr>
        </p:nvSpPr>
        <p:spPr/>
        <p:txBody>
          <a:bodyPr/>
          <a:lstStyle/>
          <a:p>
            <a:pPr eaLnBrk="1" hangingPunct="1"/>
            <a:r>
              <a:rPr lang="en-US" altLang="zh-CN" sz="2400" dirty="0">
                <a:ea typeface="宋体" charset="-122"/>
              </a:rPr>
              <a:t>SOA is a conceptual-level architectural model</a:t>
            </a:r>
          </a:p>
          <a:p>
            <a:pPr eaLnBrk="1" hangingPunct="1"/>
            <a:r>
              <a:rPr lang="en-US" altLang="zh-CN" sz="2400" dirty="0">
                <a:ea typeface="宋体" charset="-122"/>
              </a:rPr>
              <a:t>The Web Service can be used to realizes the SOA model</a:t>
            </a:r>
          </a:p>
          <a:p>
            <a:pPr eaLnBrk="1" hangingPunct="1"/>
            <a:endParaRPr lang="en-US" altLang="zh-CN" sz="2400" dirty="0">
              <a:ea typeface="宋体" charset="-122"/>
            </a:endParaRPr>
          </a:p>
          <a:p>
            <a:pPr eaLnBrk="1" hangingPunct="1"/>
            <a:endParaRPr lang="en-US" altLang="zh-CN" sz="2400" dirty="0">
              <a:ea typeface="宋体" charset="-122"/>
            </a:endParaRPr>
          </a:p>
          <a:p>
            <a:pPr eaLnBrk="1" hangingPunct="1"/>
            <a:endParaRPr lang="en-US" altLang="zh-CN" sz="2400" dirty="0">
              <a:ea typeface="宋体" charset="-122"/>
            </a:endParaRPr>
          </a:p>
          <a:p>
            <a:pPr eaLnBrk="1" hangingPunct="1"/>
            <a:endParaRPr lang="en-US" altLang="zh-CN" sz="2400" dirty="0">
              <a:ea typeface="宋体" charset="-122"/>
            </a:endParaRPr>
          </a:p>
          <a:p>
            <a:pPr eaLnBrk="1" hangingPunct="1"/>
            <a:endParaRPr lang="en-US" altLang="zh-CN" sz="2400" dirty="0">
              <a:ea typeface="宋体" charset="-122"/>
            </a:endParaRPr>
          </a:p>
          <a:p>
            <a:pPr eaLnBrk="1" hangingPunct="1"/>
            <a:endParaRPr lang="en-US" altLang="zh-CN" sz="2400" dirty="0">
              <a:ea typeface="宋体" charset="-122"/>
            </a:endParaRPr>
          </a:p>
          <a:p>
            <a:pPr eaLnBrk="1" hangingPunct="1">
              <a:buFont typeface="Wingdings" pitchFamily="2" charset="2"/>
              <a:buNone/>
            </a:pPr>
            <a:endParaRPr lang="en-US" altLang="zh-CN" sz="2400" dirty="0">
              <a:ea typeface="宋体" charset="-122"/>
            </a:endParaRPr>
          </a:p>
          <a:p>
            <a:pPr eaLnBrk="1" hangingPunct="1"/>
            <a:r>
              <a:rPr lang="en-US" altLang="zh-CN" sz="2400" dirty="0">
                <a:ea typeface="宋体" charset="-122"/>
              </a:rPr>
              <a:t>Other techs, component engineering and distributed objects, can also be used to realize the SOA model</a:t>
            </a:r>
          </a:p>
        </p:txBody>
      </p:sp>
      <p:sp>
        <p:nvSpPr>
          <p:cNvPr id="7172" name="灯片编号占位符 5"/>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AF47A2C7-01F0-4B82-991A-679756AF59CB}" type="slidenum">
              <a:rPr lang="en-US" altLang="zh-CN" smtClean="0"/>
              <a:pPr eaLnBrk="1" hangingPunct="1"/>
              <a:t>2</a:t>
            </a:fld>
            <a:endParaRPr lang="en-US" altLang="zh-CN"/>
          </a:p>
        </p:txBody>
      </p:sp>
      <p:graphicFrame>
        <p:nvGraphicFramePr>
          <p:cNvPr id="7173" name="Object 6"/>
          <p:cNvGraphicFramePr>
            <a:graphicFrameLocks noChangeAspect="1"/>
          </p:cNvGraphicFramePr>
          <p:nvPr>
            <p:extLst>
              <p:ext uri="{D42A27DB-BD31-4B8C-83A1-F6EECF244321}">
                <p14:modId xmlns:p14="http://schemas.microsoft.com/office/powerpoint/2010/main" val="745203023"/>
              </p:ext>
            </p:extLst>
          </p:nvPr>
        </p:nvGraphicFramePr>
        <p:xfrm>
          <a:off x="1718757" y="2544757"/>
          <a:ext cx="5630285" cy="2590804"/>
        </p:xfrm>
        <a:graphic>
          <a:graphicData uri="http://schemas.openxmlformats.org/presentationml/2006/ole">
            <mc:AlternateContent xmlns:mc="http://schemas.openxmlformats.org/markup-compatibility/2006">
              <mc:Choice xmlns:v="urn:schemas-microsoft-com:vml" Requires="v">
                <p:oleObj spid="_x0000_s56374" name="Visio" r:id="rId4" imgW="4501782" imgH="2071947" progId="Visio.Drawing.11">
                  <p:embed/>
                </p:oleObj>
              </mc:Choice>
              <mc:Fallback>
                <p:oleObj name="Visio" r:id="rId4" imgW="4501782" imgH="2071947" progId="Visio.Drawing.11">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18757" y="2544757"/>
                        <a:ext cx="5630285" cy="2590804"/>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758615070"/>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问题 </a:t>
            </a:r>
            <a:r>
              <a:rPr lang="en-US" altLang="zh-CN" dirty="0"/>
              <a:t>1</a:t>
            </a:r>
            <a:endParaRPr lang="zh-CN" altLang="en-US" dirty="0"/>
          </a:p>
        </p:txBody>
      </p:sp>
      <p:sp>
        <p:nvSpPr>
          <p:cNvPr id="3" name="内容占位符 2"/>
          <p:cNvSpPr>
            <a:spLocks noGrp="1"/>
          </p:cNvSpPr>
          <p:nvPr>
            <p:ph idx="1"/>
          </p:nvPr>
        </p:nvSpPr>
        <p:spPr/>
        <p:txBody>
          <a:bodyPr>
            <a:normAutofit fontScale="77500" lnSpcReduction="20000"/>
          </a:bodyPr>
          <a:lstStyle/>
          <a:p>
            <a:pPr>
              <a:lnSpc>
                <a:spcPct val="120000"/>
              </a:lnSpc>
            </a:pPr>
            <a:r>
              <a:rPr lang="zh-CN" altLang="en-US" dirty="0"/>
              <a:t>现在我们有：</a:t>
            </a:r>
            <a:endParaRPr lang="en-US" altLang="zh-CN" dirty="0"/>
          </a:p>
          <a:p>
            <a:pPr lvl="1">
              <a:lnSpc>
                <a:spcPct val="120000"/>
              </a:lnSpc>
            </a:pPr>
            <a:r>
              <a:rPr lang="zh-CN" altLang="en-US" dirty="0"/>
              <a:t>我们使用</a:t>
            </a:r>
            <a:r>
              <a:rPr lang="en-US" altLang="zh-CN" dirty="0"/>
              <a:t>XML</a:t>
            </a:r>
            <a:r>
              <a:rPr lang="zh-CN" altLang="en-US" dirty="0"/>
              <a:t>定义了</a:t>
            </a:r>
            <a:r>
              <a:rPr lang="en-US" altLang="zh-CN" dirty="0"/>
              <a:t>Web Service</a:t>
            </a:r>
            <a:r>
              <a:rPr lang="zh-CN" altLang="en-US" dirty="0"/>
              <a:t>中的消息交换格式</a:t>
            </a:r>
            <a:endParaRPr lang="en-US" altLang="zh-CN" dirty="0"/>
          </a:p>
          <a:p>
            <a:pPr lvl="1">
              <a:lnSpc>
                <a:spcPct val="120000"/>
              </a:lnSpc>
            </a:pPr>
            <a:r>
              <a:rPr lang="zh-CN" altLang="en-US" dirty="0"/>
              <a:t>通过引入</a:t>
            </a:r>
            <a:r>
              <a:rPr lang="en-US" altLang="zh-CN" dirty="0" err="1"/>
              <a:t>NameSpace</a:t>
            </a:r>
            <a:r>
              <a:rPr lang="zh-CN" altLang="en-US" dirty="0"/>
              <a:t>使得</a:t>
            </a:r>
            <a:r>
              <a:rPr lang="en-US" altLang="zh-CN" dirty="0"/>
              <a:t>XML</a:t>
            </a:r>
            <a:r>
              <a:rPr lang="zh-CN" altLang="en-US" dirty="0"/>
              <a:t>中的元素（</a:t>
            </a:r>
            <a:r>
              <a:rPr lang="en-US" altLang="zh-CN" dirty="0"/>
              <a:t>Element</a:t>
            </a:r>
            <a:r>
              <a:rPr lang="zh-CN" altLang="en-US" dirty="0"/>
              <a:t>）</a:t>
            </a:r>
            <a:r>
              <a:rPr lang="en-US" altLang="zh-CN" dirty="0"/>
              <a:t>/</a:t>
            </a:r>
            <a:r>
              <a:rPr lang="zh-CN" altLang="en-US" dirty="0"/>
              <a:t>属性（</a:t>
            </a:r>
            <a:r>
              <a:rPr lang="en-US" altLang="zh-CN" dirty="0"/>
              <a:t>Attribute</a:t>
            </a:r>
            <a:r>
              <a:rPr lang="zh-CN" altLang="en-US" dirty="0"/>
              <a:t>）全球唯一且全球共享</a:t>
            </a:r>
            <a:endParaRPr lang="en-US" altLang="zh-CN" dirty="0"/>
          </a:p>
          <a:p>
            <a:pPr lvl="1">
              <a:lnSpc>
                <a:spcPct val="120000"/>
              </a:lnSpc>
            </a:pPr>
            <a:r>
              <a:rPr lang="zh-CN" altLang="en-US" dirty="0"/>
              <a:t>通过</a:t>
            </a:r>
            <a:r>
              <a:rPr lang="en-US" altLang="zh-CN" dirty="0"/>
              <a:t>Schema</a:t>
            </a:r>
            <a:r>
              <a:rPr lang="zh-CN" altLang="en-US" dirty="0"/>
              <a:t>定义了数据类型（同上）</a:t>
            </a:r>
            <a:endParaRPr lang="en-US" altLang="zh-CN" dirty="0"/>
          </a:p>
          <a:p>
            <a:pPr>
              <a:lnSpc>
                <a:spcPct val="120000"/>
              </a:lnSpc>
            </a:pPr>
            <a:r>
              <a:rPr lang="zh-CN" altLang="en-US" dirty="0"/>
              <a:t>下一个问题是：使用</a:t>
            </a:r>
            <a:r>
              <a:rPr lang="en-US" altLang="zh-CN" dirty="0"/>
              <a:t>Web Service</a:t>
            </a:r>
            <a:r>
              <a:rPr lang="zh-CN" altLang="en-US" dirty="0"/>
              <a:t>作为服务的具体实现技术，服务的发布</a:t>
            </a:r>
            <a:r>
              <a:rPr lang="en-US" altLang="zh-CN" dirty="0"/>
              <a:t>/</a:t>
            </a:r>
            <a:r>
              <a:rPr lang="zh-CN" altLang="en-US" dirty="0"/>
              <a:t>查找、调用，都需要通过互联网传递</a:t>
            </a:r>
            <a:r>
              <a:rPr lang="en-US" altLang="zh-CN" dirty="0"/>
              <a:t>XML</a:t>
            </a:r>
            <a:r>
              <a:rPr lang="zh-CN" altLang="en-US" dirty="0"/>
              <a:t>消息</a:t>
            </a:r>
            <a:endParaRPr lang="en-US" altLang="zh-CN" dirty="0"/>
          </a:p>
          <a:p>
            <a:pPr lvl="1">
              <a:lnSpc>
                <a:spcPct val="120000"/>
              </a:lnSpc>
            </a:pPr>
            <a:r>
              <a:rPr lang="zh-CN" altLang="en-US" dirty="0"/>
              <a:t>一个可能的方法是，直接将</a:t>
            </a:r>
            <a:r>
              <a:rPr lang="en-US" altLang="zh-CN" dirty="0"/>
              <a:t>XML</a:t>
            </a:r>
            <a:r>
              <a:rPr lang="zh-CN" altLang="en-US" dirty="0"/>
              <a:t>作为文本载荷通过特定网络协议（</a:t>
            </a:r>
            <a:r>
              <a:rPr lang="en-US" altLang="zh-CN" dirty="0"/>
              <a:t>HTTP</a:t>
            </a:r>
            <a:r>
              <a:rPr lang="zh-CN" altLang="en-US" dirty="0"/>
              <a:t>，</a:t>
            </a:r>
            <a:r>
              <a:rPr lang="en-US" altLang="zh-CN" dirty="0"/>
              <a:t>SMTP</a:t>
            </a:r>
            <a:r>
              <a:rPr lang="zh-CN" altLang="en-US" dirty="0"/>
              <a:t>，</a:t>
            </a:r>
            <a:r>
              <a:rPr lang="en-US" altLang="zh-CN" dirty="0"/>
              <a:t>FTP</a:t>
            </a:r>
            <a:r>
              <a:rPr lang="zh-CN" altLang="en-US" dirty="0"/>
              <a:t>等）加以传递</a:t>
            </a:r>
            <a:endParaRPr lang="en-US" altLang="zh-CN" dirty="0"/>
          </a:p>
          <a:p>
            <a:pPr lvl="1">
              <a:lnSpc>
                <a:spcPct val="120000"/>
              </a:lnSpc>
            </a:pPr>
            <a:r>
              <a:rPr lang="en-US" altLang="zh-CN" dirty="0"/>
              <a:t>Why SOAP</a:t>
            </a:r>
            <a:r>
              <a:rPr lang="zh-CN" altLang="en-US" dirty="0"/>
              <a:t>？提供了一种标准的方法，使得运行在不同平台并使用不同的技术和编程语言的应用程序可以互相进行通信</a:t>
            </a:r>
            <a:endParaRPr lang="en-US" altLang="zh-CN" dirty="0"/>
          </a:p>
        </p:txBody>
      </p:sp>
      <p:sp>
        <p:nvSpPr>
          <p:cNvPr id="4" name="灯片编号占位符 3"/>
          <p:cNvSpPr>
            <a:spLocks noGrp="1"/>
          </p:cNvSpPr>
          <p:nvPr>
            <p:ph type="sldNum" sz="quarter" idx="10"/>
          </p:nvPr>
        </p:nvSpPr>
        <p:spPr/>
        <p:txBody>
          <a:bodyPr/>
          <a:lstStyle/>
          <a:p>
            <a:pPr>
              <a:defRPr/>
            </a:pPr>
            <a:fld id="{C2FAFEC3-FCF9-4793-BD53-13ACF2C4D1E4}" type="slidenum">
              <a:rPr lang="en-US" altLang="zh-CN" smtClean="0"/>
              <a:pPr>
                <a:defRPr/>
              </a:pPr>
              <a:t>3</a:t>
            </a:fld>
            <a:endParaRPr lang="en-US" altLang="zh-CN" dirty="0"/>
          </a:p>
        </p:txBody>
      </p:sp>
    </p:spTree>
    <p:extLst>
      <p:ext uri="{BB962C8B-B14F-4D97-AF65-F5344CB8AC3E}">
        <p14:creationId xmlns:p14="http://schemas.microsoft.com/office/powerpoint/2010/main" val="1052271883"/>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问题 </a:t>
            </a:r>
            <a:r>
              <a:rPr lang="en-US" altLang="zh-CN" dirty="0"/>
              <a:t>2</a:t>
            </a:r>
            <a:endParaRPr lang="zh-CN" altLang="en-US" dirty="0"/>
          </a:p>
        </p:txBody>
      </p:sp>
      <p:sp>
        <p:nvSpPr>
          <p:cNvPr id="3" name="内容占位符 2"/>
          <p:cNvSpPr>
            <a:spLocks noGrp="1"/>
          </p:cNvSpPr>
          <p:nvPr>
            <p:ph idx="1"/>
          </p:nvPr>
        </p:nvSpPr>
        <p:spPr/>
        <p:txBody>
          <a:bodyPr>
            <a:normAutofit fontScale="85000" lnSpcReduction="20000"/>
          </a:bodyPr>
          <a:lstStyle/>
          <a:p>
            <a:pPr>
              <a:lnSpc>
                <a:spcPct val="120000"/>
              </a:lnSpc>
            </a:pPr>
            <a:r>
              <a:rPr lang="zh-CN" altLang="en-US" sz="2800" dirty="0"/>
              <a:t>现在我们有：</a:t>
            </a:r>
            <a:endParaRPr lang="en-US" altLang="zh-CN" sz="2800" dirty="0"/>
          </a:p>
          <a:p>
            <a:pPr lvl="1">
              <a:lnSpc>
                <a:spcPct val="120000"/>
              </a:lnSpc>
            </a:pPr>
            <a:r>
              <a:rPr lang="en-US" altLang="zh-CN" dirty="0"/>
              <a:t>XML</a:t>
            </a:r>
            <a:r>
              <a:rPr lang="zh-CN" altLang="en-US" dirty="0"/>
              <a:t>，</a:t>
            </a:r>
            <a:r>
              <a:rPr lang="en-US" altLang="zh-CN" dirty="0"/>
              <a:t>Namespace</a:t>
            </a:r>
            <a:r>
              <a:rPr lang="zh-CN" altLang="en-US" dirty="0"/>
              <a:t>，</a:t>
            </a:r>
            <a:r>
              <a:rPr lang="en-US" altLang="zh-CN" dirty="0"/>
              <a:t>XML Schema</a:t>
            </a:r>
            <a:r>
              <a:rPr lang="zh-CN" altLang="en-US" dirty="0"/>
              <a:t>完成消息格式和数据结构定义</a:t>
            </a:r>
            <a:endParaRPr lang="en-US" altLang="zh-CN" dirty="0"/>
          </a:p>
          <a:p>
            <a:pPr lvl="1">
              <a:lnSpc>
                <a:spcPct val="120000"/>
              </a:lnSpc>
            </a:pPr>
            <a:r>
              <a:rPr lang="en-US" altLang="zh-CN" dirty="0"/>
              <a:t>SOAP</a:t>
            </a:r>
            <a:r>
              <a:rPr lang="zh-CN" altLang="en-US" dirty="0"/>
              <a:t>作为传递</a:t>
            </a:r>
            <a:r>
              <a:rPr lang="en-US" altLang="zh-CN" dirty="0"/>
              <a:t>XML</a:t>
            </a:r>
            <a:r>
              <a:rPr lang="zh-CN" altLang="en-US" dirty="0"/>
              <a:t>消息的传输协议（最简）</a:t>
            </a:r>
            <a:endParaRPr lang="en-US" altLang="zh-CN" dirty="0"/>
          </a:p>
          <a:p>
            <a:pPr>
              <a:lnSpc>
                <a:spcPct val="120000"/>
              </a:lnSpc>
            </a:pPr>
            <a:r>
              <a:rPr lang="zh-CN" altLang="en-US" sz="2800" dirty="0"/>
              <a:t>下一个问题是：我们怎么知道，在什么地方</a:t>
            </a:r>
            <a:r>
              <a:rPr lang="en-US" altLang="zh-CN" sz="2800" dirty="0"/>
              <a:t>/</a:t>
            </a:r>
            <a:r>
              <a:rPr lang="zh-CN" altLang="en-US" sz="2800" dirty="0"/>
              <a:t>以什么方式</a:t>
            </a:r>
            <a:r>
              <a:rPr lang="en-US" altLang="zh-CN" sz="2800" dirty="0"/>
              <a:t>/</a:t>
            </a:r>
            <a:r>
              <a:rPr lang="zh-CN" altLang="en-US" sz="2800" dirty="0"/>
              <a:t>能够调用到什么样的</a:t>
            </a:r>
            <a:r>
              <a:rPr lang="en-US" altLang="zh-CN" sz="2800" dirty="0"/>
              <a:t>Web Service</a:t>
            </a:r>
            <a:r>
              <a:rPr lang="zh-CN" altLang="en-US" sz="2800" dirty="0"/>
              <a:t>？</a:t>
            </a:r>
            <a:endParaRPr lang="en-US" altLang="zh-CN" sz="2800" dirty="0"/>
          </a:p>
          <a:p>
            <a:pPr lvl="1">
              <a:lnSpc>
                <a:spcPct val="120000"/>
              </a:lnSpc>
            </a:pPr>
            <a:r>
              <a:rPr lang="zh-CN" altLang="en-US" dirty="0"/>
              <a:t>一个可能的方法是，</a:t>
            </a:r>
            <a:r>
              <a:rPr lang="en-US" altLang="zh-CN" dirty="0"/>
              <a:t>Out-of-band</a:t>
            </a:r>
          </a:p>
          <a:p>
            <a:pPr lvl="1">
              <a:lnSpc>
                <a:spcPct val="120000"/>
              </a:lnSpc>
            </a:pPr>
            <a:r>
              <a:rPr lang="en-US" altLang="zh-CN" dirty="0"/>
              <a:t>Why WSDL</a:t>
            </a:r>
            <a:r>
              <a:rPr lang="zh-CN" altLang="en-US" dirty="0"/>
              <a:t>？提供了一种基于</a:t>
            </a:r>
            <a:r>
              <a:rPr lang="en-US" altLang="zh-CN" dirty="0"/>
              <a:t>XML</a:t>
            </a:r>
            <a:r>
              <a:rPr lang="zh-CN" altLang="en-US" dirty="0"/>
              <a:t>的标准接口定义语言</a:t>
            </a:r>
            <a:r>
              <a:rPr lang="en-US" altLang="zh-CN" dirty="0"/>
              <a:t>/</a:t>
            </a:r>
            <a:r>
              <a:rPr lang="zh-CN" altLang="en-US" dirty="0"/>
              <a:t>服务能力定义语言，用以在服务的提供者</a:t>
            </a:r>
            <a:r>
              <a:rPr lang="en-US" altLang="zh-CN" dirty="0"/>
              <a:t>/</a:t>
            </a:r>
            <a:r>
              <a:rPr lang="zh-CN" altLang="en-US" dirty="0"/>
              <a:t>调用者</a:t>
            </a:r>
            <a:r>
              <a:rPr lang="en-US" altLang="zh-CN" dirty="0"/>
              <a:t>/</a:t>
            </a:r>
            <a:r>
              <a:rPr lang="zh-CN" altLang="en-US" dirty="0"/>
              <a:t>服务注册之间，交换必要的有关</a:t>
            </a:r>
            <a:r>
              <a:rPr lang="en-US" altLang="zh-CN" dirty="0"/>
              <a:t>Web Service </a:t>
            </a:r>
            <a:r>
              <a:rPr lang="zh-CN" altLang="en-US" dirty="0"/>
              <a:t>的信息</a:t>
            </a:r>
            <a:endParaRPr lang="en-US" altLang="zh-CN" dirty="0"/>
          </a:p>
          <a:p>
            <a:pPr lvl="1">
              <a:lnSpc>
                <a:spcPct val="120000"/>
              </a:lnSpc>
            </a:pPr>
            <a:r>
              <a:rPr lang="en-US" altLang="zh-CN" dirty="0"/>
              <a:t>WSDL</a:t>
            </a:r>
            <a:r>
              <a:rPr lang="zh-CN" altLang="en-US" dirty="0"/>
              <a:t>是否携带了关于</a:t>
            </a:r>
            <a:r>
              <a:rPr lang="en-US" altLang="zh-CN" dirty="0"/>
              <a:t>Web Service</a:t>
            </a:r>
            <a:r>
              <a:rPr lang="zh-CN" altLang="en-US" dirty="0"/>
              <a:t>的足够信息？</a:t>
            </a:r>
            <a:endParaRPr lang="en-US" altLang="zh-CN" dirty="0"/>
          </a:p>
          <a:p>
            <a:pPr lvl="2">
              <a:lnSpc>
                <a:spcPct val="120000"/>
              </a:lnSpc>
            </a:pPr>
            <a:r>
              <a:rPr lang="en-US" altLang="zh-CN" dirty="0"/>
              <a:t>Maybe YES. Maybe NO</a:t>
            </a:r>
          </a:p>
        </p:txBody>
      </p:sp>
      <p:sp>
        <p:nvSpPr>
          <p:cNvPr id="4" name="灯片编号占位符 3"/>
          <p:cNvSpPr>
            <a:spLocks noGrp="1"/>
          </p:cNvSpPr>
          <p:nvPr>
            <p:ph type="sldNum" sz="quarter" idx="10"/>
          </p:nvPr>
        </p:nvSpPr>
        <p:spPr/>
        <p:txBody>
          <a:bodyPr/>
          <a:lstStyle/>
          <a:p>
            <a:pPr>
              <a:defRPr/>
            </a:pPr>
            <a:fld id="{C2FAFEC3-FCF9-4793-BD53-13ACF2C4D1E4}" type="slidenum">
              <a:rPr lang="en-US" altLang="zh-CN" smtClean="0"/>
              <a:pPr>
                <a:defRPr/>
              </a:pPr>
              <a:t>4</a:t>
            </a:fld>
            <a:endParaRPr lang="en-US" altLang="zh-CN" dirty="0"/>
          </a:p>
        </p:txBody>
      </p:sp>
    </p:spTree>
    <p:extLst>
      <p:ext uri="{BB962C8B-B14F-4D97-AF65-F5344CB8AC3E}">
        <p14:creationId xmlns:p14="http://schemas.microsoft.com/office/powerpoint/2010/main" val="1385582416"/>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问题 </a:t>
            </a:r>
            <a:r>
              <a:rPr lang="en-US" altLang="zh-CN" dirty="0"/>
              <a:t>3</a:t>
            </a:r>
            <a:endParaRPr lang="zh-CN" altLang="en-US" dirty="0"/>
          </a:p>
        </p:txBody>
      </p:sp>
      <p:sp>
        <p:nvSpPr>
          <p:cNvPr id="3" name="内容占位符 2"/>
          <p:cNvSpPr>
            <a:spLocks noGrp="1"/>
          </p:cNvSpPr>
          <p:nvPr>
            <p:ph idx="1"/>
          </p:nvPr>
        </p:nvSpPr>
        <p:spPr/>
        <p:txBody>
          <a:bodyPr>
            <a:normAutofit/>
          </a:bodyPr>
          <a:lstStyle/>
          <a:p>
            <a:pPr>
              <a:lnSpc>
                <a:spcPct val="120000"/>
              </a:lnSpc>
            </a:pPr>
            <a:r>
              <a:rPr lang="zh-CN" altLang="en-US" sz="2800" dirty="0"/>
              <a:t>现在我们有：</a:t>
            </a:r>
            <a:endParaRPr lang="en-US" altLang="zh-CN" sz="2800" dirty="0"/>
          </a:p>
          <a:p>
            <a:pPr lvl="1">
              <a:lnSpc>
                <a:spcPct val="120000"/>
              </a:lnSpc>
            </a:pPr>
            <a:r>
              <a:rPr lang="en-US" altLang="zh-CN" sz="2400" dirty="0"/>
              <a:t>XML</a:t>
            </a:r>
            <a:r>
              <a:rPr lang="zh-CN" altLang="en-US" sz="2400" dirty="0"/>
              <a:t>，</a:t>
            </a:r>
            <a:r>
              <a:rPr lang="en-US" altLang="zh-CN" sz="2400" dirty="0"/>
              <a:t>Namespace</a:t>
            </a:r>
            <a:r>
              <a:rPr lang="zh-CN" altLang="en-US" sz="2400" dirty="0"/>
              <a:t>，</a:t>
            </a:r>
            <a:r>
              <a:rPr lang="en-US" altLang="zh-CN" sz="2400" dirty="0"/>
              <a:t>XML Schema</a:t>
            </a:r>
            <a:r>
              <a:rPr lang="zh-CN" altLang="en-US" sz="2400" dirty="0"/>
              <a:t>，</a:t>
            </a:r>
            <a:r>
              <a:rPr lang="en-US" altLang="zh-CN" sz="2400" dirty="0"/>
              <a:t>SOAP</a:t>
            </a:r>
          </a:p>
          <a:p>
            <a:pPr lvl="1">
              <a:lnSpc>
                <a:spcPct val="120000"/>
              </a:lnSpc>
            </a:pPr>
            <a:r>
              <a:rPr lang="en-US" altLang="zh-CN" sz="2400" dirty="0"/>
              <a:t>WSDL</a:t>
            </a:r>
            <a:r>
              <a:rPr lang="zh-CN" altLang="en-US" sz="2400" dirty="0"/>
              <a:t>用来定义服务</a:t>
            </a:r>
            <a:r>
              <a:rPr lang="en-US" altLang="zh-CN" sz="2400" dirty="0"/>
              <a:t>/</a:t>
            </a:r>
            <a:r>
              <a:rPr lang="zh-CN" altLang="en-US" sz="2400" dirty="0"/>
              <a:t>服务能力</a:t>
            </a:r>
            <a:endParaRPr lang="en-US" altLang="zh-CN" sz="2400" dirty="0"/>
          </a:p>
          <a:p>
            <a:pPr>
              <a:lnSpc>
                <a:spcPct val="120000"/>
              </a:lnSpc>
            </a:pPr>
            <a:r>
              <a:rPr lang="zh-CN" altLang="en-US" sz="2800" dirty="0"/>
              <a:t>下一个问题是：为了建模服务，</a:t>
            </a:r>
            <a:r>
              <a:rPr lang="en-US" altLang="zh-CN" sz="2800" dirty="0"/>
              <a:t>XML</a:t>
            </a:r>
            <a:r>
              <a:rPr lang="zh-CN" altLang="en-US" sz="2800" dirty="0"/>
              <a:t>，</a:t>
            </a:r>
            <a:r>
              <a:rPr lang="en-US" altLang="zh-CN" sz="2800" dirty="0"/>
              <a:t>SOAP</a:t>
            </a:r>
            <a:r>
              <a:rPr lang="zh-CN" altLang="en-US" sz="2800" dirty="0"/>
              <a:t>，</a:t>
            </a:r>
            <a:r>
              <a:rPr lang="en-US" altLang="zh-CN" sz="2800" dirty="0"/>
              <a:t>WSDL</a:t>
            </a:r>
            <a:r>
              <a:rPr lang="zh-CN" altLang="en-US" sz="2800" dirty="0"/>
              <a:t>是不是足够了？</a:t>
            </a:r>
            <a:endParaRPr lang="en-US" altLang="zh-CN" sz="2800" dirty="0"/>
          </a:p>
          <a:p>
            <a:pPr lvl="1">
              <a:lnSpc>
                <a:spcPct val="120000"/>
              </a:lnSpc>
            </a:pPr>
            <a:r>
              <a:rPr lang="zh-CN" altLang="en-US" sz="2400" dirty="0"/>
              <a:t>一个可能的答案，是的</a:t>
            </a:r>
            <a:endParaRPr lang="en-US" altLang="zh-CN" sz="2400" dirty="0"/>
          </a:p>
          <a:p>
            <a:pPr lvl="1">
              <a:lnSpc>
                <a:spcPct val="120000"/>
              </a:lnSpc>
            </a:pPr>
            <a:r>
              <a:rPr lang="zh-CN" altLang="en-US" sz="2400" dirty="0"/>
              <a:t>另一个可能，对于更加复杂的服务，仍然不够</a:t>
            </a:r>
            <a:endParaRPr lang="en-US" altLang="zh-CN" sz="2400" dirty="0"/>
          </a:p>
          <a:p>
            <a:pPr lvl="2">
              <a:lnSpc>
                <a:spcPct val="120000"/>
              </a:lnSpc>
            </a:pPr>
            <a:r>
              <a:rPr lang="zh-CN" altLang="en-US" sz="2000" dirty="0"/>
              <a:t>一个复合服务（</a:t>
            </a:r>
            <a:r>
              <a:rPr lang="en-US" altLang="zh-CN" sz="2000" dirty="0"/>
              <a:t>WS-BPEL</a:t>
            </a:r>
            <a:r>
              <a:rPr lang="zh-CN" altLang="en-US" sz="2000" dirty="0"/>
              <a:t>，</a:t>
            </a:r>
            <a:r>
              <a:rPr lang="en-US" altLang="zh-CN" sz="2000" dirty="0"/>
              <a:t>WS-CDL</a:t>
            </a:r>
            <a:r>
              <a:rPr lang="zh-CN" altLang="en-US" sz="2000" dirty="0"/>
              <a:t>）</a:t>
            </a:r>
            <a:endParaRPr lang="en-US" altLang="zh-CN" sz="2000" dirty="0"/>
          </a:p>
          <a:p>
            <a:pPr lvl="2">
              <a:lnSpc>
                <a:spcPct val="120000"/>
              </a:lnSpc>
            </a:pPr>
            <a:r>
              <a:rPr lang="zh-CN" altLang="en-US" sz="2000" dirty="0"/>
              <a:t>一个带非功能性需求的服务（</a:t>
            </a:r>
            <a:r>
              <a:rPr lang="en-US" altLang="zh-CN" sz="2000" dirty="0"/>
              <a:t>WS-</a:t>
            </a:r>
            <a:r>
              <a:rPr lang="zh-CN" altLang="en-US" sz="2000" dirty="0"/>
              <a:t>*）</a:t>
            </a:r>
            <a:endParaRPr lang="en-US" altLang="zh-CN" sz="2000" dirty="0"/>
          </a:p>
          <a:p>
            <a:pPr lvl="2">
              <a:lnSpc>
                <a:spcPct val="120000"/>
              </a:lnSpc>
            </a:pPr>
            <a:r>
              <a:rPr lang="zh-CN" altLang="en-US" sz="2000" dirty="0"/>
              <a:t>服务提供方和服务调用方之间交换信息的其他方法</a:t>
            </a:r>
            <a:endParaRPr lang="en-US" altLang="zh-CN" sz="2000" dirty="0"/>
          </a:p>
        </p:txBody>
      </p:sp>
      <p:sp>
        <p:nvSpPr>
          <p:cNvPr id="4" name="灯片编号占位符 3"/>
          <p:cNvSpPr>
            <a:spLocks noGrp="1"/>
          </p:cNvSpPr>
          <p:nvPr>
            <p:ph type="sldNum" sz="quarter" idx="10"/>
          </p:nvPr>
        </p:nvSpPr>
        <p:spPr/>
        <p:txBody>
          <a:bodyPr/>
          <a:lstStyle/>
          <a:p>
            <a:pPr>
              <a:defRPr/>
            </a:pPr>
            <a:fld id="{C2FAFEC3-FCF9-4793-BD53-13ACF2C4D1E4}" type="slidenum">
              <a:rPr lang="en-US" altLang="zh-CN" smtClean="0"/>
              <a:pPr>
                <a:defRPr/>
              </a:pPr>
              <a:t>5</a:t>
            </a:fld>
            <a:endParaRPr lang="en-US" altLang="zh-CN"/>
          </a:p>
        </p:txBody>
      </p:sp>
    </p:spTree>
    <p:extLst>
      <p:ext uri="{BB962C8B-B14F-4D97-AF65-F5344CB8AC3E}">
        <p14:creationId xmlns:p14="http://schemas.microsoft.com/office/powerpoint/2010/main" val="1336590358"/>
      </p:ext>
    </p:extLst>
  </p:cSld>
  <p:clrMapOvr>
    <a:masterClrMapping/>
  </p:clrMapOvr>
  <p:transition/>
</p:sld>
</file>

<file path=ppt/theme/theme1.xml><?xml version="1.0" encoding="utf-8"?>
<a:theme xmlns:a="http://schemas.openxmlformats.org/drawingml/2006/main" name="software">
  <a:themeElements>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fontScheme name="sample">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clrMap bg1="lt1" tx1="dk1" bg2="lt2" tx2="dk2" accent1="accent1" accent2="accent2" accent3="accent3" accent4="accent4" accent5="accent5" accent6="accent6" hlink="hlink" folHlink="folHlink"/>
    </a:extraClrScheme>
    <a:extraClrScheme>
      <a:clrScheme name="sample 2">
        <a:dk1>
          <a:srgbClr val="29698D"/>
        </a:dk1>
        <a:lt1>
          <a:srgbClr val="FFFFFF"/>
        </a:lt1>
        <a:dk2>
          <a:srgbClr val="000000"/>
        </a:dk2>
        <a:lt2>
          <a:srgbClr val="A1BABD"/>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sample 3">
        <a:dk1>
          <a:srgbClr val="666699"/>
        </a:dk1>
        <a:lt1>
          <a:srgbClr val="FFFFFF"/>
        </a:lt1>
        <a:dk2>
          <a:srgbClr val="000000"/>
        </a:dk2>
        <a:lt2>
          <a:srgbClr val="C0C0C0"/>
        </a:lt2>
        <a:accent1>
          <a:srgbClr val="72B88E"/>
        </a:accent1>
        <a:accent2>
          <a:srgbClr val="C78DD7"/>
        </a:accent2>
        <a:accent3>
          <a:srgbClr val="FFFFFF"/>
        </a:accent3>
        <a:accent4>
          <a:srgbClr val="565682"/>
        </a:accent4>
        <a:accent5>
          <a:srgbClr val="BCD8C6"/>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17221</TotalTime>
  <Words>405</Words>
  <Application>Microsoft Office PowerPoint</Application>
  <PresentationFormat>全屏显示(4:3)</PresentationFormat>
  <Paragraphs>48</Paragraphs>
  <Slides>5</Slides>
  <Notes>2</Notes>
  <HiddenSlides>0</HiddenSlides>
  <MMClips>0</MMClips>
  <ScaleCrop>false</ScaleCrop>
  <HeadingPairs>
    <vt:vector size="8" baseType="variant">
      <vt:variant>
        <vt:lpstr>已用的字体</vt:lpstr>
      </vt:variant>
      <vt:variant>
        <vt:i4>3</vt:i4>
      </vt:variant>
      <vt:variant>
        <vt:lpstr>主题</vt:lpstr>
      </vt:variant>
      <vt:variant>
        <vt:i4>1</vt:i4>
      </vt:variant>
      <vt:variant>
        <vt:lpstr>嵌入 OLE 服务器</vt:lpstr>
      </vt:variant>
      <vt:variant>
        <vt:i4>1</vt:i4>
      </vt:variant>
      <vt:variant>
        <vt:lpstr>幻灯片标题</vt:lpstr>
      </vt:variant>
      <vt:variant>
        <vt:i4>5</vt:i4>
      </vt:variant>
    </vt:vector>
  </HeadingPairs>
  <TitlesOfParts>
    <vt:vector size="10" baseType="lpstr">
      <vt:lpstr>Arial</vt:lpstr>
      <vt:lpstr>Verdana</vt:lpstr>
      <vt:lpstr>Wingdings</vt:lpstr>
      <vt:lpstr>software</vt:lpstr>
      <vt:lpstr>Visio</vt:lpstr>
      <vt:lpstr>Services modeling Service-Oriented Software Engineering</vt:lpstr>
      <vt:lpstr>Recall: Web Service-based SOA</vt:lpstr>
      <vt:lpstr>问题 1</vt:lpstr>
      <vt:lpstr>问题 2</vt:lpstr>
      <vt:lpstr>问题 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贝佳</dc:creator>
  <cp:lastModifiedBy>jia bei</cp:lastModifiedBy>
  <cp:revision>230</cp:revision>
  <dcterms:created xsi:type="dcterms:W3CDTF">2008-04-16T11:36:22Z</dcterms:created>
  <dcterms:modified xsi:type="dcterms:W3CDTF">2023-10-19T02:59:04Z</dcterms:modified>
</cp:coreProperties>
</file>