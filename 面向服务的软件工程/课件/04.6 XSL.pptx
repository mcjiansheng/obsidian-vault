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notesMasterIdLst>
    <p:notesMasterId r:id="rId13"/>
  </p:notesMasterIdLst>
  <p:sldIdLst>
    <p:sldId id="256" r:id="rId2"/>
    <p:sldId id="420" r:id="rId3"/>
    <p:sldId id="421" r:id="rId4"/>
    <p:sldId id="473" r:id="rId5"/>
    <p:sldId id="474" r:id="rId6"/>
    <p:sldId id="422" r:id="rId7"/>
    <p:sldId id="503" r:id="rId8"/>
    <p:sldId id="504" r:id="rId9"/>
    <p:sldId id="508" r:id="rId10"/>
    <p:sldId id="505" r:id="rId11"/>
    <p:sldId id="506" r:id="rId1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993300"/>
    <a:srgbClr val="0066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7" autoAdjust="0"/>
    <p:restoredTop sz="73973" autoAdjust="0"/>
  </p:normalViewPr>
  <p:slideViewPr>
    <p:cSldViewPr>
      <p:cViewPr varScale="1">
        <p:scale>
          <a:sx n="115" d="100"/>
          <a:sy n="115" d="100"/>
        </p:scale>
        <p:origin x="1839" y="57"/>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1229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911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229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229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E1868D0D-C398-4CF8-83A5-18BAC79F817A}" type="slidenum">
              <a:rPr lang="en-US" altLang="zh-CN"/>
              <a:pPr>
                <a:defRPr/>
              </a:pPr>
              <a:t>‹#›</a:t>
            </a:fld>
            <a:endParaRPr lang="en-US" altLang="zh-CN"/>
          </a:p>
        </p:txBody>
      </p:sp>
    </p:spTree>
    <p:extLst>
      <p:ext uri="{BB962C8B-B14F-4D97-AF65-F5344CB8AC3E}">
        <p14:creationId xmlns:p14="http://schemas.microsoft.com/office/powerpoint/2010/main" val="27242363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ln/>
        </p:spPr>
      </p:sp>
      <p:sp>
        <p:nvSpPr>
          <p:cNvPr id="921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21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00FA0C8-3306-4722-B4E6-46F822739A9A}" type="slidenum">
              <a:rPr lang="en-US" altLang="zh-CN" smtClean="0"/>
              <a:pPr eaLnBrk="1" hangingPunct="1"/>
              <a:t>1</a:t>
            </a:fld>
            <a:endParaRPr lang="en-US" altLang="zh-CN"/>
          </a:p>
        </p:txBody>
      </p:sp>
    </p:spTree>
    <p:extLst>
      <p:ext uri="{BB962C8B-B14F-4D97-AF65-F5344CB8AC3E}">
        <p14:creationId xmlns:p14="http://schemas.microsoft.com/office/powerpoint/2010/main" val="1468382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F298DC7D-90BF-4F79-9245-FD0003C0595D}"/>
              </a:ext>
            </a:extLst>
          </p:cNvPr>
          <p:cNvSpPr>
            <a:spLocks noGrp="1" noRot="1" noChangeAspect="1" noTextEdit="1"/>
          </p:cNvSpPr>
          <p:nvPr>
            <p:ph type="sldImg"/>
          </p:nvPr>
        </p:nvSpPr>
        <p:spPr>
          <a:ln/>
        </p:spPr>
      </p:sp>
      <p:sp>
        <p:nvSpPr>
          <p:cNvPr id="7171" name="备注占位符 2">
            <a:extLst>
              <a:ext uri="{FF2B5EF4-FFF2-40B4-BE49-F238E27FC236}">
                <a16:creationId xmlns:a16="http://schemas.microsoft.com/office/drawing/2014/main" id="{23748CBC-7D88-43CD-ADFE-04E42F08A22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172" name="灯片编号占位符 3">
            <a:extLst>
              <a:ext uri="{FF2B5EF4-FFF2-40B4-BE49-F238E27FC236}">
                <a16:creationId xmlns:a16="http://schemas.microsoft.com/office/drawing/2014/main" id="{D5052078-74E5-498A-807E-049ACA30484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AF8B1D0-A8A0-4CB8-9BA0-F1CB495A0ABC}" type="slidenum">
              <a:rPr lang="en-US" altLang="zh-CN"/>
              <a:pPr>
                <a:spcBef>
                  <a:spcPct val="0"/>
                </a:spcBef>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46A4B3F1-FB86-493A-8185-180B6C473D26}"/>
              </a:ext>
            </a:extLst>
          </p:cNvPr>
          <p:cNvSpPr>
            <a:spLocks noGrp="1" noRot="1" noChangeAspect="1" noTextEdit="1"/>
          </p:cNvSpPr>
          <p:nvPr>
            <p:ph type="sldImg"/>
          </p:nvPr>
        </p:nvSpPr>
        <p:spPr>
          <a:ln/>
        </p:spPr>
      </p:sp>
      <p:sp>
        <p:nvSpPr>
          <p:cNvPr id="9219" name="备注占位符 2">
            <a:extLst>
              <a:ext uri="{FF2B5EF4-FFF2-40B4-BE49-F238E27FC236}">
                <a16:creationId xmlns:a16="http://schemas.microsoft.com/office/drawing/2014/main" id="{95932241-A25D-4226-8A21-97D189DD147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9220" name="灯片编号占位符 3">
            <a:extLst>
              <a:ext uri="{FF2B5EF4-FFF2-40B4-BE49-F238E27FC236}">
                <a16:creationId xmlns:a16="http://schemas.microsoft.com/office/drawing/2014/main" id="{557B8240-ECC0-417A-8AB1-7FF170E2FFE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4B9AF3F-FE86-41E6-97E6-E02E4E55AC3B}" type="slidenum">
              <a:rPr lang="en-US" altLang="zh-CN"/>
              <a:pPr>
                <a:spcBef>
                  <a:spcPct val="0"/>
                </a:spcBef>
              </a:pPr>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a:extLst>
              <a:ext uri="{FF2B5EF4-FFF2-40B4-BE49-F238E27FC236}">
                <a16:creationId xmlns:a16="http://schemas.microsoft.com/office/drawing/2014/main" id="{4A9157CF-294E-4A8E-822C-83817E020F63}"/>
              </a:ext>
            </a:extLst>
          </p:cNvPr>
          <p:cNvSpPr>
            <a:spLocks noGrp="1" noRot="1" noChangeAspect="1" noTextEdit="1"/>
          </p:cNvSpPr>
          <p:nvPr>
            <p:ph type="sldImg"/>
          </p:nvPr>
        </p:nvSpPr>
        <p:spPr>
          <a:ln/>
        </p:spPr>
      </p:sp>
      <p:sp>
        <p:nvSpPr>
          <p:cNvPr id="11267" name="备注占位符 2">
            <a:extLst>
              <a:ext uri="{FF2B5EF4-FFF2-40B4-BE49-F238E27FC236}">
                <a16:creationId xmlns:a16="http://schemas.microsoft.com/office/drawing/2014/main" id="{F5D01515-95C8-4709-BFFA-88E627614E6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1268" name="灯片编号占位符 3">
            <a:extLst>
              <a:ext uri="{FF2B5EF4-FFF2-40B4-BE49-F238E27FC236}">
                <a16:creationId xmlns:a16="http://schemas.microsoft.com/office/drawing/2014/main" id="{27AE2CC9-00AF-45DD-A979-06F3BBF5A3F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1BEFFE1-8D24-4B64-990C-117B42E3C8F0}" type="slidenum">
              <a:rPr lang="en-US" altLang="zh-CN"/>
              <a:pPr>
                <a:spcBef>
                  <a:spcPct val="0"/>
                </a:spcBef>
              </a:pPr>
              <a:t>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a:extLst>
              <a:ext uri="{FF2B5EF4-FFF2-40B4-BE49-F238E27FC236}">
                <a16:creationId xmlns:a16="http://schemas.microsoft.com/office/drawing/2014/main" id="{7502D198-2B96-4AC2-B93C-CFAFAE44C63C}"/>
              </a:ext>
            </a:extLst>
          </p:cNvPr>
          <p:cNvSpPr>
            <a:spLocks noGrp="1" noRot="1" noChangeAspect="1" noTextEdit="1"/>
          </p:cNvSpPr>
          <p:nvPr>
            <p:ph type="sldImg"/>
          </p:nvPr>
        </p:nvSpPr>
        <p:spPr>
          <a:ln/>
        </p:spPr>
      </p:sp>
      <p:sp>
        <p:nvSpPr>
          <p:cNvPr id="13315" name="备注占位符 2">
            <a:extLst>
              <a:ext uri="{FF2B5EF4-FFF2-40B4-BE49-F238E27FC236}">
                <a16:creationId xmlns:a16="http://schemas.microsoft.com/office/drawing/2014/main" id="{1BAF5063-C97E-4620-9322-B5A0919B362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3316" name="灯片编号占位符 3">
            <a:extLst>
              <a:ext uri="{FF2B5EF4-FFF2-40B4-BE49-F238E27FC236}">
                <a16:creationId xmlns:a16="http://schemas.microsoft.com/office/drawing/2014/main" id="{A29179F2-5A35-4089-9E6D-04EAE9D3B86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CF60637-C47D-411C-88E4-3DCD92514876}" type="slidenum">
              <a:rPr lang="en-US" altLang="zh-CN"/>
              <a:pPr>
                <a:spcBef>
                  <a:spcPct val="0"/>
                </a:spcBef>
              </a:pPr>
              <a:t>5</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EA38A387-2E58-4698-9BF9-188AC9BDC95D}"/>
              </a:ext>
            </a:extLst>
          </p:cNvPr>
          <p:cNvSpPr>
            <a:spLocks noGrp="1" noRot="1" noChangeAspect="1" noTextEdit="1"/>
          </p:cNvSpPr>
          <p:nvPr>
            <p:ph type="sldImg"/>
          </p:nvPr>
        </p:nvSpPr>
        <p:spPr>
          <a:ln/>
        </p:spPr>
      </p:sp>
      <p:sp>
        <p:nvSpPr>
          <p:cNvPr id="15363" name="备注占位符 2">
            <a:extLst>
              <a:ext uri="{FF2B5EF4-FFF2-40B4-BE49-F238E27FC236}">
                <a16:creationId xmlns:a16="http://schemas.microsoft.com/office/drawing/2014/main" id="{C2AA54F6-ECC5-4E4E-8EB8-185E8C618EC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364" name="灯片编号占位符 3">
            <a:extLst>
              <a:ext uri="{FF2B5EF4-FFF2-40B4-BE49-F238E27FC236}">
                <a16:creationId xmlns:a16="http://schemas.microsoft.com/office/drawing/2014/main" id="{74568020-F6E4-4C3D-9CF5-9F18A101E38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7BF2542-A3CC-46DF-9627-D2F05893BC98}" type="slidenum">
              <a:rPr lang="en-US" altLang="zh-CN"/>
              <a:pPr>
                <a:spcBef>
                  <a:spcPct val="0"/>
                </a:spcBef>
              </a:pPr>
              <a:t>6</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1F8225C8-B8B5-4CFD-8149-F70AA4F23011}"/>
              </a:ext>
            </a:extLst>
          </p:cNvPr>
          <p:cNvSpPr>
            <a:spLocks noGrp="1" noRot="1" noChangeAspect="1" noTextEdit="1"/>
          </p:cNvSpPr>
          <p:nvPr>
            <p:ph type="sldImg"/>
          </p:nvPr>
        </p:nvSpPr>
        <p:spPr>
          <a:ln/>
        </p:spPr>
      </p:sp>
      <p:sp>
        <p:nvSpPr>
          <p:cNvPr id="17411" name="备注占位符 2">
            <a:extLst>
              <a:ext uri="{FF2B5EF4-FFF2-40B4-BE49-F238E27FC236}">
                <a16:creationId xmlns:a16="http://schemas.microsoft.com/office/drawing/2014/main" id="{D6247C0C-B9DC-4951-B97F-A94394A4861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7412" name="灯片编号占位符 3">
            <a:extLst>
              <a:ext uri="{FF2B5EF4-FFF2-40B4-BE49-F238E27FC236}">
                <a16:creationId xmlns:a16="http://schemas.microsoft.com/office/drawing/2014/main" id="{768B448C-0424-487A-A135-07FD6ED1B39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634DADF-F38E-4956-BE7B-70225B67396E}" type="slidenum">
              <a:rPr lang="en-US" altLang="zh-CN"/>
              <a:pPr>
                <a:spcBef>
                  <a:spcPct val="0"/>
                </a:spcBef>
              </a:pPr>
              <a:t>7</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a:extLst>
              <a:ext uri="{FF2B5EF4-FFF2-40B4-BE49-F238E27FC236}">
                <a16:creationId xmlns:a16="http://schemas.microsoft.com/office/drawing/2014/main" id="{A7915649-121B-44BD-836A-F7C2F30B5ED8}"/>
              </a:ext>
            </a:extLst>
          </p:cNvPr>
          <p:cNvSpPr>
            <a:spLocks noGrp="1" noRot="1" noChangeAspect="1" noTextEdit="1"/>
          </p:cNvSpPr>
          <p:nvPr>
            <p:ph type="sldImg"/>
          </p:nvPr>
        </p:nvSpPr>
        <p:spPr>
          <a:ln/>
        </p:spPr>
      </p:sp>
      <p:sp>
        <p:nvSpPr>
          <p:cNvPr id="19459" name="备注占位符 2">
            <a:extLst>
              <a:ext uri="{FF2B5EF4-FFF2-40B4-BE49-F238E27FC236}">
                <a16:creationId xmlns:a16="http://schemas.microsoft.com/office/drawing/2014/main" id="{5888E306-9CC2-4402-8DE9-6F23D8CAFE2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9460" name="灯片编号占位符 3">
            <a:extLst>
              <a:ext uri="{FF2B5EF4-FFF2-40B4-BE49-F238E27FC236}">
                <a16:creationId xmlns:a16="http://schemas.microsoft.com/office/drawing/2014/main" id="{C7B60301-125C-4F80-99B3-84DE8C6DBAF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7313FDE-644F-4F1D-86CF-4A96E68CD1C8}" type="slidenum">
              <a:rPr lang="en-US" altLang="zh-CN"/>
              <a:pPr>
                <a:spcBef>
                  <a:spcPct val="0"/>
                </a:spcBef>
              </a:pPr>
              <a:t>8</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AAC44C6F-1159-44DB-BF88-B0443E9E87E9}"/>
              </a:ext>
            </a:extLst>
          </p:cNvPr>
          <p:cNvSpPr>
            <a:spLocks noGrp="1" noRot="1" noChangeAspect="1" noTextEdit="1"/>
          </p:cNvSpPr>
          <p:nvPr>
            <p:ph type="sldImg"/>
          </p:nvPr>
        </p:nvSpPr>
        <p:spPr>
          <a:ln/>
        </p:spPr>
      </p:sp>
      <p:sp>
        <p:nvSpPr>
          <p:cNvPr id="22531" name="备注占位符 2">
            <a:extLst>
              <a:ext uri="{FF2B5EF4-FFF2-40B4-BE49-F238E27FC236}">
                <a16:creationId xmlns:a16="http://schemas.microsoft.com/office/drawing/2014/main" id="{41104D50-BCEE-4B59-85FF-40B7B487A7C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2532" name="灯片编号占位符 3">
            <a:extLst>
              <a:ext uri="{FF2B5EF4-FFF2-40B4-BE49-F238E27FC236}">
                <a16:creationId xmlns:a16="http://schemas.microsoft.com/office/drawing/2014/main" id="{23B9D3A0-4D17-4507-9469-30E64CFB8D5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48BFC71-E121-4BE6-8F1F-F99291B02CF1}" type="slidenum">
              <a:rPr lang="en-US" altLang="zh-CN"/>
              <a:pPr>
                <a:spcBef>
                  <a:spcPct val="0"/>
                </a:spcBef>
              </a:pPr>
              <a:t>10</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A5D1E274-4645-4A17-8C96-2B70D81DB56B}"/>
              </a:ext>
            </a:extLst>
          </p:cNvPr>
          <p:cNvSpPr>
            <a:spLocks noGrp="1" noRot="1" noChangeAspect="1" noTextEdit="1"/>
          </p:cNvSpPr>
          <p:nvPr>
            <p:ph type="sldImg"/>
          </p:nvPr>
        </p:nvSpPr>
        <p:spPr>
          <a:ln/>
        </p:spPr>
      </p:sp>
      <p:sp>
        <p:nvSpPr>
          <p:cNvPr id="24579" name="备注占位符 2">
            <a:extLst>
              <a:ext uri="{FF2B5EF4-FFF2-40B4-BE49-F238E27FC236}">
                <a16:creationId xmlns:a16="http://schemas.microsoft.com/office/drawing/2014/main" id="{6C866D93-BAE7-4CE5-843C-9903507B246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4580" name="灯片编号占位符 3">
            <a:extLst>
              <a:ext uri="{FF2B5EF4-FFF2-40B4-BE49-F238E27FC236}">
                <a16:creationId xmlns:a16="http://schemas.microsoft.com/office/drawing/2014/main" id="{D8A1E1ED-3CFF-437B-9575-5DE63D3C2E0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538504C-482A-4476-A692-1DBBAD9285EB}" type="slidenum">
              <a:rPr lang="en-US" altLang="zh-CN"/>
              <a:pPr>
                <a:spcBef>
                  <a:spcPct val="0"/>
                </a:spcBef>
              </a:pPr>
              <a:t>11</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8"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 y="-2853"/>
            <a:ext cx="9144000" cy="5373688"/>
          </a:xfrm>
          <a:prstGeom prst="rect">
            <a:avLst/>
          </a:prstGeom>
          <a:noFill/>
          <a:extLst>
            <a:ext uri="{909E8E84-426E-40DD-AFC4-6F175D3DCCD1}">
              <a14:hiddenFill xmlns:a14="http://schemas.microsoft.com/office/drawing/2010/main">
                <a:solidFill>
                  <a:srgbClr val="FFFFFF"/>
                </a:solidFill>
              </a14:hiddenFill>
            </a:ext>
          </a:ex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
        <p:nvSpPr>
          <p:cNvPr id="7" name="Text Box 16"/>
          <p:cNvSpPr txBox="1">
            <a:spLocks noChangeArrowheads="1"/>
          </p:cNvSpPr>
          <p:nvPr/>
        </p:nvSpPr>
        <p:spPr bwMode="gray">
          <a:xfrm>
            <a:off x="0" y="5301209"/>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0507" y="188640"/>
            <a:ext cx="3163002" cy="722219"/>
          </a:xfrm>
          <a:prstGeom prst="rect">
            <a:avLst/>
          </a:prstGeom>
          <a:effectLst>
            <a:outerShdw blurRad="50800" dist="38100" dir="2700000" algn="tl"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灯片编号占位符 4"/>
          <p:cNvSpPr>
            <a:spLocks noGrp="1"/>
          </p:cNvSpPr>
          <p:nvPr>
            <p:ph type="sldNum" sz="quarter" idx="11"/>
          </p:nvPr>
        </p:nvSpPr>
        <p:spPr/>
        <p:txBody>
          <a:bodyPr/>
          <a:lstStyle>
            <a:lvl1pPr>
              <a:defRPr/>
            </a:lvl1pPr>
          </a:lstStyle>
          <a:p>
            <a:pPr>
              <a:defRPr/>
            </a:pPr>
            <a:fld id="{8E0CE098-78E7-4D6F-B667-DB0097CCC904}" type="slidenum">
              <a:rPr lang="en-US" altLang="zh-CN" smtClean="0"/>
              <a:pPr>
                <a:defRPr/>
              </a:pPr>
              <a:t>‹#›</a:t>
            </a:fld>
            <a:endParaRPr lang="en-US" altLang="zh-CN"/>
          </a:p>
        </p:txBody>
      </p:sp>
    </p:spTree>
    <p:extLst>
      <p:ext uri="{BB962C8B-B14F-4D97-AF65-F5344CB8AC3E}">
        <p14:creationId xmlns:p14="http://schemas.microsoft.com/office/powerpoint/2010/main" val="3865151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灯片编号占位符 4"/>
          <p:cNvSpPr>
            <a:spLocks noGrp="1"/>
          </p:cNvSpPr>
          <p:nvPr>
            <p:ph type="sldNum" sz="quarter" idx="11"/>
          </p:nvPr>
        </p:nvSpPr>
        <p:spPr/>
        <p:txBody>
          <a:bodyPr/>
          <a:lstStyle>
            <a:lvl1pPr>
              <a:defRPr/>
            </a:lvl1pPr>
          </a:lstStyle>
          <a:p>
            <a:pPr>
              <a:defRPr/>
            </a:pPr>
            <a:fld id="{18D5E50B-A953-4918-8716-CAAF4E2659D5}" type="slidenum">
              <a:rPr lang="en-US" altLang="zh-CN" smtClean="0"/>
              <a:pPr>
                <a:defRPr/>
              </a:pPr>
              <a:t>‹#›</a:t>
            </a:fld>
            <a:endParaRPr lang="en-US" altLang="zh-CN"/>
          </a:p>
        </p:txBody>
      </p:sp>
    </p:spTree>
    <p:extLst>
      <p:ext uri="{BB962C8B-B14F-4D97-AF65-F5344CB8AC3E}">
        <p14:creationId xmlns:p14="http://schemas.microsoft.com/office/powerpoint/2010/main" val="352948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1"/>
          </p:nvPr>
        </p:nvSpPr>
        <p:spPr/>
        <p:txBody>
          <a:bodyPr/>
          <a:lstStyle>
            <a:lvl1pPr>
              <a:defRPr/>
            </a:lvl1pPr>
          </a:lstStyle>
          <a:p>
            <a:pPr>
              <a:defRPr/>
            </a:pPr>
            <a:fld id="{14F5A38B-64E3-4A28-B1A1-07994B07ABD0}" type="slidenum">
              <a:rPr lang="en-US" altLang="zh-CN" smtClean="0"/>
              <a:pPr>
                <a:defRPr/>
              </a:pPr>
              <a:t>‹#›</a:t>
            </a:fld>
            <a:endParaRPr lang="en-US" altLang="zh-CN"/>
          </a:p>
        </p:txBody>
      </p:sp>
    </p:spTree>
    <p:extLst>
      <p:ext uri="{BB962C8B-B14F-4D97-AF65-F5344CB8AC3E}">
        <p14:creationId xmlns:p14="http://schemas.microsoft.com/office/powerpoint/2010/main" val="388286200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灯片编号占位符 7"/>
          <p:cNvSpPr>
            <a:spLocks noGrp="1"/>
          </p:cNvSpPr>
          <p:nvPr>
            <p:ph type="sldNum" sz="quarter" idx="11"/>
          </p:nvPr>
        </p:nvSpPr>
        <p:spPr/>
        <p:txBody>
          <a:bodyPr/>
          <a:lstStyle>
            <a:lvl1pPr>
              <a:defRPr/>
            </a:lvl1pPr>
          </a:lstStyle>
          <a:p>
            <a:pPr>
              <a:defRPr/>
            </a:pPr>
            <a:fld id="{3AC07FA1-9437-4596-B349-759BEDB2AF7E}" type="slidenum">
              <a:rPr lang="en-US" altLang="zh-CN" smtClean="0"/>
              <a:pPr>
                <a:defRPr/>
              </a:pPr>
              <a:t>‹#›</a:t>
            </a:fld>
            <a:endParaRPr lang="en-US" altLang="zh-CN"/>
          </a:p>
        </p:txBody>
      </p:sp>
    </p:spTree>
    <p:extLst>
      <p:ext uri="{BB962C8B-B14F-4D97-AF65-F5344CB8AC3E}">
        <p14:creationId xmlns:p14="http://schemas.microsoft.com/office/powerpoint/2010/main" val="3398134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灯片编号占位符 3"/>
          <p:cNvSpPr>
            <a:spLocks noGrp="1"/>
          </p:cNvSpPr>
          <p:nvPr>
            <p:ph type="sldNum" sz="quarter" idx="11"/>
          </p:nvPr>
        </p:nvSpPr>
        <p:spPr/>
        <p:txBody>
          <a:bodyPr/>
          <a:lstStyle>
            <a:lvl1pPr>
              <a:defRPr/>
            </a:lvl1pPr>
          </a:lstStyle>
          <a:p>
            <a:pPr>
              <a:defRPr/>
            </a:pPr>
            <a:fld id="{4B307C14-B184-494D-9559-B33678D3E7A0}" type="slidenum">
              <a:rPr lang="en-US" altLang="zh-CN" smtClean="0"/>
              <a:pPr>
                <a:defRPr/>
              </a:pPr>
              <a:t>‹#›</a:t>
            </a:fld>
            <a:endParaRPr lang="en-US" altLang="zh-CN"/>
          </a:p>
        </p:txBody>
      </p:sp>
    </p:spTree>
    <p:extLst>
      <p:ext uri="{BB962C8B-B14F-4D97-AF65-F5344CB8AC3E}">
        <p14:creationId xmlns:p14="http://schemas.microsoft.com/office/powerpoint/2010/main" val="2371171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lvl1pPr>
              <a:defRPr/>
            </a:lvl1pPr>
          </a:lstStyle>
          <a:p>
            <a:pPr>
              <a:defRPr/>
            </a:pPr>
            <a:fld id="{E53E635C-509A-4F47-9595-DC813BD463B4}" type="slidenum">
              <a:rPr lang="en-US" altLang="zh-CN" smtClean="0"/>
              <a:pPr>
                <a:defRPr/>
              </a:pPr>
              <a:t>‹#›</a:t>
            </a:fld>
            <a:endParaRPr lang="en-US" altLang="zh-CN"/>
          </a:p>
        </p:txBody>
      </p:sp>
    </p:spTree>
    <p:extLst>
      <p:ext uri="{BB962C8B-B14F-4D97-AF65-F5344CB8AC3E}">
        <p14:creationId xmlns:p14="http://schemas.microsoft.com/office/powerpoint/2010/main" val="1728918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pPr>
              <a:defRPr/>
            </a:pPr>
            <a:fld id="{BA4DF462-01D9-4967-AECA-CEAD27BF24C1}" type="slidenum">
              <a:rPr lang="en-US" altLang="zh-CN" smtClean="0"/>
              <a:pPr>
                <a:defRPr/>
              </a:pPr>
              <a:t>‹#›</a:t>
            </a:fld>
            <a:endParaRPr lang="en-US" altLang="zh-CN"/>
          </a:p>
        </p:txBody>
      </p:sp>
    </p:spTree>
    <p:extLst>
      <p:ext uri="{BB962C8B-B14F-4D97-AF65-F5344CB8AC3E}">
        <p14:creationId xmlns:p14="http://schemas.microsoft.com/office/powerpoint/2010/main" val="392439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pPr>
              <a:defRPr/>
            </a:pPr>
            <a:fld id="{983C1A58-EAD4-4532-B494-3341F8C24829}" type="slidenum">
              <a:rPr lang="en-US" altLang="zh-CN" smtClean="0"/>
              <a:pPr>
                <a:defRPr/>
              </a:pPr>
              <a:t>‹#›</a:t>
            </a:fld>
            <a:endParaRPr lang="en-US" altLang="zh-CN"/>
          </a:p>
        </p:txBody>
      </p:sp>
    </p:spTree>
    <p:extLst>
      <p:ext uri="{BB962C8B-B14F-4D97-AF65-F5344CB8AC3E}">
        <p14:creationId xmlns:p14="http://schemas.microsoft.com/office/powerpoint/2010/main" val="1302830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pPr>
              <a:defRPr/>
            </a:pPr>
            <a:fld id="{11E78A78-8E68-48C0-A96D-456AAB403E78}" type="slidenum">
              <a:rPr lang="en-US" altLang="zh-CN" smtClean="0"/>
              <a:pPr>
                <a:defRPr/>
              </a:pPr>
              <a:t>‹#›</a:t>
            </a:fld>
            <a:endParaRPr lang="en-US" altLang="zh-CN"/>
          </a:p>
        </p:txBody>
      </p:sp>
    </p:spTree>
    <p:extLst>
      <p:ext uri="{BB962C8B-B14F-4D97-AF65-F5344CB8AC3E}">
        <p14:creationId xmlns:p14="http://schemas.microsoft.com/office/powerpoint/2010/main" val="1121530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pPr>
              <a:defRPr/>
            </a:pPr>
            <a:fld id="{B8D9776E-7930-43E7-867B-C25687EF30E3}" type="slidenum">
              <a:rPr lang="en-US" altLang="zh-CN" smtClean="0"/>
              <a:pPr>
                <a:defRPr/>
              </a:pPr>
              <a:t>‹#›</a:t>
            </a:fld>
            <a:endParaRPr lang="en-US" altLang="zh-CN"/>
          </a:p>
        </p:txBody>
      </p:sp>
    </p:spTree>
    <p:extLst>
      <p:ext uri="{BB962C8B-B14F-4D97-AF65-F5344CB8AC3E}">
        <p14:creationId xmlns:p14="http://schemas.microsoft.com/office/powerpoint/2010/main" val="234273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r>
              <a:rPr lang="zh-CN" altLang="en-US"/>
              <a:t>单击图标添加表格</a:t>
            </a:r>
          </a:p>
        </p:txBody>
      </p:sp>
      <p:sp>
        <p:nvSpPr>
          <p:cNvPr id="5" name="灯片编号占位符 4"/>
          <p:cNvSpPr>
            <a:spLocks noGrp="1"/>
          </p:cNvSpPr>
          <p:nvPr>
            <p:ph type="sldNum" sz="quarter" idx="11"/>
          </p:nvPr>
        </p:nvSpPr>
        <p:spPr>
          <a:xfrm>
            <a:off x="3505200" y="6461125"/>
            <a:ext cx="2133600" cy="320675"/>
          </a:xfrm>
        </p:spPr>
        <p:txBody>
          <a:bodyPr/>
          <a:lstStyle>
            <a:lvl1pPr>
              <a:defRPr/>
            </a:lvl1pPr>
          </a:lstStyle>
          <a:p>
            <a:pPr>
              <a:defRPr/>
            </a:pPr>
            <a:fld id="{14F5A38B-64E3-4A28-B1A1-07994B07ABD0}" type="slidenum">
              <a:rPr lang="en-US" altLang="zh-CN" smtClean="0"/>
              <a:pPr>
                <a:defRPr/>
              </a:pPr>
              <a:t>‹#›</a:t>
            </a:fld>
            <a:endParaRPr lang="en-US" altLang="zh-CN"/>
          </a:p>
        </p:txBody>
      </p:sp>
    </p:spTree>
    <p:extLst>
      <p:ext uri="{BB962C8B-B14F-4D97-AF65-F5344CB8AC3E}">
        <p14:creationId xmlns:p14="http://schemas.microsoft.com/office/powerpoint/2010/main" val="85858121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ltGray">
          <a:xfrm>
            <a:off x="0" y="0"/>
            <a:ext cx="9144000" cy="836613"/>
          </a:xfrm>
          <a:prstGeom prst="rect">
            <a:avLst/>
          </a:prstGeom>
          <a:solidFill>
            <a:srgbClr val="00607A"/>
          </a:solidFill>
          <a:ln>
            <a:noFill/>
          </a:ln>
          <a:effec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737"/>
            <a:ext cx="8229600" cy="5348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pPr>
              <a:defRPr/>
            </a:pPr>
            <a:fld id="{14F5A38B-64E3-4A28-B1A1-07994B07ABD0}" type="slidenum">
              <a:rPr lang="en-US" altLang="zh-CN" smtClean="0"/>
              <a:pPr>
                <a:defRPr/>
              </a:pPr>
              <a:t>‹#›</a:t>
            </a:fld>
            <a:endParaRPr lang="en-US" altLang="zh-CN"/>
          </a:p>
        </p:txBody>
      </p:sp>
      <p:sp>
        <p:nvSpPr>
          <p:cNvPr id="1026"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40" name="Text Box 16"/>
          <p:cNvSpPr txBox="1">
            <a:spLocks noChangeArrowheads="1"/>
          </p:cNvSpPr>
          <p:nvPr/>
        </p:nvSpPr>
        <p:spPr bwMode="gray">
          <a:xfrm>
            <a:off x="0" y="838200"/>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380312" y="6453336"/>
            <a:ext cx="1578826" cy="360499"/>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Lst>
  <p:hf hdr="0" ftr="0" dt="0"/>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defRPr>
      </a:lvl2pPr>
      <a:lvl3pPr algn="ctr" rtl="0" eaLnBrk="1" fontAlgn="base" hangingPunct="1">
        <a:spcBef>
          <a:spcPct val="0"/>
        </a:spcBef>
        <a:spcAft>
          <a:spcPct val="0"/>
        </a:spcAft>
        <a:defRPr sz="3200" b="1">
          <a:solidFill>
            <a:schemeClr val="bg1"/>
          </a:solidFill>
          <a:latin typeface="Verdana" pitchFamily="34" charset="0"/>
        </a:defRPr>
      </a:lvl3pPr>
      <a:lvl4pPr algn="ctr" rtl="0" eaLnBrk="1" fontAlgn="base" hangingPunct="1">
        <a:spcBef>
          <a:spcPct val="0"/>
        </a:spcBef>
        <a:spcAft>
          <a:spcPct val="0"/>
        </a:spcAft>
        <a:defRPr sz="3200" b="1">
          <a:solidFill>
            <a:schemeClr val="bg1"/>
          </a:solidFill>
          <a:latin typeface="Verdana" pitchFamily="34" charset="0"/>
        </a:defRPr>
      </a:lvl4pPr>
      <a:lvl5pPr algn="ctr" rtl="0" eaLnBrk="1" fontAlgn="base" hangingPunct="1">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1" fontAlgn="base" hangingPunct="1">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1" fontAlgn="base" hangingPunct="1">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1" fontAlgn="base" hangingPunct="1">
        <a:spcBef>
          <a:spcPct val="20000"/>
        </a:spcBef>
        <a:spcAft>
          <a:spcPct val="0"/>
        </a:spcAft>
        <a:buChar char="–"/>
        <a:defRPr sz="2000">
          <a:solidFill>
            <a:srgbClr val="00607A"/>
          </a:solidFill>
          <a:latin typeface="+mn-lt"/>
        </a:defRPr>
      </a:lvl4pPr>
      <a:lvl5pPr marL="1795463" indent="-363538" algn="l" rtl="0" eaLnBrk="1" fontAlgn="base" hangingPunct="1">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3"/>
          <p:cNvSpPr>
            <a:spLocks noGrp="1" noChangeArrowheads="1"/>
          </p:cNvSpPr>
          <p:nvPr>
            <p:ph type="subTitle" idx="1"/>
          </p:nvPr>
        </p:nvSpPr>
        <p:spPr/>
        <p:txBody>
          <a:bodyPr/>
          <a:lstStyle/>
          <a:p>
            <a:pPr lvl="0"/>
            <a:r>
              <a:rPr lang="en-US" altLang="zh-CN" sz="2000" dirty="0">
                <a:solidFill>
                  <a:srgbClr val="595959"/>
                </a:solidFill>
                <a:ea typeface="宋体" charset="-122"/>
              </a:rPr>
              <a:t>Software Institute</a:t>
            </a:r>
          </a:p>
          <a:p>
            <a:pPr lvl="0"/>
            <a:r>
              <a:rPr lang="en-US" altLang="zh-CN" sz="2000" dirty="0">
                <a:solidFill>
                  <a:srgbClr val="595959"/>
                </a:solidFill>
                <a:ea typeface="宋体" charset="-122"/>
              </a:rPr>
              <a:t>Nanjing University</a:t>
            </a:r>
          </a:p>
          <a:p>
            <a:pPr lvl="0"/>
            <a:r>
              <a:rPr lang="en-US" altLang="zh-CN" sz="2000" dirty="0" err="1">
                <a:solidFill>
                  <a:srgbClr val="595959"/>
                </a:solidFill>
                <a:ea typeface="宋体" charset="-122"/>
              </a:rPr>
              <a:t>Bei</a:t>
            </a:r>
            <a:r>
              <a:rPr lang="en-US" altLang="zh-CN" sz="2000" dirty="0">
                <a:solidFill>
                  <a:srgbClr val="595959"/>
                </a:solidFill>
                <a:ea typeface="宋体" charset="-122"/>
              </a:rPr>
              <a:t> </a:t>
            </a:r>
            <a:r>
              <a:rPr lang="en-US" altLang="zh-CN" sz="2000" dirty="0" err="1">
                <a:solidFill>
                  <a:srgbClr val="595959"/>
                </a:solidFill>
                <a:ea typeface="宋体" charset="-122"/>
              </a:rPr>
              <a:t>Jia</a:t>
            </a:r>
            <a:endParaRPr lang="en-US" altLang="zh-CN" sz="2000" dirty="0">
              <a:solidFill>
                <a:srgbClr val="595959"/>
              </a:solidFill>
              <a:ea typeface="宋体" charset="-122"/>
            </a:endParaRPr>
          </a:p>
        </p:txBody>
      </p:sp>
      <p:sp>
        <p:nvSpPr>
          <p:cNvPr id="3075" name="Rectangle 2"/>
          <p:cNvSpPr>
            <a:spLocks noGrp="1" noChangeArrowheads="1"/>
          </p:cNvSpPr>
          <p:nvPr>
            <p:ph type="ctrTitle" sz="quarter"/>
          </p:nvPr>
        </p:nvSpPr>
        <p:spPr/>
        <p:txBody>
          <a:bodyPr/>
          <a:lstStyle/>
          <a:p>
            <a:r>
              <a:rPr lang="en-US" altLang="zh-CN" sz="2800"/>
              <a:t>XSL</a:t>
            </a:r>
            <a:br>
              <a:rPr lang="en-US" altLang="zh-CN" sz="2000" dirty="0"/>
            </a:br>
            <a:r>
              <a:rPr lang="en-US" altLang="zh-CN" sz="2000" dirty="0"/>
              <a:t>Service-Oriented Software Engineering</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87E0BB17-6AE8-4444-977F-AD212143B986}"/>
              </a:ext>
            </a:extLst>
          </p:cNvPr>
          <p:cNvSpPr>
            <a:spLocks noGrp="1" noChangeArrowheads="1"/>
          </p:cNvSpPr>
          <p:nvPr>
            <p:ph type="title"/>
          </p:nvPr>
        </p:nvSpPr>
        <p:spPr/>
        <p:txBody>
          <a:bodyPr/>
          <a:lstStyle/>
          <a:p>
            <a:r>
              <a:rPr lang="en-US" altLang="zh-CN"/>
              <a:t>Why Do We Need XSL? (1/2)</a:t>
            </a:r>
          </a:p>
        </p:txBody>
      </p:sp>
      <p:pic>
        <p:nvPicPr>
          <p:cNvPr id="6147" name="Picture 4">
            <a:extLst>
              <a:ext uri="{FF2B5EF4-FFF2-40B4-BE49-F238E27FC236}">
                <a16:creationId xmlns:a16="http://schemas.microsoft.com/office/drawing/2014/main" id="{56CF57A6-4509-435E-BF4B-03D22401B0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 y="1981200"/>
            <a:ext cx="8115300"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8" name="灯片编号占位符 5">
            <a:extLst>
              <a:ext uri="{FF2B5EF4-FFF2-40B4-BE49-F238E27FC236}">
                <a16:creationId xmlns:a16="http://schemas.microsoft.com/office/drawing/2014/main" id="{DD94853F-4984-4AFA-9694-A8836F92EBF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D0AB560-9554-4EFF-BB20-DB3A016EDF56}" type="slidenum">
              <a:rPr lang="en-US" altLang="zh-CN" smtClean="0"/>
              <a:pPr/>
              <a:t>2</a:t>
            </a:fld>
            <a:endParaRPr lang="en-US" altLang="zh-CN"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a:extLst>
              <a:ext uri="{FF2B5EF4-FFF2-40B4-BE49-F238E27FC236}">
                <a16:creationId xmlns:a16="http://schemas.microsoft.com/office/drawing/2014/main" id="{62A98FAC-F0EB-4AD9-8783-60C0E47BD77D}"/>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D0AB560-9554-4EFF-BB20-DB3A016EDF56}" type="slidenum">
              <a:rPr lang="en-US" altLang="zh-CN" smtClean="0"/>
              <a:pPr/>
              <a:t>3</a:t>
            </a:fld>
            <a:endParaRPr lang="en-US" altLang="zh-CN" sz="1000"/>
          </a:p>
        </p:txBody>
      </p:sp>
      <p:sp>
        <p:nvSpPr>
          <p:cNvPr id="8195" name="Rectangle 2">
            <a:extLst>
              <a:ext uri="{FF2B5EF4-FFF2-40B4-BE49-F238E27FC236}">
                <a16:creationId xmlns:a16="http://schemas.microsoft.com/office/drawing/2014/main" id="{F871EDAC-AC53-4A62-BA81-10A65ECD68EC}"/>
              </a:ext>
            </a:extLst>
          </p:cNvPr>
          <p:cNvSpPr>
            <a:spLocks noGrp="1" noChangeArrowheads="1"/>
          </p:cNvSpPr>
          <p:nvPr>
            <p:ph type="title"/>
          </p:nvPr>
        </p:nvSpPr>
        <p:spPr/>
        <p:txBody>
          <a:bodyPr/>
          <a:lstStyle/>
          <a:p>
            <a:pPr eaLnBrk="1" hangingPunct="1"/>
            <a:r>
              <a:rPr lang="en-US" altLang="zh-CN"/>
              <a:t>Why Do We Need XSL? (2/2)</a:t>
            </a:r>
          </a:p>
        </p:txBody>
      </p:sp>
      <p:pic>
        <p:nvPicPr>
          <p:cNvPr id="8196" name="Picture 4">
            <a:extLst>
              <a:ext uri="{FF2B5EF4-FFF2-40B4-BE49-F238E27FC236}">
                <a16:creationId xmlns:a16="http://schemas.microsoft.com/office/drawing/2014/main" id="{195022B9-9C82-4B96-B648-A1B8F28773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447801"/>
            <a:ext cx="7412038" cy="4919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a:extLst>
              <a:ext uri="{FF2B5EF4-FFF2-40B4-BE49-F238E27FC236}">
                <a16:creationId xmlns:a16="http://schemas.microsoft.com/office/drawing/2014/main" id="{A6BEBF27-8090-4C45-8127-2F72556B2CA1}"/>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D0AB560-9554-4EFF-BB20-DB3A016EDF56}" type="slidenum">
              <a:rPr lang="en-US" altLang="zh-CN" smtClean="0"/>
              <a:pPr/>
              <a:t>4</a:t>
            </a:fld>
            <a:endParaRPr lang="en-US" altLang="zh-CN" sz="1000"/>
          </a:p>
        </p:txBody>
      </p:sp>
      <p:sp>
        <p:nvSpPr>
          <p:cNvPr id="10243" name="Rectangle 2">
            <a:extLst>
              <a:ext uri="{FF2B5EF4-FFF2-40B4-BE49-F238E27FC236}">
                <a16:creationId xmlns:a16="http://schemas.microsoft.com/office/drawing/2014/main" id="{FC2001B5-F429-4D7E-B0E1-4F9549857AE5}"/>
              </a:ext>
            </a:extLst>
          </p:cNvPr>
          <p:cNvSpPr>
            <a:spLocks noGrp="1" noChangeArrowheads="1"/>
          </p:cNvSpPr>
          <p:nvPr>
            <p:ph type="title"/>
          </p:nvPr>
        </p:nvSpPr>
        <p:spPr/>
        <p:txBody>
          <a:bodyPr/>
          <a:lstStyle/>
          <a:p>
            <a:pPr eaLnBrk="1" hangingPunct="1"/>
            <a:r>
              <a:rPr lang="en-US" altLang="zh-CN"/>
              <a:t>XSL Is at Home on the Client</a:t>
            </a:r>
          </a:p>
        </p:txBody>
      </p:sp>
      <p:sp>
        <p:nvSpPr>
          <p:cNvPr id="10244" name="Rectangle 3">
            <a:extLst>
              <a:ext uri="{FF2B5EF4-FFF2-40B4-BE49-F238E27FC236}">
                <a16:creationId xmlns:a16="http://schemas.microsoft.com/office/drawing/2014/main" id="{F6012499-2118-44E8-B749-19EC540F266F}"/>
              </a:ext>
            </a:extLst>
          </p:cNvPr>
          <p:cNvSpPr>
            <a:spLocks noGrp="1" noChangeArrowheads="1"/>
          </p:cNvSpPr>
          <p:nvPr>
            <p:ph type="body" idx="1"/>
          </p:nvPr>
        </p:nvSpPr>
        <p:spPr>
          <a:xfrm>
            <a:off x="457200" y="1828800"/>
            <a:ext cx="8229600" cy="4530725"/>
          </a:xfrm>
        </p:spPr>
        <p:txBody>
          <a:bodyPr/>
          <a:lstStyle/>
          <a:p>
            <a:pPr eaLnBrk="1" hangingPunct="1">
              <a:lnSpc>
                <a:spcPct val="80000"/>
              </a:lnSpc>
            </a:pPr>
            <a:endParaRPr lang="en-US" altLang="zh-CN" sz="2000"/>
          </a:p>
          <a:p>
            <a:pPr eaLnBrk="1" hangingPunct="1">
              <a:lnSpc>
                <a:spcPct val="80000"/>
              </a:lnSpc>
            </a:pPr>
            <a:endParaRPr lang="en-US" altLang="zh-CN" sz="2000"/>
          </a:p>
          <a:p>
            <a:pPr eaLnBrk="1" hangingPunct="1">
              <a:lnSpc>
                <a:spcPct val="80000"/>
              </a:lnSpc>
            </a:pPr>
            <a:endParaRPr lang="en-US" altLang="zh-CN" sz="2000"/>
          </a:p>
          <a:p>
            <a:pPr eaLnBrk="1" hangingPunct="1">
              <a:lnSpc>
                <a:spcPct val="80000"/>
              </a:lnSpc>
            </a:pPr>
            <a:endParaRPr lang="en-US" altLang="zh-CN" sz="2000"/>
          </a:p>
          <a:p>
            <a:pPr eaLnBrk="1" hangingPunct="1">
              <a:lnSpc>
                <a:spcPct val="80000"/>
              </a:lnSpc>
            </a:pPr>
            <a:endParaRPr lang="en-US" altLang="zh-CN" sz="2000"/>
          </a:p>
          <a:p>
            <a:pPr eaLnBrk="1" hangingPunct="1">
              <a:lnSpc>
                <a:spcPct val="80000"/>
              </a:lnSpc>
            </a:pPr>
            <a:endParaRPr lang="en-US" altLang="zh-CN" sz="2000"/>
          </a:p>
          <a:p>
            <a:pPr eaLnBrk="1" hangingPunct="1">
              <a:lnSpc>
                <a:spcPct val="80000"/>
              </a:lnSpc>
            </a:pPr>
            <a:endParaRPr lang="en-US" altLang="zh-CN" sz="2000"/>
          </a:p>
          <a:p>
            <a:pPr eaLnBrk="1" hangingPunct="1">
              <a:lnSpc>
                <a:spcPct val="80000"/>
              </a:lnSpc>
            </a:pPr>
            <a:endParaRPr lang="en-US" altLang="zh-CN" sz="2000"/>
          </a:p>
        </p:txBody>
      </p:sp>
      <p:pic>
        <p:nvPicPr>
          <p:cNvPr id="10245" name="Picture 7">
            <a:extLst>
              <a:ext uri="{FF2B5EF4-FFF2-40B4-BE49-F238E27FC236}">
                <a16:creationId xmlns:a16="http://schemas.microsoft.com/office/drawing/2014/main" id="{E61005D0-B5C9-4AD7-B0D1-88347EC357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492375"/>
            <a:ext cx="7615238" cy="306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a:extLst>
              <a:ext uri="{FF2B5EF4-FFF2-40B4-BE49-F238E27FC236}">
                <a16:creationId xmlns:a16="http://schemas.microsoft.com/office/drawing/2014/main" id="{0A51673A-B76F-47C8-81B1-A9018363B839}"/>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D0AB560-9554-4EFF-BB20-DB3A016EDF56}" type="slidenum">
              <a:rPr lang="en-US" altLang="zh-CN" smtClean="0"/>
              <a:pPr/>
              <a:t>5</a:t>
            </a:fld>
            <a:endParaRPr lang="en-US" altLang="zh-CN" sz="1000"/>
          </a:p>
        </p:txBody>
      </p:sp>
      <p:sp>
        <p:nvSpPr>
          <p:cNvPr id="12291" name="Rectangle 2">
            <a:extLst>
              <a:ext uri="{FF2B5EF4-FFF2-40B4-BE49-F238E27FC236}">
                <a16:creationId xmlns:a16="http://schemas.microsoft.com/office/drawing/2014/main" id="{F4EE670B-BF0B-4CC3-B4C0-87210D877282}"/>
              </a:ext>
            </a:extLst>
          </p:cNvPr>
          <p:cNvSpPr>
            <a:spLocks noGrp="1" noChangeArrowheads="1"/>
          </p:cNvSpPr>
          <p:nvPr>
            <p:ph type="title"/>
          </p:nvPr>
        </p:nvSpPr>
        <p:spPr/>
        <p:txBody>
          <a:bodyPr/>
          <a:lstStyle/>
          <a:p>
            <a:pPr eaLnBrk="1" hangingPunct="1"/>
            <a:r>
              <a:rPr lang="en-US" altLang="zh-CN"/>
              <a:t>XSL Is at Work on the Server</a:t>
            </a:r>
          </a:p>
        </p:txBody>
      </p:sp>
      <p:pic>
        <p:nvPicPr>
          <p:cNvPr id="12292" name="Picture 4">
            <a:extLst>
              <a:ext uri="{FF2B5EF4-FFF2-40B4-BE49-F238E27FC236}">
                <a16:creationId xmlns:a16="http://schemas.microsoft.com/office/drawing/2014/main" id="{5B269C06-1C0D-454C-9582-A8CAA5FE13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 y="1425575"/>
            <a:ext cx="8221663" cy="444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a:extLst>
              <a:ext uri="{FF2B5EF4-FFF2-40B4-BE49-F238E27FC236}">
                <a16:creationId xmlns:a16="http://schemas.microsoft.com/office/drawing/2014/main" id="{11036C3C-4FB0-4057-8D2C-6D0A8BB7409E}"/>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D0AB560-9554-4EFF-BB20-DB3A016EDF56}" type="slidenum">
              <a:rPr lang="en-US" altLang="zh-CN" smtClean="0"/>
              <a:pPr/>
              <a:t>6</a:t>
            </a:fld>
            <a:endParaRPr lang="en-US" altLang="zh-CN" sz="1000"/>
          </a:p>
        </p:txBody>
      </p:sp>
      <p:sp>
        <p:nvSpPr>
          <p:cNvPr id="14339" name="Rectangle 2">
            <a:extLst>
              <a:ext uri="{FF2B5EF4-FFF2-40B4-BE49-F238E27FC236}">
                <a16:creationId xmlns:a16="http://schemas.microsoft.com/office/drawing/2014/main" id="{6AC71E65-E640-401A-AE0A-44355783AB9C}"/>
              </a:ext>
            </a:extLst>
          </p:cNvPr>
          <p:cNvSpPr>
            <a:spLocks noGrp="1" noChangeArrowheads="1"/>
          </p:cNvSpPr>
          <p:nvPr>
            <p:ph type="title"/>
          </p:nvPr>
        </p:nvSpPr>
        <p:spPr/>
        <p:txBody>
          <a:bodyPr/>
          <a:lstStyle/>
          <a:p>
            <a:pPr eaLnBrk="1" hangingPunct="1"/>
            <a:r>
              <a:rPr lang="en-US" altLang="zh-CN"/>
              <a:t>XSL: Three Parts</a:t>
            </a:r>
          </a:p>
        </p:txBody>
      </p:sp>
      <p:pic>
        <p:nvPicPr>
          <p:cNvPr id="14340" name="Picture 4">
            <a:extLst>
              <a:ext uri="{FF2B5EF4-FFF2-40B4-BE49-F238E27FC236}">
                <a16:creationId xmlns:a16="http://schemas.microsoft.com/office/drawing/2014/main" id="{5F54EAA2-6EBD-48F6-8811-68CA9D636A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 y="1524000"/>
            <a:ext cx="8010525" cy="484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C99508BD-F51D-43B2-9BB1-A25141042881}"/>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D0AB560-9554-4EFF-BB20-DB3A016EDF56}" type="slidenum">
              <a:rPr lang="en-US" altLang="zh-CN" smtClean="0"/>
              <a:pPr/>
              <a:t>7</a:t>
            </a:fld>
            <a:endParaRPr lang="en-US" altLang="zh-CN" sz="1000"/>
          </a:p>
        </p:txBody>
      </p:sp>
      <p:sp>
        <p:nvSpPr>
          <p:cNvPr id="16387" name="Rectangle 2">
            <a:extLst>
              <a:ext uri="{FF2B5EF4-FFF2-40B4-BE49-F238E27FC236}">
                <a16:creationId xmlns:a16="http://schemas.microsoft.com/office/drawing/2014/main" id="{D01AC071-5184-48E9-A3E2-D52D51B1D3B6}"/>
              </a:ext>
            </a:extLst>
          </p:cNvPr>
          <p:cNvSpPr>
            <a:spLocks noGrp="1" noChangeArrowheads="1"/>
          </p:cNvSpPr>
          <p:nvPr>
            <p:ph type="title"/>
          </p:nvPr>
        </p:nvSpPr>
        <p:spPr/>
        <p:txBody>
          <a:bodyPr/>
          <a:lstStyle/>
          <a:p>
            <a:pPr eaLnBrk="1" hangingPunct="1"/>
            <a:r>
              <a:rPr lang="en-US" altLang="zh-CN"/>
              <a:t>What Is XPath? </a:t>
            </a:r>
          </a:p>
        </p:txBody>
      </p:sp>
      <p:sp>
        <p:nvSpPr>
          <p:cNvPr id="16388" name="Rectangle 3">
            <a:extLst>
              <a:ext uri="{FF2B5EF4-FFF2-40B4-BE49-F238E27FC236}">
                <a16:creationId xmlns:a16="http://schemas.microsoft.com/office/drawing/2014/main" id="{6E504C31-D698-4CC5-A59B-7A9051FB0A0A}"/>
              </a:ext>
            </a:extLst>
          </p:cNvPr>
          <p:cNvSpPr>
            <a:spLocks noGrp="1" noChangeArrowheads="1"/>
          </p:cNvSpPr>
          <p:nvPr>
            <p:ph type="body" idx="1"/>
          </p:nvPr>
        </p:nvSpPr>
        <p:spPr/>
        <p:txBody>
          <a:bodyPr/>
          <a:lstStyle/>
          <a:p>
            <a:pPr eaLnBrk="1" hangingPunct="1"/>
            <a:r>
              <a:rPr lang="en-US" altLang="zh-CN" sz="2400"/>
              <a:t>W3C Recommendation (Nov. 16, 1999)</a:t>
            </a:r>
            <a:r>
              <a:rPr lang="en-US" altLang="zh-CN" sz="2400" b="1"/>
              <a:t> </a:t>
            </a:r>
            <a:r>
              <a:rPr lang="en-US" altLang="zh-CN" sz="2400"/>
              <a:t>for querying an XML document</a:t>
            </a:r>
          </a:p>
          <a:p>
            <a:pPr lvl="1" eaLnBrk="1" hangingPunct="1"/>
            <a:r>
              <a:rPr lang="en-US" altLang="zh-CN" sz="1800"/>
              <a:t>Does not have an implementation independent of other standards/technologies.</a:t>
            </a:r>
          </a:p>
          <a:p>
            <a:pPr lvl="1" eaLnBrk="1" hangingPunct="1"/>
            <a:r>
              <a:rPr lang="en-US" altLang="zh-CN" sz="1800"/>
              <a:t>Used by XSLT, XPointer, XQuery and so on </a:t>
            </a:r>
          </a:p>
          <a:p>
            <a:pPr eaLnBrk="1" hangingPunct="1"/>
            <a:r>
              <a:rPr lang="en-US" altLang="zh-CN" sz="2400"/>
              <a:t>Often when processing XML, we need to address (locate) a portion of or elements of the document which meet specified criteria</a:t>
            </a:r>
          </a:p>
          <a:p>
            <a:pPr lvl="1" eaLnBrk="1" hangingPunct="1"/>
            <a:r>
              <a:rPr lang="en-US" altLang="zh-CN" sz="1800"/>
              <a:t>e.g., In XML for a book on Java, find the chapters with JDBC in the title</a:t>
            </a:r>
          </a:p>
          <a:p>
            <a:pPr eaLnBrk="1" hangingPunct="1"/>
            <a:r>
              <a:rPr lang="en-US" altLang="zh-CN" sz="2400"/>
              <a:t>Provides the ability to address any slice of an XML document in any direction</a:t>
            </a:r>
          </a:p>
          <a:p>
            <a:pPr lvl="1" eaLnBrk="1" hangingPunct="1"/>
            <a:r>
              <a:rPr lang="en-US" altLang="zh-CN" sz="1800"/>
              <a:t>Either forwards, backwards or sideways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a:extLst>
              <a:ext uri="{FF2B5EF4-FFF2-40B4-BE49-F238E27FC236}">
                <a16:creationId xmlns:a16="http://schemas.microsoft.com/office/drawing/2014/main" id="{3AC89574-AB05-42BA-BF14-75F22694C33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D0AB560-9554-4EFF-BB20-DB3A016EDF56}" type="slidenum">
              <a:rPr lang="en-US" altLang="zh-CN" smtClean="0"/>
              <a:pPr/>
              <a:t>8</a:t>
            </a:fld>
            <a:endParaRPr lang="en-US" altLang="zh-CN" sz="1000"/>
          </a:p>
        </p:txBody>
      </p:sp>
      <p:sp>
        <p:nvSpPr>
          <p:cNvPr id="18435" name="Rectangle 2">
            <a:extLst>
              <a:ext uri="{FF2B5EF4-FFF2-40B4-BE49-F238E27FC236}">
                <a16:creationId xmlns:a16="http://schemas.microsoft.com/office/drawing/2014/main" id="{67C67D5D-7F73-400E-8563-37222B4944F1}"/>
              </a:ext>
            </a:extLst>
          </p:cNvPr>
          <p:cNvSpPr>
            <a:spLocks noGrp="1" noChangeArrowheads="1"/>
          </p:cNvSpPr>
          <p:nvPr>
            <p:ph type="title"/>
          </p:nvPr>
        </p:nvSpPr>
        <p:spPr/>
        <p:txBody>
          <a:bodyPr/>
          <a:lstStyle/>
          <a:p>
            <a:pPr eaLnBrk="1" hangingPunct="1"/>
            <a:r>
              <a:rPr lang="en-US" altLang="zh-CN"/>
              <a:t>Why Is It Called XPath?</a:t>
            </a:r>
          </a:p>
        </p:txBody>
      </p:sp>
      <p:sp>
        <p:nvSpPr>
          <p:cNvPr id="24580" name="Rectangle 3">
            <a:extLst>
              <a:ext uri="{FF2B5EF4-FFF2-40B4-BE49-F238E27FC236}">
                <a16:creationId xmlns:a16="http://schemas.microsoft.com/office/drawing/2014/main" id="{B48BC8E3-ACA5-4537-B8A4-0E55D927BAFC}"/>
              </a:ext>
            </a:extLst>
          </p:cNvPr>
          <p:cNvSpPr>
            <a:spLocks noGrp="1" noChangeArrowheads="1"/>
          </p:cNvSpPr>
          <p:nvPr>
            <p:ph type="body" idx="1"/>
          </p:nvPr>
        </p:nvSpPr>
        <p:spPr/>
        <p:txBody>
          <a:bodyPr>
            <a:normAutofit/>
          </a:bodyPr>
          <a:lstStyle/>
          <a:p>
            <a:pPr eaLnBrk="1" hangingPunct="1">
              <a:lnSpc>
                <a:spcPct val="110000"/>
              </a:lnSpc>
              <a:defRPr/>
            </a:pPr>
            <a:r>
              <a:rPr lang="en-US" altLang="zh-CN" sz="2800" dirty="0"/>
              <a:t>Consider the DOS, UNIX, or URI syntax for addressing files in a directory structure</a:t>
            </a:r>
          </a:p>
          <a:p>
            <a:pPr lvl="1" eaLnBrk="1" hangingPunct="1">
              <a:lnSpc>
                <a:spcPct val="110000"/>
              </a:lnSpc>
              <a:defRPr/>
            </a:pPr>
            <a:r>
              <a:rPr lang="en-US" altLang="zh-CN" sz="2000" dirty="0">
                <a:latin typeface="Courier New" panose="02070309020205020404" pitchFamily="49" charset="0"/>
                <a:cs typeface="Courier New" panose="02070309020205020404" pitchFamily="49" charset="0"/>
              </a:rPr>
              <a:t>/publications/articles/Transformations.xml</a:t>
            </a:r>
          </a:p>
          <a:p>
            <a:pPr lvl="1" eaLnBrk="1" hangingPunct="1">
              <a:lnSpc>
                <a:spcPct val="110000"/>
              </a:lnSpc>
              <a:defRPr/>
            </a:pPr>
            <a:r>
              <a:rPr lang="en-US" altLang="zh-CN" sz="2000" dirty="0"/>
              <a:t>This is called a </a:t>
            </a:r>
            <a:r>
              <a:rPr lang="en-US" altLang="zh-CN" sz="2000" i="1" dirty="0"/>
              <a:t>pathname</a:t>
            </a:r>
            <a:r>
              <a:rPr lang="en-US" altLang="zh-CN" sz="2000" dirty="0"/>
              <a:t> to the file</a:t>
            </a:r>
          </a:p>
          <a:p>
            <a:pPr lvl="1" eaLnBrk="1" hangingPunct="1">
              <a:lnSpc>
                <a:spcPct val="110000"/>
              </a:lnSpc>
              <a:defRPr/>
            </a:pPr>
            <a:r>
              <a:rPr lang="en-US" altLang="zh-CN" sz="2000" dirty="0"/>
              <a:t>It describes the </a:t>
            </a:r>
            <a:r>
              <a:rPr lang="en-US" altLang="zh-CN" sz="2000" i="1" dirty="0"/>
              <a:t>path</a:t>
            </a:r>
            <a:r>
              <a:rPr lang="en-US" altLang="zh-CN" sz="2000" dirty="0"/>
              <a:t> to follow, from the root, through a tree of directories (folders), to locate a given file</a:t>
            </a:r>
          </a:p>
          <a:p>
            <a:pPr eaLnBrk="1" hangingPunct="1">
              <a:lnSpc>
                <a:spcPct val="110000"/>
              </a:lnSpc>
              <a:defRPr/>
            </a:pPr>
            <a:r>
              <a:rPr lang="en-US" altLang="zh-CN" sz="2800" dirty="0"/>
              <a:t>XML documents are frequently viewed as a tree of nodes. Expressions describe a path to a given node or set of nodes</a:t>
            </a:r>
            <a:endParaRPr lang="en-US" altLang="zh-CN" sz="2300" dirty="0"/>
          </a:p>
          <a:p>
            <a:pPr eaLnBrk="1" hangingPunct="1">
              <a:lnSpc>
                <a:spcPct val="110000"/>
              </a:lnSpc>
              <a:defRPr/>
            </a:pPr>
            <a:r>
              <a:rPr lang="en-US" altLang="zh-CN" sz="2800" dirty="0"/>
              <a:t>Similarly, XPath also uses a forward slash to separate the nodes of a path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B1280E3C-6F08-4CA0-88C9-02C2ADEBCD74}"/>
              </a:ext>
            </a:extLst>
          </p:cNvPr>
          <p:cNvSpPr>
            <a:spLocks noGrp="1"/>
          </p:cNvSpPr>
          <p:nvPr>
            <p:ph type="title"/>
          </p:nvPr>
        </p:nvSpPr>
        <p:spPr/>
        <p:txBody>
          <a:bodyPr/>
          <a:lstStyle/>
          <a:p>
            <a:r>
              <a:rPr lang="en-US" altLang="zh-CN"/>
              <a:t>XSLT</a:t>
            </a:r>
            <a:endParaRPr lang="zh-CN" altLang="en-US"/>
          </a:p>
        </p:txBody>
      </p:sp>
      <p:sp>
        <p:nvSpPr>
          <p:cNvPr id="3" name="内容占位符 2">
            <a:extLst>
              <a:ext uri="{FF2B5EF4-FFF2-40B4-BE49-F238E27FC236}">
                <a16:creationId xmlns:a16="http://schemas.microsoft.com/office/drawing/2014/main" id="{6F27CA67-57CE-42B2-86EC-BCFC598FAABB}"/>
              </a:ext>
            </a:extLst>
          </p:cNvPr>
          <p:cNvSpPr>
            <a:spLocks noGrp="1"/>
          </p:cNvSpPr>
          <p:nvPr>
            <p:ph idx="1"/>
          </p:nvPr>
        </p:nvSpPr>
        <p:spPr/>
        <p:txBody>
          <a:bodyPr>
            <a:normAutofit fontScale="92500" lnSpcReduction="20000"/>
          </a:bodyPr>
          <a:lstStyle/>
          <a:p>
            <a:pPr>
              <a:lnSpc>
                <a:spcPct val="120000"/>
              </a:lnSpc>
              <a:defRPr/>
            </a:pPr>
            <a:r>
              <a:rPr lang="en-US" altLang="zh-CN" sz="2400" dirty="0"/>
              <a:t>XSLT (Extensible Stylesheet Language Transformations) is a language for transforming XML documents into other XML documents, or other formats such as: </a:t>
            </a:r>
          </a:p>
          <a:p>
            <a:pPr lvl="1">
              <a:lnSpc>
                <a:spcPct val="120000"/>
              </a:lnSpc>
              <a:defRPr/>
            </a:pPr>
            <a:r>
              <a:rPr lang="en-US" altLang="zh-CN" sz="1900" dirty="0"/>
              <a:t>HTML for web pages</a:t>
            </a:r>
          </a:p>
          <a:p>
            <a:pPr lvl="1">
              <a:lnSpc>
                <a:spcPct val="120000"/>
              </a:lnSpc>
              <a:defRPr/>
            </a:pPr>
            <a:r>
              <a:rPr lang="en-US" altLang="zh-CN" sz="1900" dirty="0"/>
              <a:t>Plain text</a:t>
            </a:r>
          </a:p>
          <a:p>
            <a:pPr lvl="1">
              <a:lnSpc>
                <a:spcPct val="120000"/>
              </a:lnSpc>
              <a:defRPr/>
            </a:pPr>
            <a:r>
              <a:rPr lang="en-US" altLang="zh-CN" sz="1900" dirty="0"/>
              <a:t>XSL Formatting Objects, which may subsequently be converted to other formats, such as PDF PostScript and PNG</a:t>
            </a:r>
          </a:p>
          <a:p>
            <a:pPr>
              <a:lnSpc>
                <a:spcPct val="120000"/>
              </a:lnSpc>
              <a:defRPr/>
            </a:pPr>
            <a:r>
              <a:rPr lang="en-US" altLang="zh-CN" sz="2400" dirty="0"/>
              <a:t>The original document is not changed; rather, a new document is created based on the content of an existing one</a:t>
            </a:r>
          </a:p>
          <a:p>
            <a:pPr>
              <a:lnSpc>
                <a:spcPct val="120000"/>
              </a:lnSpc>
              <a:defRPr/>
            </a:pPr>
            <a:r>
              <a:rPr lang="en-US" altLang="zh-CN" sz="2400" dirty="0"/>
              <a:t>Typically, input documents are XML files, but anything from which the processor can build an XQuery and XPath Data Model can be used, for example relational database tables, or geographical information systems</a:t>
            </a:r>
          </a:p>
          <a:p>
            <a:pPr>
              <a:lnSpc>
                <a:spcPct val="120000"/>
              </a:lnSpc>
              <a:defRPr/>
            </a:pPr>
            <a:r>
              <a:rPr lang="en-US" altLang="zh-CN" sz="2400" dirty="0"/>
              <a:t>XSLT is a Turing-complete language, meaning it can specify any computation that can be performed by a computer</a:t>
            </a:r>
            <a:endParaRPr lang="zh-CN" altLang="en-US" sz="2400" dirty="0"/>
          </a:p>
        </p:txBody>
      </p:sp>
      <p:sp>
        <p:nvSpPr>
          <p:cNvPr id="20484" name="灯片编号占位符 3">
            <a:extLst>
              <a:ext uri="{FF2B5EF4-FFF2-40B4-BE49-F238E27FC236}">
                <a16:creationId xmlns:a16="http://schemas.microsoft.com/office/drawing/2014/main" id="{F0E61D99-4775-4BFE-8CC4-C21387F4C85B}"/>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D0AB560-9554-4EFF-BB20-DB3A016EDF56}" type="slidenum">
              <a:rPr lang="en-US" altLang="zh-CN" smtClean="0"/>
              <a:pPr/>
              <a:t>9</a:t>
            </a:fld>
            <a:endParaRPr lang="en-US" altLang="zh-CN"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a:extLst>
              <a:ext uri="{FF2B5EF4-FFF2-40B4-BE49-F238E27FC236}">
                <a16:creationId xmlns:a16="http://schemas.microsoft.com/office/drawing/2014/main" id="{14FD5C04-E73F-4877-914C-C886F1A7BC90}"/>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D0AB560-9554-4EFF-BB20-DB3A016EDF56}" type="slidenum">
              <a:rPr lang="en-US" altLang="zh-CN" smtClean="0"/>
              <a:pPr/>
              <a:t>10</a:t>
            </a:fld>
            <a:endParaRPr lang="en-US" altLang="zh-CN" sz="1000"/>
          </a:p>
        </p:txBody>
      </p:sp>
      <p:sp>
        <p:nvSpPr>
          <p:cNvPr id="21507" name="Rectangle 2">
            <a:extLst>
              <a:ext uri="{FF2B5EF4-FFF2-40B4-BE49-F238E27FC236}">
                <a16:creationId xmlns:a16="http://schemas.microsoft.com/office/drawing/2014/main" id="{2C5B6546-7559-474D-B655-A69274C9E9E8}"/>
              </a:ext>
            </a:extLst>
          </p:cNvPr>
          <p:cNvSpPr>
            <a:spLocks noGrp="1" noChangeArrowheads="1"/>
          </p:cNvSpPr>
          <p:nvPr>
            <p:ph type="title"/>
          </p:nvPr>
        </p:nvSpPr>
        <p:spPr/>
        <p:txBody>
          <a:bodyPr>
            <a:normAutofit fontScale="90000"/>
          </a:bodyPr>
          <a:lstStyle/>
          <a:p>
            <a:pPr eaLnBrk="1" hangingPunct="1"/>
            <a:r>
              <a:rPr lang="en-US" altLang="zh-CN" sz="3400" dirty="0"/>
              <a:t>XSLT Language Characteristics (1/2)</a:t>
            </a:r>
          </a:p>
        </p:txBody>
      </p:sp>
      <p:sp>
        <p:nvSpPr>
          <p:cNvPr id="64516" name="Rectangle 3">
            <a:extLst>
              <a:ext uri="{FF2B5EF4-FFF2-40B4-BE49-F238E27FC236}">
                <a16:creationId xmlns:a16="http://schemas.microsoft.com/office/drawing/2014/main" id="{08EB6958-9421-4D85-8B42-9B9D7E9EE2F6}"/>
              </a:ext>
            </a:extLst>
          </p:cNvPr>
          <p:cNvSpPr>
            <a:spLocks noGrp="1" noChangeArrowheads="1"/>
          </p:cNvSpPr>
          <p:nvPr>
            <p:ph type="body" idx="1"/>
          </p:nvPr>
        </p:nvSpPr>
        <p:spPr/>
        <p:txBody>
          <a:bodyPr>
            <a:normAutofit/>
          </a:bodyPr>
          <a:lstStyle/>
          <a:p>
            <a:pPr eaLnBrk="1" hangingPunct="1">
              <a:defRPr/>
            </a:pPr>
            <a:r>
              <a:rPr lang="en-US" altLang="zh-CN" sz="2400" dirty="0"/>
              <a:t>Uses XML Syntax</a:t>
            </a:r>
          </a:p>
          <a:p>
            <a:pPr eaLnBrk="1" hangingPunct="1">
              <a:defRPr/>
            </a:pPr>
            <a:r>
              <a:rPr lang="en-US" altLang="zh-CN" sz="2400" dirty="0"/>
              <a:t>No side-effects (Parts of a </a:t>
            </a:r>
            <a:r>
              <a:rPr lang="en-US" altLang="zh-CN" sz="2400" dirty="0" err="1"/>
              <a:t>stylesheet</a:t>
            </a:r>
            <a:r>
              <a:rPr lang="en-US" altLang="zh-CN" sz="2400" dirty="0"/>
              <a:t> can be processed in any order and independently) :</a:t>
            </a:r>
          </a:p>
          <a:p>
            <a:pPr lvl="1" eaLnBrk="1" hangingPunct="1">
              <a:defRPr/>
            </a:pPr>
            <a:r>
              <a:rPr lang="en-US" altLang="zh-CN" sz="1800" dirty="0"/>
              <a:t>When functions have side-effects, they must be executed in a specific order</a:t>
            </a:r>
          </a:p>
          <a:p>
            <a:pPr lvl="1" eaLnBrk="1" hangingPunct="1">
              <a:defRPr/>
            </a:pPr>
            <a:r>
              <a:rPr lang="en-US" altLang="zh-CN" sz="1800" dirty="0"/>
              <a:t>Means you cannot update the value of a variable</a:t>
            </a:r>
          </a:p>
          <a:p>
            <a:pPr eaLnBrk="1" hangingPunct="1">
              <a:defRPr/>
            </a:pPr>
            <a:r>
              <a:rPr lang="en-US" altLang="zh-CN" sz="2400" dirty="0"/>
              <a:t>Pattern-matching rule based/declarative:</a:t>
            </a:r>
          </a:p>
          <a:p>
            <a:pPr lvl="1" eaLnBrk="1" hangingPunct="1">
              <a:defRPr/>
            </a:pPr>
            <a:r>
              <a:rPr lang="en-US" altLang="zh-CN" sz="1800" dirty="0"/>
              <a:t>A stylesheet is a sequence of template rules each of which says how a particular node should be processed</a:t>
            </a:r>
          </a:p>
          <a:p>
            <a:pPr lvl="1" eaLnBrk="1" hangingPunct="1">
              <a:defRPr/>
            </a:pPr>
            <a:r>
              <a:rPr lang="en-US" altLang="zh-CN" sz="1800" dirty="0"/>
              <a:t>No ordering is needed for the template rules</a:t>
            </a:r>
          </a:p>
          <a:p>
            <a:pPr lvl="1" eaLnBrk="1" hangingPunct="1">
              <a:defRPr/>
            </a:pPr>
            <a:r>
              <a:rPr lang="en-US" altLang="zh-CN" sz="1800" dirty="0"/>
              <a:t>These rules make XSLT declarative - you declare what you want done to the XML nodes</a:t>
            </a:r>
          </a:p>
          <a:p>
            <a:pPr lvl="1" eaLnBrk="1" hangingPunct="1">
              <a:defRPr/>
            </a:pPr>
            <a:r>
              <a:rPr lang="en-US" altLang="zh-CN" sz="1800" dirty="0"/>
              <a:t>XSLT relies on XPath for a large part of its pattern matching functionality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a:extLst>
              <a:ext uri="{FF2B5EF4-FFF2-40B4-BE49-F238E27FC236}">
                <a16:creationId xmlns:a16="http://schemas.microsoft.com/office/drawing/2014/main" id="{A53B1F85-BD80-49A0-B1D3-9ECE300F831B}"/>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D0AB560-9554-4EFF-BB20-DB3A016EDF56}" type="slidenum">
              <a:rPr lang="en-US" altLang="zh-CN" smtClean="0"/>
              <a:pPr/>
              <a:t>11</a:t>
            </a:fld>
            <a:endParaRPr lang="en-US" altLang="zh-CN" sz="1000"/>
          </a:p>
        </p:txBody>
      </p:sp>
      <p:sp>
        <p:nvSpPr>
          <p:cNvPr id="23555" name="Rectangle 2">
            <a:extLst>
              <a:ext uri="{FF2B5EF4-FFF2-40B4-BE49-F238E27FC236}">
                <a16:creationId xmlns:a16="http://schemas.microsoft.com/office/drawing/2014/main" id="{C9664676-02EC-468E-8110-87196DBCBA30}"/>
              </a:ext>
            </a:extLst>
          </p:cNvPr>
          <p:cNvSpPr>
            <a:spLocks noGrp="1" noChangeArrowheads="1"/>
          </p:cNvSpPr>
          <p:nvPr>
            <p:ph type="title"/>
          </p:nvPr>
        </p:nvSpPr>
        <p:spPr/>
        <p:txBody>
          <a:bodyPr>
            <a:normAutofit fontScale="90000"/>
          </a:bodyPr>
          <a:lstStyle/>
          <a:p>
            <a:pPr eaLnBrk="1" hangingPunct="1"/>
            <a:r>
              <a:rPr lang="en-US" altLang="zh-CN" sz="3400" dirty="0"/>
              <a:t>XSLT Language Characteristics (2/2)</a:t>
            </a:r>
          </a:p>
        </p:txBody>
      </p:sp>
      <p:sp>
        <p:nvSpPr>
          <p:cNvPr id="23556" name="Rectangle 3">
            <a:extLst>
              <a:ext uri="{FF2B5EF4-FFF2-40B4-BE49-F238E27FC236}">
                <a16:creationId xmlns:a16="http://schemas.microsoft.com/office/drawing/2014/main" id="{91544572-712B-4776-BF42-EF3289CD7217}"/>
              </a:ext>
            </a:extLst>
          </p:cNvPr>
          <p:cNvSpPr>
            <a:spLocks noGrp="1" noChangeArrowheads="1"/>
          </p:cNvSpPr>
          <p:nvPr>
            <p:ph type="body" idx="1"/>
          </p:nvPr>
        </p:nvSpPr>
        <p:spPr/>
        <p:txBody>
          <a:bodyPr/>
          <a:lstStyle/>
          <a:p>
            <a:pPr eaLnBrk="1" hangingPunct="1"/>
            <a:r>
              <a:rPr lang="en-US" altLang="zh-CN" sz="2800"/>
              <a:t>Closure (the output has the same data structure as the input):</a:t>
            </a:r>
          </a:p>
          <a:p>
            <a:pPr lvl="1" eaLnBrk="1" hangingPunct="1"/>
            <a:r>
              <a:rPr lang="en-US" altLang="zh-CN" sz="2300"/>
              <a:t>For XSLT, this structure is the tree representation of XML.  The input is XML and the output is a tree which is built as the input nodes are processed</a:t>
            </a:r>
          </a:p>
          <a:p>
            <a:pPr lvl="1" eaLnBrk="1" hangingPunct="1"/>
            <a:r>
              <a:rPr lang="en-US" altLang="zh-CN" sz="2300"/>
              <a:t>Means you can combine operations in a pipe-like structure where the output of one operation is the input for another</a:t>
            </a:r>
          </a:p>
          <a:p>
            <a:pPr eaLnBrk="1" hangingPunct="1"/>
            <a:r>
              <a:rPr lang="en-US" altLang="zh-CN" sz="2800"/>
              <a:t>Recursive:</a:t>
            </a:r>
          </a:p>
          <a:p>
            <a:pPr lvl="1" eaLnBrk="1" hangingPunct="1"/>
            <a:r>
              <a:rPr lang="en-US" altLang="zh-CN" sz="2300"/>
              <a:t>XSLT supports recursion with built-in constructs</a:t>
            </a:r>
          </a:p>
        </p:txBody>
      </p:sp>
    </p:spTree>
  </p:cSld>
  <p:clrMapOvr>
    <a:masterClrMapping/>
  </p:clrMapOvr>
</p:sld>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4459</TotalTime>
  <Words>587</Words>
  <Application>Microsoft Office PowerPoint</Application>
  <PresentationFormat>全屏显示(4:3)</PresentationFormat>
  <Paragraphs>74</Paragraphs>
  <Slides>11</Slides>
  <Notes>10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11</vt:i4>
      </vt:variant>
    </vt:vector>
  </HeadingPairs>
  <TitlesOfParts>
    <vt:vector size="16" baseType="lpstr">
      <vt:lpstr>Arial</vt:lpstr>
      <vt:lpstr>Courier New</vt:lpstr>
      <vt:lpstr>Verdana</vt:lpstr>
      <vt:lpstr>Wingdings</vt:lpstr>
      <vt:lpstr>software</vt:lpstr>
      <vt:lpstr>XSL Service-Oriented Software Engineering</vt:lpstr>
      <vt:lpstr>Why Do We Need XSL? (1/2)</vt:lpstr>
      <vt:lpstr>Why Do We Need XSL? (2/2)</vt:lpstr>
      <vt:lpstr>XSL Is at Home on the Client</vt:lpstr>
      <vt:lpstr>XSL Is at Work on the Server</vt:lpstr>
      <vt:lpstr>XSL: Three Parts</vt:lpstr>
      <vt:lpstr>What Is XPath? </vt:lpstr>
      <vt:lpstr>Why Is It Called XPath?</vt:lpstr>
      <vt:lpstr>XSLT</vt:lpstr>
      <vt:lpstr>XSLT Language Characteristics (1/2)</vt:lpstr>
      <vt:lpstr>XSLT Language Characteristics (2/2)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beijia</dc:creator>
  <cp:lastModifiedBy>jia bei</cp:lastModifiedBy>
  <cp:revision>143</cp:revision>
  <cp:lastPrinted>1601-01-01T00:00:00Z</cp:lastPrinted>
  <dcterms:created xsi:type="dcterms:W3CDTF">1601-01-01T00:00:00Z</dcterms:created>
  <dcterms:modified xsi:type="dcterms:W3CDTF">2023-10-12T04:25:46Z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