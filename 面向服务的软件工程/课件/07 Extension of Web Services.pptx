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vsd" ContentType="application/vnd.visio"/>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xml" ContentType="application/vnd.openxmlformats-officedocument.presentationml.tags+xml"/>
  <Override PartName="/ppt/notesSlides/notesSlide9.xml" ContentType="application/vnd.openxmlformats-officedocument.presentationml.notesSlide+xml"/>
  <Override PartName="/ppt/tags/tag2.xml" ContentType="application/vnd.openxmlformats-officedocument.presentationml.tags+xml"/>
  <Override PartName="/ppt/notesSlides/notesSlide10.xml" ContentType="application/vnd.openxmlformats-officedocument.presentationml.notesSlide+xml"/>
  <Override PartName="/ppt/tags/tag3.xml" ContentType="application/vnd.openxmlformats-officedocument.presentationml.tags+xml"/>
  <Override PartName="/ppt/notesSlides/notesSlide11.xml" ContentType="application/vnd.openxmlformats-officedocument.presentationml.notesSlide+xml"/>
  <Override PartName="/ppt/tags/tag4.xml" ContentType="application/vnd.openxmlformats-officedocument.presentationml.tags+xml"/>
  <Override PartName="/ppt/notesSlides/notesSlide12.xml" ContentType="application/vnd.openxmlformats-officedocument.presentationml.notesSlide+xml"/>
  <Override PartName="/ppt/tags/tag5.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6.xml" ContentType="application/vnd.openxmlformats-officedocument.presentationml.tags+xml"/>
  <Override PartName="/ppt/notesSlides/notesSlide15.xml" ContentType="application/vnd.openxmlformats-officedocument.presentationml.notesSlide+xml"/>
  <Override PartName="/ppt/tags/tag7.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8.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9.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10.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11.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25" r:id="rId1"/>
  </p:sldMasterIdLst>
  <p:notesMasterIdLst>
    <p:notesMasterId r:id="rId66"/>
  </p:notesMasterIdLst>
  <p:sldIdLst>
    <p:sldId id="256" r:id="rId2"/>
    <p:sldId id="352" r:id="rId3"/>
    <p:sldId id="353" r:id="rId4"/>
    <p:sldId id="354" r:id="rId5"/>
    <p:sldId id="355" r:id="rId6"/>
    <p:sldId id="356" r:id="rId7"/>
    <p:sldId id="497" r:id="rId8"/>
    <p:sldId id="480" r:id="rId9"/>
    <p:sldId id="500" r:id="rId10"/>
    <p:sldId id="501" r:id="rId11"/>
    <p:sldId id="481" r:id="rId12"/>
    <p:sldId id="482" r:id="rId13"/>
    <p:sldId id="483" r:id="rId14"/>
    <p:sldId id="498" r:id="rId15"/>
    <p:sldId id="484" r:id="rId16"/>
    <p:sldId id="485" r:id="rId17"/>
    <p:sldId id="486" r:id="rId18"/>
    <p:sldId id="487" r:id="rId19"/>
    <p:sldId id="488" r:id="rId20"/>
    <p:sldId id="489" r:id="rId21"/>
    <p:sldId id="490" r:id="rId22"/>
    <p:sldId id="491" r:id="rId23"/>
    <p:sldId id="492" r:id="rId24"/>
    <p:sldId id="493" r:id="rId25"/>
    <p:sldId id="494" r:id="rId26"/>
    <p:sldId id="495" r:id="rId27"/>
    <p:sldId id="496" r:id="rId28"/>
    <p:sldId id="367" r:id="rId29"/>
    <p:sldId id="368" r:id="rId30"/>
    <p:sldId id="369" r:id="rId31"/>
    <p:sldId id="370" r:id="rId32"/>
    <p:sldId id="371" r:id="rId33"/>
    <p:sldId id="372" r:id="rId34"/>
    <p:sldId id="344" r:id="rId35"/>
    <p:sldId id="345" r:id="rId36"/>
    <p:sldId id="357" r:id="rId37"/>
    <p:sldId id="351" r:id="rId38"/>
    <p:sldId id="346" r:id="rId39"/>
    <p:sldId id="373" r:id="rId40"/>
    <p:sldId id="347" r:id="rId41"/>
    <p:sldId id="348" r:id="rId42"/>
    <p:sldId id="349" r:id="rId43"/>
    <p:sldId id="290" r:id="rId44"/>
    <p:sldId id="291" r:id="rId45"/>
    <p:sldId id="332" r:id="rId46"/>
    <p:sldId id="292" r:id="rId47"/>
    <p:sldId id="293" r:id="rId48"/>
    <p:sldId id="295" r:id="rId49"/>
    <p:sldId id="294" r:id="rId50"/>
    <p:sldId id="334" r:id="rId51"/>
    <p:sldId id="335" r:id="rId52"/>
    <p:sldId id="336" r:id="rId53"/>
    <p:sldId id="337" r:id="rId54"/>
    <p:sldId id="297" r:id="rId55"/>
    <p:sldId id="298" r:id="rId56"/>
    <p:sldId id="299" r:id="rId57"/>
    <p:sldId id="375" r:id="rId58"/>
    <p:sldId id="342" r:id="rId59"/>
    <p:sldId id="341" r:id="rId60"/>
    <p:sldId id="300" r:id="rId61"/>
    <p:sldId id="301" r:id="rId62"/>
    <p:sldId id="302" r:id="rId63"/>
    <p:sldId id="303" r:id="rId64"/>
    <p:sldId id="376" r:id="rId65"/>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23" autoAdjust="0"/>
    <p:restoredTop sz="94639" autoAdjust="0"/>
  </p:normalViewPr>
  <p:slideViewPr>
    <p:cSldViewPr>
      <p:cViewPr varScale="1">
        <p:scale>
          <a:sx n="115" d="100"/>
          <a:sy n="115" d="100"/>
        </p:scale>
        <p:origin x="1542" y="5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4301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286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301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4301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14853C51-5E44-4132-B83D-D4CB77AD4423}" type="slidenum">
              <a:rPr lang="en-US" altLang="zh-CN"/>
              <a:pPr>
                <a:defRPr/>
              </a:pPr>
              <a:t>‹#›</a:t>
            </a:fld>
            <a:endParaRPr lang="en-US" altLang="zh-CN"/>
          </a:p>
        </p:txBody>
      </p:sp>
    </p:spTree>
    <p:extLst>
      <p:ext uri="{BB962C8B-B14F-4D97-AF65-F5344CB8AC3E}">
        <p14:creationId xmlns:p14="http://schemas.microsoft.com/office/powerpoint/2010/main" val="310176871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a:ln/>
        </p:spPr>
      </p:sp>
      <p:sp>
        <p:nvSpPr>
          <p:cNvPr id="296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97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C8CF3703-97A5-4F66-B744-FB1E1C3EB1D2}" type="slidenum">
              <a:rPr lang="en-US" altLang="zh-CN" smtClean="0"/>
              <a:pPr eaLnBrk="1" hangingPunct="1"/>
              <a:t>1</a:t>
            </a:fld>
            <a:endParaRPr lang="en-US" altLang="zh-CN"/>
          </a:p>
        </p:txBody>
      </p:sp>
    </p:spTree>
    <p:extLst>
      <p:ext uri="{BB962C8B-B14F-4D97-AF65-F5344CB8AC3E}">
        <p14:creationId xmlns:p14="http://schemas.microsoft.com/office/powerpoint/2010/main" val="24934926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幻灯片图像占位符 1"/>
          <p:cNvSpPr>
            <a:spLocks noGrp="1" noRot="1" noChangeAspect="1" noTextEdit="1"/>
          </p:cNvSpPr>
          <p:nvPr>
            <p:ph type="sldImg"/>
          </p:nvPr>
        </p:nvSpPr>
        <p:spPr>
          <a:ln/>
        </p:spPr>
      </p:sp>
      <p:sp>
        <p:nvSpPr>
          <p:cNvPr id="1003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03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D4C0BBF-613A-4FA1-BB9B-E9A5162B8D48}" type="slidenum">
              <a:rPr lang="en-US" altLang="zh-CN" smtClean="0"/>
              <a:pPr eaLnBrk="1" hangingPunct="1"/>
              <a:t>8</a:t>
            </a:fld>
            <a:endParaRPr lang="en-US" altLang="zh-CN"/>
          </a:p>
        </p:txBody>
      </p:sp>
    </p:spTree>
    <p:extLst>
      <p:ext uri="{BB962C8B-B14F-4D97-AF65-F5344CB8AC3E}">
        <p14:creationId xmlns:p14="http://schemas.microsoft.com/office/powerpoint/2010/main" val="994673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p:cNvSpPr>
            <a:spLocks noGrp="1" noRot="1" noChangeAspect="1" noTextEdit="1"/>
          </p:cNvSpPr>
          <p:nvPr>
            <p:ph type="sldImg"/>
          </p:nvPr>
        </p:nvSpPr>
        <p:spPr>
          <a:ln/>
        </p:spPr>
      </p:sp>
      <p:sp>
        <p:nvSpPr>
          <p:cNvPr id="552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553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46F3F5A-196E-49E1-9E9C-C1A24B808C11}" type="slidenum">
              <a:rPr lang="en-US" altLang="zh-CN" smtClean="0"/>
              <a:pPr eaLnBrk="1" hangingPunct="1"/>
              <a:t>9</a:t>
            </a:fld>
            <a:endParaRPr lang="en-US" altLang="zh-CN"/>
          </a:p>
        </p:txBody>
      </p:sp>
    </p:spTree>
    <p:extLst>
      <p:ext uri="{BB962C8B-B14F-4D97-AF65-F5344CB8AC3E}">
        <p14:creationId xmlns:p14="http://schemas.microsoft.com/office/powerpoint/2010/main" val="24772400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a:ln/>
        </p:spPr>
      </p:sp>
      <p:sp>
        <p:nvSpPr>
          <p:cNvPr id="563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5632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BD10E8C-8293-4A7F-8664-C94D032AC2A3}" type="slidenum">
              <a:rPr lang="en-US" altLang="zh-CN" smtClean="0"/>
              <a:pPr eaLnBrk="1" hangingPunct="1"/>
              <a:t>10</a:t>
            </a:fld>
            <a:endParaRPr lang="en-US" altLang="zh-CN"/>
          </a:p>
        </p:txBody>
      </p:sp>
    </p:spTree>
    <p:extLst>
      <p:ext uri="{BB962C8B-B14F-4D97-AF65-F5344CB8AC3E}">
        <p14:creationId xmlns:p14="http://schemas.microsoft.com/office/powerpoint/2010/main" val="299121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p:cNvSpPr>
            <a:spLocks noGrp="1" noRot="1" noChangeAspect="1" noTextEdit="1"/>
          </p:cNvSpPr>
          <p:nvPr>
            <p:ph type="sldImg"/>
          </p:nvPr>
        </p:nvSpPr>
        <p:spPr>
          <a:ln/>
        </p:spPr>
      </p:sp>
      <p:sp>
        <p:nvSpPr>
          <p:cNvPr id="1013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138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08DCD34-92CC-4C22-A88A-D089514B9300}" type="slidenum">
              <a:rPr lang="en-US" altLang="zh-CN" smtClean="0"/>
              <a:pPr eaLnBrk="1" hangingPunct="1"/>
              <a:t>11</a:t>
            </a:fld>
            <a:endParaRPr lang="en-US" altLang="zh-CN"/>
          </a:p>
        </p:txBody>
      </p:sp>
    </p:spTree>
    <p:extLst>
      <p:ext uri="{BB962C8B-B14F-4D97-AF65-F5344CB8AC3E}">
        <p14:creationId xmlns:p14="http://schemas.microsoft.com/office/powerpoint/2010/main" val="17970448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
          <p:cNvSpPr>
            <a:spLocks noGrp="1" noRot="1" noChangeAspect="1" noTextEdit="1"/>
          </p:cNvSpPr>
          <p:nvPr>
            <p:ph type="sldImg"/>
          </p:nvPr>
        </p:nvSpPr>
        <p:spPr>
          <a:ln/>
        </p:spPr>
      </p:sp>
      <p:sp>
        <p:nvSpPr>
          <p:cNvPr id="1024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4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8CE77E1-697F-4203-9546-75786EDA9690}" type="slidenum">
              <a:rPr lang="en-US" altLang="zh-CN" smtClean="0"/>
              <a:pPr eaLnBrk="1" hangingPunct="1"/>
              <a:t>12</a:t>
            </a:fld>
            <a:endParaRPr lang="en-US" altLang="zh-CN"/>
          </a:p>
        </p:txBody>
      </p:sp>
    </p:spTree>
    <p:extLst>
      <p:ext uri="{BB962C8B-B14F-4D97-AF65-F5344CB8AC3E}">
        <p14:creationId xmlns:p14="http://schemas.microsoft.com/office/powerpoint/2010/main" val="5807443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a:ln/>
        </p:spPr>
      </p:sp>
      <p:sp>
        <p:nvSpPr>
          <p:cNvPr id="1034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4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725E1547-96E7-4382-A251-5845101B45C8}" type="slidenum">
              <a:rPr lang="en-US" altLang="zh-CN" smtClean="0"/>
              <a:pPr eaLnBrk="1" hangingPunct="1"/>
              <a:t>13</a:t>
            </a:fld>
            <a:endParaRPr lang="en-US" altLang="zh-CN"/>
          </a:p>
        </p:txBody>
      </p:sp>
    </p:spTree>
    <p:extLst>
      <p:ext uri="{BB962C8B-B14F-4D97-AF65-F5344CB8AC3E}">
        <p14:creationId xmlns:p14="http://schemas.microsoft.com/office/powerpoint/2010/main" val="2859345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p:cNvSpPr>
            <a:spLocks noGrp="1" noRot="1" noChangeAspect="1" noTextEdit="1"/>
          </p:cNvSpPr>
          <p:nvPr>
            <p:ph type="sldImg"/>
          </p:nvPr>
        </p:nvSpPr>
        <p:spPr>
          <a:ln/>
        </p:spPr>
      </p:sp>
      <p:sp>
        <p:nvSpPr>
          <p:cNvPr id="1044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44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60E46BD-B9D9-4716-B29F-86E550A560D5}" type="slidenum">
              <a:rPr lang="en-US" altLang="zh-CN" smtClean="0"/>
              <a:pPr eaLnBrk="1" hangingPunct="1"/>
              <a:t>15</a:t>
            </a:fld>
            <a:endParaRPr lang="en-US" altLang="zh-CN"/>
          </a:p>
        </p:txBody>
      </p:sp>
    </p:spTree>
    <p:extLst>
      <p:ext uri="{BB962C8B-B14F-4D97-AF65-F5344CB8AC3E}">
        <p14:creationId xmlns:p14="http://schemas.microsoft.com/office/powerpoint/2010/main" val="17768775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a:ln/>
        </p:spPr>
      </p:sp>
      <p:sp>
        <p:nvSpPr>
          <p:cNvPr id="1054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54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6CEC44F-4346-4FB2-82BB-5D412821A3E1}" type="slidenum">
              <a:rPr lang="en-US" altLang="zh-CN" smtClean="0"/>
              <a:pPr eaLnBrk="1" hangingPunct="1"/>
              <a:t>16</a:t>
            </a:fld>
            <a:endParaRPr lang="en-US" altLang="zh-CN"/>
          </a:p>
        </p:txBody>
      </p:sp>
    </p:spTree>
    <p:extLst>
      <p:ext uri="{BB962C8B-B14F-4D97-AF65-F5344CB8AC3E}">
        <p14:creationId xmlns:p14="http://schemas.microsoft.com/office/powerpoint/2010/main" val="12906653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幻灯片图像占位符 1"/>
          <p:cNvSpPr>
            <a:spLocks noGrp="1" noRot="1" noChangeAspect="1" noTextEdit="1"/>
          </p:cNvSpPr>
          <p:nvPr>
            <p:ph type="sldImg"/>
          </p:nvPr>
        </p:nvSpPr>
        <p:spPr>
          <a:ln/>
        </p:spPr>
      </p:sp>
      <p:sp>
        <p:nvSpPr>
          <p:cNvPr id="1064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65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7B7C12F-331B-4294-90E0-5718A8B38964}" type="slidenum">
              <a:rPr lang="en-US" altLang="zh-CN" smtClean="0"/>
              <a:pPr eaLnBrk="1" hangingPunct="1"/>
              <a:t>17</a:t>
            </a:fld>
            <a:endParaRPr lang="en-US" altLang="zh-CN"/>
          </a:p>
        </p:txBody>
      </p:sp>
    </p:spTree>
    <p:extLst>
      <p:ext uri="{BB962C8B-B14F-4D97-AF65-F5344CB8AC3E}">
        <p14:creationId xmlns:p14="http://schemas.microsoft.com/office/powerpoint/2010/main" val="10891658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p:cNvSpPr>
            <a:spLocks noGrp="1" noRot="1" noChangeAspect="1" noTextEdit="1"/>
          </p:cNvSpPr>
          <p:nvPr>
            <p:ph type="sldImg"/>
          </p:nvPr>
        </p:nvSpPr>
        <p:spPr>
          <a:ln/>
        </p:spPr>
      </p:sp>
      <p:sp>
        <p:nvSpPr>
          <p:cNvPr id="1075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752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CAEC6D3-8CF0-4332-BFC9-02C723906681}" type="slidenum">
              <a:rPr lang="en-US" altLang="zh-CN" smtClean="0"/>
              <a:pPr eaLnBrk="1" hangingPunct="1"/>
              <a:t>18</a:t>
            </a:fld>
            <a:endParaRPr lang="en-US" altLang="zh-CN"/>
          </a:p>
        </p:txBody>
      </p:sp>
    </p:spTree>
    <p:extLst>
      <p:ext uri="{BB962C8B-B14F-4D97-AF65-F5344CB8AC3E}">
        <p14:creationId xmlns:p14="http://schemas.microsoft.com/office/powerpoint/2010/main" val="21452751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幻灯片图像占位符 1"/>
          <p:cNvSpPr>
            <a:spLocks noGrp="1" noRot="1" noChangeAspect="1" noTextEdit="1"/>
          </p:cNvSpPr>
          <p:nvPr>
            <p:ph type="sldImg"/>
          </p:nvPr>
        </p:nvSpPr>
        <p:spPr>
          <a:ln/>
        </p:spPr>
      </p:sp>
      <p:sp>
        <p:nvSpPr>
          <p:cNvPr id="1085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85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A35ED287-62BF-4869-B5FB-614695DA511A}" type="slidenum">
              <a:rPr lang="en-US" altLang="zh-CN" smtClean="0"/>
              <a:pPr eaLnBrk="1" hangingPunct="1"/>
              <a:t>19</a:t>
            </a:fld>
            <a:endParaRPr lang="en-US" altLang="zh-CN"/>
          </a:p>
        </p:txBody>
      </p:sp>
    </p:spTree>
    <p:extLst>
      <p:ext uri="{BB962C8B-B14F-4D97-AF65-F5344CB8AC3E}">
        <p14:creationId xmlns:p14="http://schemas.microsoft.com/office/powerpoint/2010/main" val="42391427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p:cNvSpPr>
            <a:spLocks noGrp="1" noRot="1" noChangeAspect="1" noTextEdit="1"/>
          </p:cNvSpPr>
          <p:nvPr>
            <p:ph type="sldImg"/>
          </p:nvPr>
        </p:nvSpPr>
        <p:spPr>
          <a:ln/>
        </p:spPr>
      </p:sp>
      <p:sp>
        <p:nvSpPr>
          <p:cNvPr id="1095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95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C9A8630F-9FD7-498F-A934-205EA78861F8}" type="slidenum">
              <a:rPr lang="en-US" altLang="zh-CN" smtClean="0"/>
              <a:pPr eaLnBrk="1" hangingPunct="1"/>
              <a:t>20</a:t>
            </a:fld>
            <a:endParaRPr lang="en-US" altLang="zh-CN"/>
          </a:p>
        </p:txBody>
      </p:sp>
    </p:spTree>
    <p:extLst>
      <p:ext uri="{BB962C8B-B14F-4D97-AF65-F5344CB8AC3E}">
        <p14:creationId xmlns:p14="http://schemas.microsoft.com/office/powerpoint/2010/main" val="28349866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a:ln/>
        </p:spPr>
      </p:sp>
      <p:sp>
        <p:nvSpPr>
          <p:cNvPr id="1105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05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6E058EE-DF38-4834-9F64-197F401A5606}" type="slidenum">
              <a:rPr lang="en-US" altLang="zh-CN" smtClean="0"/>
              <a:pPr eaLnBrk="1" hangingPunct="1"/>
              <a:t>21</a:t>
            </a:fld>
            <a:endParaRPr lang="en-US" altLang="zh-CN"/>
          </a:p>
        </p:txBody>
      </p:sp>
    </p:spTree>
    <p:extLst>
      <p:ext uri="{BB962C8B-B14F-4D97-AF65-F5344CB8AC3E}">
        <p14:creationId xmlns:p14="http://schemas.microsoft.com/office/powerpoint/2010/main" val="16278433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p:cNvSpPr>
            <a:spLocks noGrp="1" noRot="1" noChangeAspect="1" noTextEdit="1"/>
          </p:cNvSpPr>
          <p:nvPr>
            <p:ph type="sldImg"/>
          </p:nvPr>
        </p:nvSpPr>
        <p:spPr>
          <a:ln/>
        </p:spPr>
      </p:sp>
      <p:sp>
        <p:nvSpPr>
          <p:cNvPr id="1116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16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FD28D6D-5C9B-439A-9B45-91781D5F7EFE}" type="slidenum">
              <a:rPr lang="en-US" altLang="zh-CN" smtClean="0"/>
              <a:pPr eaLnBrk="1" hangingPunct="1"/>
              <a:t>22</a:t>
            </a:fld>
            <a:endParaRPr lang="en-US" altLang="zh-CN"/>
          </a:p>
        </p:txBody>
      </p:sp>
    </p:spTree>
    <p:extLst>
      <p:ext uri="{BB962C8B-B14F-4D97-AF65-F5344CB8AC3E}">
        <p14:creationId xmlns:p14="http://schemas.microsoft.com/office/powerpoint/2010/main" val="21361889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幻灯片图像占位符 1"/>
          <p:cNvSpPr>
            <a:spLocks noGrp="1" noRot="1" noChangeAspect="1" noTextEdit="1"/>
          </p:cNvSpPr>
          <p:nvPr>
            <p:ph type="sldImg"/>
          </p:nvPr>
        </p:nvSpPr>
        <p:spPr>
          <a:ln/>
        </p:spPr>
      </p:sp>
      <p:sp>
        <p:nvSpPr>
          <p:cNvPr id="1126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26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621CFBE-5B1E-40D1-BCAC-C084B9393C18}" type="slidenum">
              <a:rPr lang="en-US" altLang="zh-CN" smtClean="0"/>
              <a:pPr eaLnBrk="1" hangingPunct="1"/>
              <a:t>23</a:t>
            </a:fld>
            <a:endParaRPr lang="en-US" altLang="zh-CN"/>
          </a:p>
        </p:txBody>
      </p:sp>
    </p:spTree>
    <p:extLst>
      <p:ext uri="{BB962C8B-B14F-4D97-AF65-F5344CB8AC3E}">
        <p14:creationId xmlns:p14="http://schemas.microsoft.com/office/powerpoint/2010/main" val="14834555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TextEdit="1"/>
          </p:cNvSpPr>
          <p:nvPr>
            <p:ph type="sldImg"/>
          </p:nvPr>
        </p:nvSpPr>
        <p:spPr>
          <a:ln/>
        </p:spPr>
      </p:sp>
      <p:sp>
        <p:nvSpPr>
          <p:cNvPr id="1136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36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803172E-9975-4327-AB9F-7B6757839E31}" type="slidenum">
              <a:rPr lang="en-US" altLang="zh-CN" smtClean="0"/>
              <a:pPr eaLnBrk="1" hangingPunct="1"/>
              <a:t>24</a:t>
            </a:fld>
            <a:endParaRPr lang="en-US" altLang="zh-CN"/>
          </a:p>
        </p:txBody>
      </p:sp>
    </p:spTree>
    <p:extLst>
      <p:ext uri="{BB962C8B-B14F-4D97-AF65-F5344CB8AC3E}">
        <p14:creationId xmlns:p14="http://schemas.microsoft.com/office/powerpoint/2010/main" val="344581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幻灯片图像占位符 1"/>
          <p:cNvSpPr>
            <a:spLocks noGrp="1" noRot="1" noChangeAspect="1" noTextEdit="1"/>
          </p:cNvSpPr>
          <p:nvPr>
            <p:ph type="sldImg"/>
          </p:nvPr>
        </p:nvSpPr>
        <p:spPr>
          <a:ln/>
        </p:spPr>
      </p:sp>
      <p:sp>
        <p:nvSpPr>
          <p:cNvPr id="1146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46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006B979E-E19F-4F5A-AB93-889EC336280C}" type="slidenum">
              <a:rPr lang="en-US" altLang="zh-CN" smtClean="0"/>
              <a:pPr eaLnBrk="1" hangingPunct="1"/>
              <a:t>25</a:t>
            </a:fld>
            <a:endParaRPr lang="en-US" altLang="zh-CN"/>
          </a:p>
        </p:txBody>
      </p:sp>
    </p:spTree>
    <p:extLst>
      <p:ext uri="{BB962C8B-B14F-4D97-AF65-F5344CB8AC3E}">
        <p14:creationId xmlns:p14="http://schemas.microsoft.com/office/powerpoint/2010/main" val="3896785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幻灯片图像占位符 1"/>
          <p:cNvSpPr>
            <a:spLocks noGrp="1" noRot="1" noChangeAspect="1" noTextEdit="1"/>
          </p:cNvSpPr>
          <p:nvPr>
            <p:ph type="sldImg"/>
          </p:nvPr>
        </p:nvSpPr>
        <p:spPr>
          <a:ln/>
        </p:spPr>
      </p:sp>
      <p:sp>
        <p:nvSpPr>
          <p:cNvPr id="1157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57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3C8F6233-66C4-437A-B832-7A4D67DB79F1}" type="slidenum">
              <a:rPr lang="en-US" altLang="zh-CN" smtClean="0"/>
              <a:pPr eaLnBrk="1" hangingPunct="1"/>
              <a:t>26</a:t>
            </a:fld>
            <a:endParaRPr lang="en-US" altLang="zh-CN"/>
          </a:p>
        </p:txBody>
      </p:sp>
    </p:spTree>
    <p:extLst>
      <p:ext uri="{BB962C8B-B14F-4D97-AF65-F5344CB8AC3E}">
        <p14:creationId xmlns:p14="http://schemas.microsoft.com/office/powerpoint/2010/main" val="37915328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p:cNvSpPr>
            <a:spLocks noGrp="1" noRot="1" noChangeAspect="1" noTextEdit="1"/>
          </p:cNvSpPr>
          <p:nvPr>
            <p:ph type="sldImg"/>
          </p:nvPr>
        </p:nvSpPr>
        <p:spPr>
          <a:ln/>
        </p:spPr>
      </p:sp>
      <p:sp>
        <p:nvSpPr>
          <p:cNvPr id="1167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7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D0D2E49-DBB8-43F5-88BC-BBB2332761B8}" type="slidenum">
              <a:rPr lang="en-US" altLang="zh-CN" smtClean="0"/>
              <a:pPr eaLnBrk="1" hangingPunct="1"/>
              <a:t>27</a:t>
            </a:fld>
            <a:endParaRPr lang="en-US" altLang="zh-CN"/>
          </a:p>
        </p:txBody>
      </p:sp>
    </p:spTree>
    <p:extLst>
      <p:ext uri="{BB962C8B-B14F-4D97-AF65-F5344CB8AC3E}">
        <p14:creationId xmlns:p14="http://schemas.microsoft.com/office/powerpoint/2010/main" val="35092834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幻灯片图像占位符 1"/>
          <p:cNvSpPr>
            <a:spLocks noGrp="1" noRot="1" noChangeAspect="1" noTextEdit="1"/>
          </p:cNvSpPr>
          <p:nvPr>
            <p:ph type="sldImg"/>
          </p:nvPr>
        </p:nvSpPr>
        <p:spPr>
          <a:ln/>
        </p:spPr>
      </p:sp>
      <p:sp>
        <p:nvSpPr>
          <p:cNvPr id="3368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3369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ea typeface="宋体" charset="-122"/>
              </a:defRPr>
            </a:lvl1pPr>
            <a:lvl2pPr marL="742950" indent="-285750" eaLnBrk="0" hangingPunct="0">
              <a:defRPr sz="3200">
                <a:solidFill>
                  <a:schemeClr val="tx1"/>
                </a:solidFill>
                <a:latin typeface="Arial" charset="0"/>
                <a:ea typeface="宋体" charset="-122"/>
              </a:defRPr>
            </a:lvl2pPr>
            <a:lvl3pPr marL="1143000" indent="-228600" eaLnBrk="0" hangingPunct="0">
              <a:defRPr sz="3200">
                <a:solidFill>
                  <a:schemeClr val="tx1"/>
                </a:solidFill>
                <a:latin typeface="Arial" charset="0"/>
                <a:ea typeface="宋体" charset="-122"/>
              </a:defRPr>
            </a:lvl3pPr>
            <a:lvl4pPr marL="1600200" indent="-228600" eaLnBrk="0" hangingPunct="0">
              <a:defRPr sz="3200">
                <a:solidFill>
                  <a:schemeClr val="tx1"/>
                </a:solidFill>
                <a:latin typeface="Arial" charset="0"/>
                <a:ea typeface="宋体" charset="-122"/>
              </a:defRPr>
            </a:lvl4pPr>
            <a:lvl5pPr marL="2057400" indent="-228600" eaLnBrk="0" hangingPunct="0">
              <a:defRPr sz="3200">
                <a:solidFill>
                  <a:schemeClr val="tx1"/>
                </a:solidFill>
                <a:latin typeface="Arial" charset="0"/>
                <a:ea typeface="宋体" charset="-122"/>
              </a:defRPr>
            </a:lvl5pPr>
            <a:lvl6pPr marL="2514600" indent="-228600" eaLnBrk="0" fontAlgn="base" hangingPunct="0">
              <a:spcBef>
                <a:spcPct val="20000"/>
              </a:spcBef>
              <a:spcAft>
                <a:spcPct val="0"/>
              </a:spcAft>
              <a:buClr>
                <a:schemeClr val="accent1"/>
              </a:buClr>
              <a:buFont typeface="Wingdings" pitchFamily="2" charset="2"/>
              <a:buChar char="l"/>
              <a:defRPr sz="3200">
                <a:solidFill>
                  <a:schemeClr val="tx1"/>
                </a:solidFill>
                <a:latin typeface="Arial" charset="0"/>
                <a:ea typeface="宋体" charset="-122"/>
              </a:defRPr>
            </a:lvl6pPr>
            <a:lvl7pPr marL="2971800" indent="-228600" eaLnBrk="0" fontAlgn="base" hangingPunct="0">
              <a:spcBef>
                <a:spcPct val="20000"/>
              </a:spcBef>
              <a:spcAft>
                <a:spcPct val="0"/>
              </a:spcAft>
              <a:buClr>
                <a:schemeClr val="accent1"/>
              </a:buClr>
              <a:buFont typeface="Wingdings" pitchFamily="2" charset="2"/>
              <a:buChar char="l"/>
              <a:defRPr sz="3200">
                <a:solidFill>
                  <a:schemeClr val="tx1"/>
                </a:solidFill>
                <a:latin typeface="Arial" charset="0"/>
                <a:ea typeface="宋体" charset="-122"/>
              </a:defRPr>
            </a:lvl7pPr>
            <a:lvl8pPr marL="3429000" indent="-228600" eaLnBrk="0" fontAlgn="base" hangingPunct="0">
              <a:spcBef>
                <a:spcPct val="20000"/>
              </a:spcBef>
              <a:spcAft>
                <a:spcPct val="0"/>
              </a:spcAft>
              <a:buClr>
                <a:schemeClr val="accent1"/>
              </a:buClr>
              <a:buFont typeface="Wingdings" pitchFamily="2" charset="2"/>
              <a:buChar char="l"/>
              <a:defRPr sz="3200">
                <a:solidFill>
                  <a:schemeClr val="tx1"/>
                </a:solidFill>
                <a:latin typeface="Arial" charset="0"/>
                <a:ea typeface="宋体" charset="-122"/>
              </a:defRPr>
            </a:lvl8pPr>
            <a:lvl9pPr marL="3886200" indent="-228600" eaLnBrk="0" fontAlgn="base" hangingPunct="0">
              <a:spcBef>
                <a:spcPct val="20000"/>
              </a:spcBef>
              <a:spcAft>
                <a:spcPct val="0"/>
              </a:spcAft>
              <a:buClr>
                <a:schemeClr val="accent1"/>
              </a:buClr>
              <a:buFont typeface="Wingdings" pitchFamily="2" charset="2"/>
              <a:buChar char="l"/>
              <a:defRPr sz="3200">
                <a:solidFill>
                  <a:schemeClr val="tx1"/>
                </a:solidFill>
                <a:latin typeface="Arial" charset="0"/>
                <a:ea typeface="宋体" charset="-122"/>
              </a:defRPr>
            </a:lvl9pPr>
          </a:lstStyle>
          <a:p>
            <a:pPr eaLnBrk="1" hangingPunct="1"/>
            <a:fld id="{2EB0E005-6F3E-42A7-9865-CF514260B010}" type="slidenum">
              <a:rPr lang="en-US" altLang="zh-CN" sz="1200" smtClean="0"/>
              <a:pPr eaLnBrk="1" hangingPunct="1"/>
              <a:t>28</a:t>
            </a:fld>
            <a:endParaRPr lang="en-US" altLang="zh-CN" sz="1200"/>
          </a:p>
        </p:txBody>
      </p:sp>
    </p:spTree>
    <p:extLst>
      <p:ext uri="{BB962C8B-B14F-4D97-AF65-F5344CB8AC3E}">
        <p14:creationId xmlns:p14="http://schemas.microsoft.com/office/powerpoint/2010/main" val="37862910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幻灯片图像占位符 1"/>
          <p:cNvSpPr>
            <a:spLocks noGrp="1" noRot="1" noChangeAspect="1" noTextEdit="1"/>
          </p:cNvSpPr>
          <p:nvPr>
            <p:ph type="sldImg"/>
          </p:nvPr>
        </p:nvSpPr>
        <p:spPr>
          <a:ln/>
        </p:spPr>
      </p:sp>
      <p:sp>
        <p:nvSpPr>
          <p:cNvPr id="3389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3389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ea typeface="宋体" charset="-122"/>
              </a:defRPr>
            </a:lvl1pPr>
            <a:lvl2pPr marL="742950" indent="-285750" eaLnBrk="0" hangingPunct="0">
              <a:defRPr sz="3200">
                <a:solidFill>
                  <a:schemeClr val="tx1"/>
                </a:solidFill>
                <a:latin typeface="Arial" charset="0"/>
                <a:ea typeface="宋体" charset="-122"/>
              </a:defRPr>
            </a:lvl2pPr>
            <a:lvl3pPr marL="1143000" indent="-228600" eaLnBrk="0" hangingPunct="0">
              <a:defRPr sz="3200">
                <a:solidFill>
                  <a:schemeClr val="tx1"/>
                </a:solidFill>
                <a:latin typeface="Arial" charset="0"/>
                <a:ea typeface="宋体" charset="-122"/>
              </a:defRPr>
            </a:lvl3pPr>
            <a:lvl4pPr marL="1600200" indent="-228600" eaLnBrk="0" hangingPunct="0">
              <a:defRPr sz="3200">
                <a:solidFill>
                  <a:schemeClr val="tx1"/>
                </a:solidFill>
                <a:latin typeface="Arial" charset="0"/>
                <a:ea typeface="宋体" charset="-122"/>
              </a:defRPr>
            </a:lvl4pPr>
            <a:lvl5pPr marL="2057400" indent="-228600" eaLnBrk="0" hangingPunct="0">
              <a:defRPr sz="3200">
                <a:solidFill>
                  <a:schemeClr val="tx1"/>
                </a:solidFill>
                <a:latin typeface="Arial" charset="0"/>
                <a:ea typeface="宋体" charset="-122"/>
              </a:defRPr>
            </a:lvl5pPr>
            <a:lvl6pPr marL="2514600" indent="-228600" eaLnBrk="0" fontAlgn="base" hangingPunct="0">
              <a:spcBef>
                <a:spcPct val="20000"/>
              </a:spcBef>
              <a:spcAft>
                <a:spcPct val="0"/>
              </a:spcAft>
              <a:buClr>
                <a:schemeClr val="accent1"/>
              </a:buClr>
              <a:buFont typeface="Wingdings" pitchFamily="2" charset="2"/>
              <a:buChar char="l"/>
              <a:defRPr sz="3200">
                <a:solidFill>
                  <a:schemeClr val="tx1"/>
                </a:solidFill>
                <a:latin typeface="Arial" charset="0"/>
                <a:ea typeface="宋体" charset="-122"/>
              </a:defRPr>
            </a:lvl6pPr>
            <a:lvl7pPr marL="2971800" indent="-228600" eaLnBrk="0" fontAlgn="base" hangingPunct="0">
              <a:spcBef>
                <a:spcPct val="20000"/>
              </a:spcBef>
              <a:spcAft>
                <a:spcPct val="0"/>
              </a:spcAft>
              <a:buClr>
                <a:schemeClr val="accent1"/>
              </a:buClr>
              <a:buFont typeface="Wingdings" pitchFamily="2" charset="2"/>
              <a:buChar char="l"/>
              <a:defRPr sz="3200">
                <a:solidFill>
                  <a:schemeClr val="tx1"/>
                </a:solidFill>
                <a:latin typeface="Arial" charset="0"/>
                <a:ea typeface="宋体" charset="-122"/>
              </a:defRPr>
            </a:lvl7pPr>
            <a:lvl8pPr marL="3429000" indent="-228600" eaLnBrk="0" fontAlgn="base" hangingPunct="0">
              <a:spcBef>
                <a:spcPct val="20000"/>
              </a:spcBef>
              <a:spcAft>
                <a:spcPct val="0"/>
              </a:spcAft>
              <a:buClr>
                <a:schemeClr val="accent1"/>
              </a:buClr>
              <a:buFont typeface="Wingdings" pitchFamily="2" charset="2"/>
              <a:buChar char="l"/>
              <a:defRPr sz="3200">
                <a:solidFill>
                  <a:schemeClr val="tx1"/>
                </a:solidFill>
                <a:latin typeface="Arial" charset="0"/>
                <a:ea typeface="宋体" charset="-122"/>
              </a:defRPr>
            </a:lvl8pPr>
            <a:lvl9pPr marL="3886200" indent="-228600" eaLnBrk="0" fontAlgn="base" hangingPunct="0">
              <a:spcBef>
                <a:spcPct val="20000"/>
              </a:spcBef>
              <a:spcAft>
                <a:spcPct val="0"/>
              </a:spcAft>
              <a:buClr>
                <a:schemeClr val="accent1"/>
              </a:buClr>
              <a:buFont typeface="Wingdings" pitchFamily="2" charset="2"/>
              <a:buChar char="l"/>
              <a:defRPr sz="3200">
                <a:solidFill>
                  <a:schemeClr val="tx1"/>
                </a:solidFill>
                <a:latin typeface="Arial" charset="0"/>
                <a:ea typeface="宋体" charset="-122"/>
              </a:defRPr>
            </a:lvl9pPr>
          </a:lstStyle>
          <a:p>
            <a:pPr eaLnBrk="1" hangingPunct="1"/>
            <a:fld id="{A3E597BD-7262-4704-91C9-B14F9E14258D}" type="slidenum">
              <a:rPr lang="en-US" altLang="zh-CN" sz="1200" smtClean="0"/>
              <a:pPr eaLnBrk="1" hangingPunct="1"/>
              <a:t>29</a:t>
            </a:fld>
            <a:endParaRPr lang="en-US" altLang="zh-CN" sz="1200"/>
          </a:p>
        </p:txBody>
      </p:sp>
    </p:spTree>
    <p:extLst>
      <p:ext uri="{BB962C8B-B14F-4D97-AF65-F5344CB8AC3E}">
        <p14:creationId xmlns:p14="http://schemas.microsoft.com/office/powerpoint/2010/main" val="19149754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a:ln/>
        </p:spPr>
      </p:sp>
      <p:sp>
        <p:nvSpPr>
          <p:cNvPr id="931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31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D36872D-2D36-4913-AD2E-6C303D9EDBB7}" type="slidenum">
              <a:rPr lang="en-US" altLang="zh-CN" smtClean="0"/>
              <a:pPr eaLnBrk="1" hangingPunct="1"/>
              <a:t>34</a:t>
            </a:fld>
            <a:endParaRPr lang="en-US" altLang="zh-CN"/>
          </a:p>
        </p:txBody>
      </p:sp>
    </p:spTree>
    <p:extLst>
      <p:ext uri="{BB962C8B-B14F-4D97-AF65-F5344CB8AC3E}">
        <p14:creationId xmlns:p14="http://schemas.microsoft.com/office/powerpoint/2010/main" val="4633472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p:cNvSpPr>
            <a:spLocks noGrp="1" noRot="1" noChangeAspect="1" noTextEdit="1"/>
          </p:cNvSpPr>
          <p:nvPr>
            <p:ph type="sldImg"/>
          </p:nvPr>
        </p:nvSpPr>
        <p:spPr>
          <a:ln/>
        </p:spPr>
      </p:sp>
      <p:sp>
        <p:nvSpPr>
          <p:cNvPr id="942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42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12921460-9264-4FCE-B451-F3D9F4E15369}" type="slidenum">
              <a:rPr lang="en-US" altLang="zh-CN" smtClean="0"/>
              <a:pPr eaLnBrk="1" hangingPunct="1"/>
              <a:t>35</a:t>
            </a:fld>
            <a:endParaRPr lang="en-US" altLang="zh-CN"/>
          </a:p>
        </p:txBody>
      </p:sp>
    </p:spTree>
    <p:extLst>
      <p:ext uri="{BB962C8B-B14F-4D97-AF65-F5344CB8AC3E}">
        <p14:creationId xmlns:p14="http://schemas.microsoft.com/office/powerpoint/2010/main" val="540791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a:ln/>
        </p:spPr>
      </p:sp>
      <p:sp>
        <p:nvSpPr>
          <p:cNvPr id="952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52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AEF51834-D69F-4BBF-BFD8-5674B2C20872}" type="slidenum">
              <a:rPr lang="en-US" altLang="zh-CN" smtClean="0"/>
              <a:pPr eaLnBrk="1" hangingPunct="1"/>
              <a:t>38</a:t>
            </a:fld>
            <a:endParaRPr lang="en-US" altLang="zh-CN"/>
          </a:p>
        </p:txBody>
      </p:sp>
    </p:spTree>
    <p:extLst>
      <p:ext uri="{BB962C8B-B14F-4D97-AF65-F5344CB8AC3E}">
        <p14:creationId xmlns:p14="http://schemas.microsoft.com/office/powerpoint/2010/main" val="21873889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a:ln/>
        </p:spPr>
      </p:sp>
      <p:sp>
        <p:nvSpPr>
          <p:cNvPr id="532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32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841E238-E146-4335-9966-07ADE4396C4B}" type="slidenum">
              <a:rPr lang="en-US" altLang="zh-CN" smtClean="0"/>
              <a:pPr eaLnBrk="1" hangingPunct="1"/>
              <a:t>39</a:t>
            </a:fld>
            <a:endParaRPr lang="en-US" altLang="zh-CN"/>
          </a:p>
        </p:txBody>
      </p:sp>
    </p:spTree>
    <p:extLst>
      <p:ext uri="{BB962C8B-B14F-4D97-AF65-F5344CB8AC3E}">
        <p14:creationId xmlns:p14="http://schemas.microsoft.com/office/powerpoint/2010/main" val="1270012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p:cNvSpPr>
            <a:spLocks noGrp="1" noRot="1" noChangeAspect="1" noTextEdit="1"/>
          </p:cNvSpPr>
          <p:nvPr>
            <p:ph type="sldImg"/>
          </p:nvPr>
        </p:nvSpPr>
        <p:spPr>
          <a:ln/>
        </p:spPr>
      </p:sp>
      <p:sp>
        <p:nvSpPr>
          <p:cNvPr id="962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626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1F9654AA-95F8-469D-82FA-2AF39D66F34B}" type="slidenum">
              <a:rPr lang="en-US" altLang="zh-CN" smtClean="0"/>
              <a:pPr eaLnBrk="1" hangingPunct="1"/>
              <a:t>40</a:t>
            </a:fld>
            <a:endParaRPr lang="en-US" altLang="zh-CN"/>
          </a:p>
        </p:txBody>
      </p:sp>
    </p:spTree>
    <p:extLst>
      <p:ext uri="{BB962C8B-B14F-4D97-AF65-F5344CB8AC3E}">
        <p14:creationId xmlns:p14="http://schemas.microsoft.com/office/powerpoint/2010/main" val="29343351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TextEdit="1"/>
          </p:cNvSpPr>
          <p:nvPr>
            <p:ph type="sldImg"/>
          </p:nvPr>
        </p:nvSpPr>
        <p:spPr>
          <a:ln/>
        </p:spPr>
      </p:sp>
      <p:sp>
        <p:nvSpPr>
          <p:cNvPr id="972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72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AC77BE8E-A01E-4BDA-ABCE-4E5B57E9A05C}" type="slidenum">
              <a:rPr lang="en-US" altLang="zh-CN" smtClean="0"/>
              <a:pPr eaLnBrk="1" hangingPunct="1"/>
              <a:t>41</a:t>
            </a:fld>
            <a:endParaRPr lang="en-US" altLang="zh-CN"/>
          </a:p>
        </p:txBody>
      </p:sp>
    </p:spTree>
    <p:extLst>
      <p:ext uri="{BB962C8B-B14F-4D97-AF65-F5344CB8AC3E}">
        <p14:creationId xmlns:p14="http://schemas.microsoft.com/office/powerpoint/2010/main" val="40310112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p:cNvSpPr>
            <a:spLocks noGrp="1" noRot="1" noChangeAspect="1" noTextEdit="1"/>
          </p:cNvSpPr>
          <p:nvPr>
            <p:ph type="sldImg"/>
          </p:nvPr>
        </p:nvSpPr>
        <p:spPr>
          <a:ln/>
        </p:spPr>
      </p:sp>
      <p:sp>
        <p:nvSpPr>
          <p:cNvPr id="983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83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B65E5709-C434-4E98-BFD5-77664540379A}" type="slidenum">
              <a:rPr lang="en-US" altLang="zh-CN" smtClean="0"/>
              <a:pPr eaLnBrk="1" hangingPunct="1"/>
              <a:t>42</a:t>
            </a:fld>
            <a:endParaRPr lang="en-US" altLang="zh-CN"/>
          </a:p>
        </p:txBody>
      </p:sp>
    </p:spTree>
    <p:extLst>
      <p:ext uri="{BB962C8B-B14F-4D97-AF65-F5344CB8AC3E}">
        <p14:creationId xmlns:p14="http://schemas.microsoft.com/office/powerpoint/2010/main" val="19815946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p:cNvSpPr>
            <a:spLocks noGrp="1" noRot="1" noChangeAspect="1" noTextEdit="1"/>
          </p:cNvSpPr>
          <p:nvPr>
            <p:ph type="sldImg"/>
          </p:nvPr>
        </p:nvSpPr>
        <p:spPr>
          <a:ln/>
        </p:spPr>
      </p:sp>
      <p:sp>
        <p:nvSpPr>
          <p:cNvPr id="307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72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78A929E-8B36-4E29-87F8-78FBE792FDE7}" type="slidenum">
              <a:rPr lang="en-US" altLang="zh-CN" smtClean="0"/>
              <a:pPr eaLnBrk="1" hangingPunct="1"/>
              <a:t>43</a:t>
            </a:fld>
            <a:endParaRPr lang="en-US" altLang="zh-CN"/>
          </a:p>
        </p:txBody>
      </p:sp>
    </p:spTree>
    <p:extLst>
      <p:ext uri="{BB962C8B-B14F-4D97-AF65-F5344CB8AC3E}">
        <p14:creationId xmlns:p14="http://schemas.microsoft.com/office/powerpoint/2010/main" val="28693751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a:ln/>
        </p:spPr>
      </p:sp>
      <p:sp>
        <p:nvSpPr>
          <p:cNvPr id="317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7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E516A61-FDC0-472C-93E1-5F5BA4E5FF69}" type="slidenum">
              <a:rPr lang="en-US" altLang="zh-CN" smtClean="0"/>
              <a:pPr eaLnBrk="1" hangingPunct="1"/>
              <a:t>44</a:t>
            </a:fld>
            <a:endParaRPr lang="en-US" altLang="zh-CN"/>
          </a:p>
        </p:txBody>
      </p:sp>
    </p:spTree>
    <p:extLst>
      <p:ext uri="{BB962C8B-B14F-4D97-AF65-F5344CB8AC3E}">
        <p14:creationId xmlns:p14="http://schemas.microsoft.com/office/powerpoint/2010/main" val="39108956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p:cNvSpPr>
            <a:spLocks noGrp="1" noRot="1" noChangeAspect="1" noTextEdit="1"/>
          </p:cNvSpPr>
          <p:nvPr>
            <p:ph type="sldImg"/>
          </p:nvPr>
        </p:nvSpPr>
        <p:spPr>
          <a:ln/>
        </p:spPr>
      </p:sp>
      <p:sp>
        <p:nvSpPr>
          <p:cNvPr id="327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27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D00F4E3D-D546-4ED6-9770-7CEE7CBCF1E5}" type="slidenum">
              <a:rPr lang="en-US" altLang="zh-CN" smtClean="0"/>
              <a:pPr eaLnBrk="1" hangingPunct="1"/>
              <a:t>45</a:t>
            </a:fld>
            <a:endParaRPr lang="en-US" altLang="zh-CN"/>
          </a:p>
        </p:txBody>
      </p:sp>
    </p:spTree>
    <p:extLst>
      <p:ext uri="{BB962C8B-B14F-4D97-AF65-F5344CB8AC3E}">
        <p14:creationId xmlns:p14="http://schemas.microsoft.com/office/powerpoint/2010/main" val="11337196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a:ln/>
        </p:spPr>
      </p:sp>
      <p:sp>
        <p:nvSpPr>
          <p:cNvPr id="337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37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1193CDD-2EE6-4590-8642-378E93E8EB0F}" type="slidenum">
              <a:rPr lang="en-US" altLang="zh-CN" smtClean="0"/>
              <a:pPr eaLnBrk="1" hangingPunct="1"/>
              <a:t>46</a:t>
            </a:fld>
            <a:endParaRPr lang="en-US" altLang="zh-CN"/>
          </a:p>
        </p:txBody>
      </p:sp>
    </p:spTree>
    <p:extLst>
      <p:ext uri="{BB962C8B-B14F-4D97-AF65-F5344CB8AC3E}">
        <p14:creationId xmlns:p14="http://schemas.microsoft.com/office/powerpoint/2010/main" val="17118888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p:cNvSpPr>
            <a:spLocks noGrp="1" noRot="1" noChangeAspect="1" noTextEdit="1"/>
          </p:cNvSpPr>
          <p:nvPr>
            <p:ph type="sldImg"/>
          </p:nvPr>
        </p:nvSpPr>
        <p:spPr>
          <a:ln/>
        </p:spPr>
      </p:sp>
      <p:sp>
        <p:nvSpPr>
          <p:cNvPr id="348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48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72FF7A4-38BE-4283-9DE0-F77EF854F14A}" type="slidenum">
              <a:rPr lang="en-US" altLang="zh-CN" smtClean="0"/>
              <a:pPr eaLnBrk="1" hangingPunct="1"/>
              <a:t>47</a:t>
            </a:fld>
            <a:endParaRPr lang="en-US" altLang="zh-CN"/>
          </a:p>
        </p:txBody>
      </p:sp>
    </p:spTree>
    <p:extLst>
      <p:ext uri="{BB962C8B-B14F-4D97-AF65-F5344CB8AC3E}">
        <p14:creationId xmlns:p14="http://schemas.microsoft.com/office/powerpoint/2010/main" val="8083486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a:ln/>
        </p:spPr>
      </p:sp>
      <p:sp>
        <p:nvSpPr>
          <p:cNvPr id="358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58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D8E9A5F0-FE78-4DB5-817E-01A858623738}" type="slidenum">
              <a:rPr lang="en-US" altLang="zh-CN" smtClean="0"/>
              <a:pPr eaLnBrk="1" hangingPunct="1"/>
              <a:t>48</a:t>
            </a:fld>
            <a:endParaRPr lang="en-US" altLang="zh-CN"/>
          </a:p>
        </p:txBody>
      </p:sp>
    </p:spTree>
    <p:extLst>
      <p:ext uri="{BB962C8B-B14F-4D97-AF65-F5344CB8AC3E}">
        <p14:creationId xmlns:p14="http://schemas.microsoft.com/office/powerpoint/2010/main" val="26735848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p:cNvSpPr>
            <a:spLocks noGrp="1" noRot="1" noChangeAspect="1" noTextEdit="1"/>
          </p:cNvSpPr>
          <p:nvPr>
            <p:ph type="sldImg"/>
          </p:nvPr>
        </p:nvSpPr>
        <p:spPr>
          <a:ln/>
        </p:spPr>
      </p:sp>
      <p:sp>
        <p:nvSpPr>
          <p:cNvPr id="368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68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7972288-FE02-478C-8FDB-9E0E5037175C}" type="slidenum">
              <a:rPr lang="en-US" altLang="zh-CN" smtClean="0"/>
              <a:pPr eaLnBrk="1" hangingPunct="1"/>
              <a:t>49</a:t>
            </a:fld>
            <a:endParaRPr lang="en-US" altLang="zh-CN"/>
          </a:p>
        </p:txBody>
      </p:sp>
    </p:spTree>
    <p:extLst>
      <p:ext uri="{BB962C8B-B14F-4D97-AF65-F5344CB8AC3E}">
        <p14:creationId xmlns:p14="http://schemas.microsoft.com/office/powerpoint/2010/main" val="41336235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a:ln/>
        </p:spPr>
      </p:sp>
      <p:sp>
        <p:nvSpPr>
          <p:cNvPr id="378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78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4E006F93-B692-4975-9FF7-FA44945A3A16}" type="slidenum">
              <a:rPr lang="en-US" altLang="zh-CN" smtClean="0"/>
              <a:pPr eaLnBrk="1" hangingPunct="1"/>
              <a:t>50</a:t>
            </a:fld>
            <a:endParaRPr lang="en-US" altLang="zh-CN"/>
          </a:p>
        </p:txBody>
      </p:sp>
    </p:spTree>
    <p:extLst>
      <p:ext uri="{BB962C8B-B14F-4D97-AF65-F5344CB8AC3E}">
        <p14:creationId xmlns:p14="http://schemas.microsoft.com/office/powerpoint/2010/main" val="380391423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a:ln/>
        </p:spPr>
      </p:sp>
      <p:sp>
        <p:nvSpPr>
          <p:cNvPr id="389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89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7C84F41-7612-4297-BA7E-8097AB3A7575}" type="slidenum">
              <a:rPr lang="en-US" altLang="zh-CN" smtClean="0"/>
              <a:pPr eaLnBrk="1" hangingPunct="1"/>
              <a:t>51</a:t>
            </a:fld>
            <a:endParaRPr lang="en-US" altLang="zh-CN"/>
          </a:p>
        </p:txBody>
      </p:sp>
    </p:spTree>
    <p:extLst>
      <p:ext uri="{BB962C8B-B14F-4D97-AF65-F5344CB8AC3E}">
        <p14:creationId xmlns:p14="http://schemas.microsoft.com/office/powerpoint/2010/main" val="72529951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a:ln/>
        </p:spPr>
      </p:sp>
      <p:sp>
        <p:nvSpPr>
          <p:cNvPr id="399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99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CD4AEA86-BCB7-42B0-8446-F43E3DEAF0B7}" type="slidenum">
              <a:rPr lang="en-US" altLang="zh-CN" smtClean="0"/>
              <a:pPr eaLnBrk="1" hangingPunct="1"/>
              <a:t>52</a:t>
            </a:fld>
            <a:endParaRPr lang="en-US" altLang="zh-CN"/>
          </a:p>
        </p:txBody>
      </p:sp>
    </p:spTree>
    <p:extLst>
      <p:ext uri="{BB962C8B-B14F-4D97-AF65-F5344CB8AC3E}">
        <p14:creationId xmlns:p14="http://schemas.microsoft.com/office/powerpoint/2010/main" val="3376539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p:cNvSpPr>
            <a:spLocks noGrp="1" noRot="1" noChangeAspect="1" noTextEdit="1"/>
          </p:cNvSpPr>
          <p:nvPr>
            <p:ph type="sldImg"/>
          </p:nvPr>
        </p:nvSpPr>
        <p:spPr>
          <a:ln/>
        </p:spPr>
      </p:sp>
      <p:sp>
        <p:nvSpPr>
          <p:cNvPr id="409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09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309E759-965B-4F7F-B523-FFD154C2ECC6}" type="slidenum">
              <a:rPr lang="en-US" altLang="zh-CN" smtClean="0"/>
              <a:pPr eaLnBrk="1" hangingPunct="1"/>
              <a:t>53</a:t>
            </a:fld>
            <a:endParaRPr lang="en-US" altLang="zh-CN"/>
          </a:p>
        </p:txBody>
      </p:sp>
    </p:spTree>
    <p:extLst>
      <p:ext uri="{BB962C8B-B14F-4D97-AF65-F5344CB8AC3E}">
        <p14:creationId xmlns:p14="http://schemas.microsoft.com/office/powerpoint/2010/main" val="173986940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a:ln/>
        </p:spPr>
      </p:sp>
      <p:sp>
        <p:nvSpPr>
          <p:cNvPr id="419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19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C292D59F-5E1C-40FA-B0CB-75B6E46737E1}" type="slidenum">
              <a:rPr lang="en-US" altLang="zh-CN" smtClean="0"/>
              <a:pPr eaLnBrk="1" hangingPunct="1"/>
              <a:t>54</a:t>
            </a:fld>
            <a:endParaRPr lang="en-US" altLang="zh-CN"/>
          </a:p>
        </p:txBody>
      </p:sp>
    </p:spTree>
    <p:extLst>
      <p:ext uri="{BB962C8B-B14F-4D97-AF65-F5344CB8AC3E}">
        <p14:creationId xmlns:p14="http://schemas.microsoft.com/office/powerpoint/2010/main" val="205612143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TextEdit="1"/>
          </p:cNvSpPr>
          <p:nvPr>
            <p:ph type="sldImg"/>
          </p:nvPr>
        </p:nvSpPr>
        <p:spPr>
          <a:ln/>
        </p:spPr>
      </p:sp>
      <p:sp>
        <p:nvSpPr>
          <p:cNvPr id="430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30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C5B56121-2B04-4A0A-BCB5-A4B256A4026D}" type="slidenum">
              <a:rPr lang="en-US" altLang="zh-CN" smtClean="0"/>
              <a:pPr eaLnBrk="1" hangingPunct="1"/>
              <a:t>55</a:t>
            </a:fld>
            <a:endParaRPr lang="en-US" altLang="zh-CN"/>
          </a:p>
        </p:txBody>
      </p:sp>
    </p:spTree>
    <p:extLst>
      <p:ext uri="{BB962C8B-B14F-4D97-AF65-F5344CB8AC3E}">
        <p14:creationId xmlns:p14="http://schemas.microsoft.com/office/powerpoint/2010/main" val="127170968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p:spPr>
      </p:sp>
      <p:sp>
        <p:nvSpPr>
          <p:cNvPr id="450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506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D552E67-5A51-4022-9B8C-EAF736412F9D}" type="slidenum">
              <a:rPr lang="en-US" altLang="zh-CN" smtClean="0"/>
              <a:pPr eaLnBrk="1" hangingPunct="1"/>
              <a:t>56</a:t>
            </a:fld>
            <a:endParaRPr lang="en-US" altLang="zh-CN"/>
          </a:p>
        </p:txBody>
      </p:sp>
    </p:spTree>
    <p:extLst>
      <p:ext uri="{BB962C8B-B14F-4D97-AF65-F5344CB8AC3E}">
        <p14:creationId xmlns:p14="http://schemas.microsoft.com/office/powerpoint/2010/main" val="152365492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a:ln/>
        </p:spPr>
      </p:sp>
      <p:sp>
        <p:nvSpPr>
          <p:cNvPr id="440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40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AA86C2FA-F692-4D1F-A06B-964088E7A991}" type="slidenum">
              <a:rPr lang="en-US" altLang="zh-CN" smtClean="0"/>
              <a:pPr eaLnBrk="1" hangingPunct="1"/>
              <a:t>59</a:t>
            </a:fld>
            <a:endParaRPr lang="en-US" altLang="zh-CN"/>
          </a:p>
        </p:txBody>
      </p:sp>
    </p:spTree>
    <p:extLst>
      <p:ext uri="{BB962C8B-B14F-4D97-AF65-F5344CB8AC3E}">
        <p14:creationId xmlns:p14="http://schemas.microsoft.com/office/powerpoint/2010/main" val="266479583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TextEdit="1"/>
          </p:cNvSpPr>
          <p:nvPr>
            <p:ph type="sldImg"/>
          </p:nvPr>
        </p:nvSpPr>
        <p:spPr>
          <a:ln/>
        </p:spPr>
      </p:sp>
      <p:sp>
        <p:nvSpPr>
          <p:cNvPr id="471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71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72B364F7-E560-45A0-8622-CD7992AAB60D}" type="slidenum">
              <a:rPr lang="en-US" altLang="zh-CN" smtClean="0"/>
              <a:pPr eaLnBrk="1" hangingPunct="1"/>
              <a:t>60</a:t>
            </a:fld>
            <a:endParaRPr lang="en-US" altLang="zh-CN"/>
          </a:p>
        </p:txBody>
      </p:sp>
    </p:spTree>
    <p:extLst>
      <p:ext uri="{BB962C8B-B14F-4D97-AF65-F5344CB8AC3E}">
        <p14:creationId xmlns:p14="http://schemas.microsoft.com/office/powerpoint/2010/main" val="146807446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TextEdit="1"/>
          </p:cNvSpPr>
          <p:nvPr>
            <p:ph type="sldImg"/>
          </p:nvPr>
        </p:nvSpPr>
        <p:spPr>
          <a:ln/>
        </p:spPr>
      </p:sp>
      <p:sp>
        <p:nvSpPr>
          <p:cNvPr id="491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91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118832D0-E155-49E5-B357-7E8F5AF628AF}" type="slidenum">
              <a:rPr lang="en-US" altLang="zh-CN" smtClean="0"/>
              <a:pPr eaLnBrk="1" hangingPunct="1"/>
              <a:t>61</a:t>
            </a:fld>
            <a:endParaRPr lang="en-US" altLang="zh-CN"/>
          </a:p>
        </p:txBody>
      </p:sp>
    </p:spTree>
    <p:extLst>
      <p:ext uri="{BB962C8B-B14F-4D97-AF65-F5344CB8AC3E}">
        <p14:creationId xmlns:p14="http://schemas.microsoft.com/office/powerpoint/2010/main" val="268705730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a:ln/>
        </p:spPr>
      </p:sp>
      <p:sp>
        <p:nvSpPr>
          <p:cNvPr id="512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12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B87A1B72-9E2C-4500-A743-7D2DE7B406EF}" type="slidenum">
              <a:rPr lang="en-US" altLang="zh-CN" smtClean="0"/>
              <a:pPr eaLnBrk="1" hangingPunct="1"/>
              <a:t>62</a:t>
            </a:fld>
            <a:endParaRPr lang="en-US" altLang="zh-CN"/>
          </a:p>
        </p:txBody>
      </p:sp>
    </p:spTree>
    <p:extLst>
      <p:ext uri="{BB962C8B-B14F-4D97-AF65-F5344CB8AC3E}">
        <p14:creationId xmlns:p14="http://schemas.microsoft.com/office/powerpoint/2010/main" val="135104126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a:ln/>
        </p:spPr>
      </p:sp>
      <p:sp>
        <p:nvSpPr>
          <p:cNvPr id="522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22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38DB7B9C-3436-4A6D-8F9B-B03BD010C6D8}" type="slidenum">
              <a:rPr lang="en-US" altLang="zh-CN" smtClean="0"/>
              <a:pPr eaLnBrk="1" hangingPunct="1"/>
              <a:t>63</a:t>
            </a:fld>
            <a:endParaRPr lang="en-US" altLang="zh-CN"/>
          </a:p>
        </p:txBody>
      </p:sp>
    </p:spTree>
    <p:extLst>
      <p:ext uri="{BB962C8B-B14F-4D97-AF65-F5344CB8AC3E}">
        <p14:creationId xmlns:p14="http://schemas.microsoft.com/office/powerpoint/2010/main" val="17741221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8"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 y="-2853"/>
            <a:ext cx="9144000" cy="5373688"/>
          </a:xfrm>
          <a:prstGeom prst="rect">
            <a:avLst/>
          </a:prstGeom>
          <a:noFill/>
          <a:extLst>
            <a:ext uri="{909E8E84-426E-40DD-AFC4-6F175D3DCCD1}">
              <a14:hiddenFill xmlns:a14="http://schemas.microsoft.com/office/drawing/2010/main">
                <a:solidFill>
                  <a:srgbClr val="FFFFFF"/>
                </a:solidFill>
              </a14:hiddenFill>
            </a:ext>
          </a:ex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
        <p:nvSpPr>
          <p:cNvPr id="7" name="Text Box 16"/>
          <p:cNvSpPr txBox="1">
            <a:spLocks noChangeArrowheads="1"/>
          </p:cNvSpPr>
          <p:nvPr/>
        </p:nvSpPr>
        <p:spPr bwMode="gray">
          <a:xfrm>
            <a:off x="0" y="5301209"/>
            <a:ext cx="9144000" cy="144000"/>
          </a:xfrm>
          <a:prstGeom prst="rect">
            <a:avLst/>
          </a:prstGeom>
          <a:solidFill>
            <a:srgbClr val="A9C6CC"/>
          </a:solidFill>
          <a:ln>
            <a:noFill/>
          </a:ln>
          <a:effectLst/>
        </p:spPr>
        <p:txBody>
          <a:bodyPr>
            <a:spAutoFit/>
          </a:bodyPr>
          <a:lstStyle/>
          <a:p>
            <a:pPr>
              <a:spcBef>
                <a:spcPct val="50000"/>
              </a:spcBef>
            </a:pPr>
            <a:endParaRPr lang="zh-CN" altLang="zh-CN" sz="1000" b="1">
              <a:solidFill>
                <a:schemeClr val="bg1"/>
              </a:solidFill>
              <a:latin typeface="Verdana" pitchFamily="34" charset="0"/>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0507" y="188640"/>
            <a:ext cx="3163002" cy="722219"/>
          </a:xfrm>
          <a:prstGeom prst="rect">
            <a:avLst/>
          </a:prstGeom>
          <a:effectLst>
            <a:outerShdw blurRad="50800" dist="38100" dir="2700000" algn="tl"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1pPr>
              <a:defRPr>
                <a:solidFill>
                  <a:srgbClr val="00708E"/>
                </a:solidFill>
              </a:defRPr>
            </a:lvl1pPr>
            <a:lvl2pPr>
              <a:buClr>
                <a:srgbClr val="00607A"/>
              </a:buClr>
              <a:defRPr>
                <a:solidFill>
                  <a:srgbClr val="00708E"/>
                </a:solidFill>
                <a:latin typeface="+mn-ea"/>
                <a:ea typeface="+mn-ea"/>
              </a:defRPr>
            </a:lvl2pPr>
            <a:lvl3pPr>
              <a:buClr>
                <a:srgbClr val="00607A"/>
              </a:buClr>
              <a:defRPr>
                <a:solidFill>
                  <a:srgbClr val="00708E"/>
                </a:solidFill>
                <a:latin typeface="+mn-ea"/>
                <a:ea typeface="+mn-ea"/>
              </a:defRPr>
            </a:lvl3pPr>
            <a:lvl4pPr>
              <a:defRPr>
                <a:solidFill>
                  <a:srgbClr val="00708E"/>
                </a:solidFill>
                <a:latin typeface="+mn-ea"/>
                <a:ea typeface="+mn-ea"/>
              </a:defRPr>
            </a:lvl4pPr>
            <a:lvl5pPr>
              <a:defRPr>
                <a:solidFill>
                  <a:srgbClr val="00708E"/>
                </a:solidFill>
                <a:latin typeface="+mn-ea"/>
                <a:ea typeface="+mn-ea"/>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灯片编号占位符 4"/>
          <p:cNvSpPr>
            <a:spLocks noGrp="1"/>
          </p:cNvSpPr>
          <p:nvPr>
            <p:ph type="sldNum" sz="quarter" idx="11"/>
          </p:nvPr>
        </p:nvSpPr>
        <p:spPr/>
        <p:txBody>
          <a:bodyPr/>
          <a:lstStyle>
            <a:lvl1pPr>
              <a:defRPr/>
            </a:lvl1pPr>
          </a:lstStyle>
          <a:p>
            <a:pPr>
              <a:defRPr/>
            </a:pPr>
            <a:fld id="{4E1ABE52-5E8C-43D7-9401-8312C5F7EB45}" type="slidenum">
              <a:rPr lang="en-US" altLang="zh-CN" smtClean="0"/>
              <a:pPr>
                <a:defRPr/>
              </a:pPr>
              <a:t>‹#›</a:t>
            </a:fld>
            <a:endParaRPr lang="en-US" altLang="zh-CN"/>
          </a:p>
        </p:txBody>
      </p:sp>
    </p:spTree>
    <p:extLst>
      <p:ext uri="{BB962C8B-B14F-4D97-AF65-F5344CB8AC3E}">
        <p14:creationId xmlns:p14="http://schemas.microsoft.com/office/powerpoint/2010/main" val="3865151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灯片编号占位符 4"/>
          <p:cNvSpPr>
            <a:spLocks noGrp="1"/>
          </p:cNvSpPr>
          <p:nvPr>
            <p:ph type="sldNum" sz="quarter" idx="11"/>
          </p:nvPr>
        </p:nvSpPr>
        <p:spPr/>
        <p:txBody>
          <a:bodyPr/>
          <a:lstStyle>
            <a:lvl1pPr algn="ctr">
              <a:defRPr/>
            </a:lvl1pPr>
          </a:lstStyle>
          <a:p>
            <a:pPr>
              <a:defRPr/>
            </a:pPr>
            <a:fld id="{2E956020-F9A4-460C-A0EF-27094B5915BC}" type="slidenum">
              <a:rPr lang="en-US" altLang="zh-CN" smtClean="0"/>
              <a:pPr>
                <a:defRPr/>
              </a:pPr>
              <a:t>‹#›</a:t>
            </a:fld>
            <a:endParaRPr lang="en-US" altLang="zh-CN" dirty="0"/>
          </a:p>
        </p:txBody>
      </p:sp>
    </p:spTree>
    <p:extLst>
      <p:ext uri="{BB962C8B-B14F-4D97-AF65-F5344CB8AC3E}">
        <p14:creationId xmlns:p14="http://schemas.microsoft.com/office/powerpoint/2010/main" val="352948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灯片编号占位符 5"/>
          <p:cNvSpPr>
            <a:spLocks noGrp="1"/>
          </p:cNvSpPr>
          <p:nvPr>
            <p:ph type="sldNum" sz="quarter" idx="11"/>
          </p:nvPr>
        </p:nvSpPr>
        <p:spPr/>
        <p:txBody>
          <a:bodyPr/>
          <a:lstStyle>
            <a:lvl1pPr>
              <a:defRPr/>
            </a:lvl1pPr>
          </a:lstStyle>
          <a:p>
            <a:pPr>
              <a:defRPr/>
            </a:pPr>
            <a:fld id="{66B0F35D-917E-49B9-A4EA-9976574525AD}" type="slidenum">
              <a:rPr lang="en-US" altLang="zh-CN" smtClean="0"/>
              <a:pPr>
                <a:defRPr/>
              </a:pPr>
              <a:t>‹#›</a:t>
            </a:fld>
            <a:endParaRPr lang="en-US" altLang="zh-CN"/>
          </a:p>
        </p:txBody>
      </p:sp>
    </p:spTree>
    <p:extLst>
      <p:ext uri="{BB962C8B-B14F-4D97-AF65-F5344CB8AC3E}">
        <p14:creationId xmlns:p14="http://schemas.microsoft.com/office/powerpoint/2010/main" val="3882862002"/>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灯片编号占位符 7"/>
          <p:cNvSpPr>
            <a:spLocks noGrp="1"/>
          </p:cNvSpPr>
          <p:nvPr>
            <p:ph type="sldNum" sz="quarter" idx="11"/>
          </p:nvPr>
        </p:nvSpPr>
        <p:spPr/>
        <p:txBody>
          <a:bodyPr/>
          <a:lstStyle>
            <a:lvl1pPr>
              <a:defRPr/>
            </a:lvl1pPr>
          </a:lstStyle>
          <a:p>
            <a:pPr>
              <a:defRPr/>
            </a:pPr>
            <a:fld id="{57A2A401-CAE7-436F-9BBC-7B21F471FD7C}" type="slidenum">
              <a:rPr lang="en-US" altLang="zh-CN" smtClean="0"/>
              <a:pPr>
                <a:defRPr/>
              </a:pPr>
              <a:t>‹#›</a:t>
            </a:fld>
            <a:endParaRPr lang="en-US" altLang="zh-CN"/>
          </a:p>
        </p:txBody>
      </p:sp>
    </p:spTree>
    <p:extLst>
      <p:ext uri="{BB962C8B-B14F-4D97-AF65-F5344CB8AC3E}">
        <p14:creationId xmlns:p14="http://schemas.microsoft.com/office/powerpoint/2010/main" val="3398134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4" name="灯片编号占位符 3"/>
          <p:cNvSpPr>
            <a:spLocks noGrp="1"/>
          </p:cNvSpPr>
          <p:nvPr>
            <p:ph type="sldNum" sz="quarter" idx="11"/>
          </p:nvPr>
        </p:nvSpPr>
        <p:spPr/>
        <p:txBody>
          <a:bodyPr/>
          <a:lstStyle>
            <a:lvl1pPr>
              <a:defRPr/>
            </a:lvl1pPr>
          </a:lstStyle>
          <a:p>
            <a:pPr>
              <a:defRPr/>
            </a:pPr>
            <a:fld id="{08AFB3EC-485E-4249-B994-C2890B57E75E}" type="slidenum">
              <a:rPr lang="en-US" altLang="zh-CN" smtClean="0"/>
              <a:pPr>
                <a:defRPr/>
              </a:pPr>
              <a:t>‹#›</a:t>
            </a:fld>
            <a:endParaRPr lang="en-US" altLang="zh-CN"/>
          </a:p>
        </p:txBody>
      </p:sp>
    </p:spTree>
    <p:extLst>
      <p:ext uri="{BB962C8B-B14F-4D97-AF65-F5344CB8AC3E}">
        <p14:creationId xmlns:p14="http://schemas.microsoft.com/office/powerpoint/2010/main" val="2371171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lvl1pPr>
              <a:defRPr/>
            </a:lvl1pPr>
          </a:lstStyle>
          <a:p>
            <a:pPr>
              <a:defRPr/>
            </a:pPr>
            <a:fld id="{393CAEDA-8F12-4624-9E47-C9A9B25940B4}" type="slidenum">
              <a:rPr lang="en-US" altLang="zh-CN" smtClean="0"/>
              <a:pPr>
                <a:defRPr/>
              </a:pPr>
              <a:t>‹#›</a:t>
            </a:fld>
            <a:endParaRPr lang="en-US" altLang="zh-CN"/>
          </a:p>
        </p:txBody>
      </p:sp>
    </p:spTree>
    <p:extLst>
      <p:ext uri="{BB962C8B-B14F-4D97-AF65-F5344CB8AC3E}">
        <p14:creationId xmlns:p14="http://schemas.microsoft.com/office/powerpoint/2010/main" val="1728918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灯片编号占位符 5"/>
          <p:cNvSpPr>
            <a:spLocks noGrp="1"/>
          </p:cNvSpPr>
          <p:nvPr>
            <p:ph type="sldNum" sz="quarter" idx="11"/>
          </p:nvPr>
        </p:nvSpPr>
        <p:spPr/>
        <p:txBody>
          <a:bodyPr/>
          <a:lstStyle>
            <a:lvl1pPr>
              <a:defRPr/>
            </a:lvl1pPr>
          </a:lstStyle>
          <a:p>
            <a:pPr>
              <a:defRPr/>
            </a:pPr>
            <a:fld id="{0026E6C4-F62C-4954-AE23-E93165D53886}" type="slidenum">
              <a:rPr lang="en-US" altLang="zh-CN" smtClean="0"/>
              <a:pPr>
                <a:defRPr/>
              </a:pPr>
              <a:t>‹#›</a:t>
            </a:fld>
            <a:endParaRPr lang="en-US" altLang="zh-CN"/>
          </a:p>
        </p:txBody>
      </p:sp>
    </p:spTree>
    <p:extLst>
      <p:ext uri="{BB962C8B-B14F-4D97-AF65-F5344CB8AC3E}">
        <p14:creationId xmlns:p14="http://schemas.microsoft.com/office/powerpoint/2010/main" val="3924396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灯片编号占位符 5"/>
          <p:cNvSpPr>
            <a:spLocks noGrp="1"/>
          </p:cNvSpPr>
          <p:nvPr>
            <p:ph type="sldNum" sz="quarter" idx="11"/>
          </p:nvPr>
        </p:nvSpPr>
        <p:spPr/>
        <p:txBody>
          <a:bodyPr/>
          <a:lstStyle>
            <a:lvl1pPr>
              <a:defRPr/>
            </a:lvl1pPr>
          </a:lstStyle>
          <a:p>
            <a:pPr>
              <a:defRPr/>
            </a:pPr>
            <a:fld id="{44EAD664-5E04-4E50-BACC-368A085F1B99}" type="slidenum">
              <a:rPr lang="en-US" altLang="zh-CN" smtClean="0"/>
              <a:pPr>
                <a:defRPr/>
              </a:pPr>
              <a:t>‹#›</a:t>
            </a:fld>
            <a:endParaRPr lang="en-US" altLang="zh-CN"/>
          </a:p>
        </p:txBody>
      </p:sp>
    </p:spTree>
    <p:extLst>
      <p:ext uri="{BB962C8B-B14F-4D97-AF65-F5344CB8AC3E}">
        <p14:creationId xmlns:p14="http://schemas.microsoft.com/office/powerpoint/2010/main" val="1302830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1"/>
          </p:nvPr>
        </p:nvSpPr>
        <p:spPr/>
        <p:txBody>
          <a:bodyPr/>
          <a:lstStyle>
            <a:lvl1pPr>
              <a:defRPr/>
            </a:lvl1pPr>
          </a:lstStyle>
          <a:p>
            <a:pPr>
              <a:defRPr/>
            </a:pPr>
            <a:fld id="{D889AE4C-B917-4A8B-9A20-047C80E24F2B}" type="slidenum">
              <a:rPr lang="en-US" altLang="zh-CN" smtClean="0"/>
              <a:pPr>
                <a:defRPr/>
              </a:pPr>
              <a:t>‹#›</a:t>
            </a:fld>
            <a:endParaRPr lang="en-US" altLang="zh-CN"/>
          </a:p>
        </p:txBody>
      </p:sp>
    </p:spTree>
    <p:extLst>
      <p:ext uri="{BB962C8B-B14F-4D97-AF65-F5344CB8AC3E}">
        <p14:creationId xmlns:p14="http://schemas.microsoft.com/office/powerpoint/2010/main" val="1121530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1"/>
          </p:nvPr>
        </p:nvSpPr>
        <p:spPr/>
        <p:txBody>
          <a:bodyPr/>
          <a:lstStyle>
            <a:lvl1pPr>
              <a:defRPr/>
            </a:lvl1pPr>
          </a:lstStyle>
          <a:p>
            <a:pPr>
              <a:defRPr/>
            </a:pPr>
            <a:fld id="{3B554691-DC6D-4DFB-854A-72A5210D9AC2}" type="slidenum">
              <a:rPr lang="en-US" altLang="zh-CN" smtClean="0"/>
              <a:pPr>
                <a:defRPr/>
              </a:pPr>
              <a:t>‹#›</a:t>
            </a:fld>
            <a:endParaRPr lang="en-US" altLang="zh-CN"/>
          </a:p>
        </p:txBody>
      </p:sp>
    </p:spTree>
    <p:extLst>
      <p:ext uri="{BB962C8B-B14F-4D97-AF65-F5344CB8AC3E}">
        <p14:creationId xmlns:p14="http://schemas.microsoft.com/office/powerpoint/2010/main" val="2342739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152525"/>
            <a:ext cx="8229600" cy="5248275"/>
          </a:xfrm>
        </p:spPr>
        <p:txBody>
          <a:bodyPr/>
          <a:lstStyle/>
          <a:p>
            <a:r>
              <a:rPr lang="zh-CN" altLang="en-US"/>
              <a:t>单击图标添加表格</a:t>
            </a:r>
          </a:p>
        </p:txBody>
      </p:sp>
      <p:sp>
        <p:nvSpPr>
          <p:cNvPr id="5" name="灯片编号占位符 4"/>
          <p:cNvSpPr>
            <a:spLocks noGrp="1"/>
          </p:cNvSpPr>
          <p:nvPr>
            <p:ph type="sldNum" sz="quarter" idx="11"/>
          </p:nvPr>
        </p:nvSpPr>
        <p:spPr>
          <a:xfrm>
            <a:off x="3505200" y="6461125"/>
            <a:ext cx="2133600" cy="320675"/>
          </a:xfrm>
        </p:spPr>
        <p:txBody>
          <a:bodyPr/>
          <a:lstStyle>
            <a:lvl1pPr>
              <a:defRPr/>
            </a:lvl1pPr>
          </a:lstStyle>
          <a:p>
            <a:pPr>
              <a:defRPr/>
            </a:pPr>
            <a:fld id="{66B0F35D-917E-49B9-A4EA-9976574525AD}" type="slidenum">
              <a:rPr lang="en-US" altLang="zh-CN" smtClean="0"/>
              <a:pPr>
                <a:defRPr/>
              </a:pPr>
              <a:t>‹#›</a:t>
            </a:fld>
            <a:endParaRPr lang="en-US" altLang="zh-CN"/>
          </a:p>
        </p:txBody>
      </p:sp>
    </p:spTree>
    <p:extLst>
      <p:ext uri="{BB962C8B-B14F-4D97-AF65-F5344CB8AC3E}">
        <p14:creationId xmlns:p14="http://schemas.microsoft.com/office/powerpoint/2010/main" val="858581211"/>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9" name="Rectangle 15"/>
          <p:cNvSpPr>
            <a:spLocks noChangeArrowheads="1"/>
          </p:cNvSpPr>
          <p:nvPr/>
        </p:nvSpPr>
        <p:spPr bwMode="ltGray">
          <a:xfrm>
            <a:off x="0" y="0"/>
            <a:ext cx="9144000" cy="836613"/>
          </a:xfrm>
          <a:prstGeom prst="rect">
            <a:avLst/>
          </a:prstGeom>
          <a:solidFill>
            <a:srgbClr val="00607A"/>
          </a:solidFill>
          <a:ln>
            <a:noFill/>
          </a:ln>
          <a:effectLst/>
        </p:spPr>
        <p:txBody>
          <a:bodyPr wrap="none" anchor="ctr"/>
          <a:lstStyle/>
          <a:p>
            <a:endParaRPr lang="zh-CN" altLang="en-US"/>
          </a:p>
        </p:txBody>
      </p:sp>
      <p:sp>
        <p:nvSpPr>
          <p:cNvPr id="1027" name="Rectangle 3"/>
          <p:cNvSpPr>
            <a:spLocks noGrp="1" noChangeArrowheads="1"/>
          </p:cNvSpPr>
          <p:nvPr>
            <p:ph type="body" idx="1"/>
          </p:nvPr>
        </p:nvSpPr>
        <p:spPr bwMode="auto">
          <a:xfrm>
            <a:off x="457200" y="1052737"/>
            <a:ext cx="8229600" cy="5348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a:latin typeface="+mj-lt"/>
                <a:ea typeface="宋体" charset="-122"/>
              </a:defRPr>
            </a:lvl1pPr>
          </a:lstStyle>
          <a:p>
            <a:pPr>
              <a:defRPr/>
            </a:pPr>
            <a:fld id="{66B0F35D-917E-49B9-A4EA-9976574525AD}" type="slidenum">
              <a:rPr lang="en-US" altLang="zh-CN" smtClean="0"/>
              <a:pPr>
                <a:defRPr/>
              </a:pPr>
              <a:t>‹#›</a:t>
            </a:fld>
            <a:endParaRPr lang="en-US" altLang="zh-CN"/>
          </a:p>
        </p:txBody>
      </p:sp>
      <p:sp>
        <p:nvSpPr>
          <p:cNvPr id="1026"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40" name="Text Box 16"/>
          <p:cNvSpPr txBox="1">
            <a:spLocks noChangeArrowheads="1"/>
          </p:cNvSpPr>
          <p:nvPr/>
        </p:nvSpPr>
        <p:spPr bwMode="gray">
          <a:xfrm>
            <a:off x="0" y="838200"/>
            <a:ext cx="9144000" cy="144000"/>
          </a:xfrm>
          <a:prstGeom prst="rect">
            <a:avLst/>
          </a:prstGeom>
          <a:solidFill>
            <a:srgbClr val="A9C6CC"/>
          </a:solidFill>
          <a:ln>
            <a:noFill/>
          </a:ln>
          <a:effectLst/>
        </p:spPr>
        <p:txBody>
          <a:bodyPr>
            <a:spAutoFit/>
          </a:bodyPr>
          <a:lstStyle/>
          <a:p>
            <a:pPr>
              <a:spcBef>
                <a:spcPct val="50000"/>
              </a:spcBef>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380312" y="6453336"/>
            <a:ext cx="1578826" cy="360499"/>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826" r:id="rId1"/>
    <p:sldLayoutId id="2147483827" r:id="rId2"/>
    <p:sldLayoutId id="2147483828" r:id="rId3"/>
    <p:sldLayoutId id="2147483829" r:id="rId4"/>
    <p:sldLayoutId id="2147483830" r:id="rId5"/>
    <p:sldLayoutId id="2147483831" r:id="rId6"/>
    <p:sldLayoutId id="2147483832" r:id="rId7"/>
    <p:sldLayoutId id="2147483833" r:id="rId8"/>
    <p:sldLayoutId id="2147483834" r:id="rId9"/>
    <p:sldLayoutId id="2147483835" r:id="rId10"/>
    <p:sldLayoutId id="2147483836" r:id="rId11"/>
    <p:sldLayoutId id="2147483837" r:id="rId12"/>
  </p:sldLayoutIdLst>
  <p:hf hdr="0" ftr="0" dt="0"/>
  <p:txStyles>
    <p:titleStyle>
      <a:lvl1pPr algn="ctr" rtl="0" eaLnBrk="1" fontAlgn="base" hangingPunct="1">
        <a:spcBef>
          <a:spcPct val="0"/>
        </a:spcBef>
        <a:spcAft>
          <a:spcPct val="0"/>
        </a:spcAft>
        <a:defRPr sz="3200" b="1">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itchFamily="34" charset="0"/>
        </a:defRPr>
      </a:lvl2pPr>
      <a:lvl3pPr algn="ctr" rtl="0" eaLnBrk="1" fontAlgn="base" hangingPunct="1">
        <a:spcBef>
          <a:spcPct val="0"/>
        </a:spcBef>
        <a:spcAft>
          <a:spcPct val="0"/>
        </a:spcAft>
        <a:defRPr sz="3200" b="1">
          <a:solidFill>
            <a:schemeClr val="bg1"/>
          </a:solidFill>
          <a:latin typeface="Verdana" pitchFamily="34" charset="0"/>
        </a:defRPr>
      </a:lvl3pPr>
      <a:lvl4pPr algn="ctr" rtl="0" eaLnBrk="1" fontAlgn="base" hangingPunct="1">
        <a:spcBef>
          <a:spcPct val="0"/>
        </a:spcBef>
        <a:spcAft>
          <a:spcPct val="0"/>
        </a:spcAft>
        <a:defRPr sz="3200" b="1">
          <a:solidFill>
            <a:schemeClr val="bg1"/>
          </a:solidFill>
          <a:latin typeface="Verdana" pitchFamily="34" charset="0"/>
        </a:defRPr>
      </a:lvl4pPr>
      <a:lvl5pPr algn="ctr" rtl="0" eaLnBrk="1" fontAlgn="base" hangingPunct="1">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eaLnBrk="1" fontAlgn="base" hangingPunct="1">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eaLnBrk="1" fontAlgn="base" hangingPunct="1">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eaLnBrk="1" fontAlgn="base" hangingPunct="1">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eaLnBrk="1" fontAlgn="base" hangingPunct="1">
        <a:spcBef>
          <a:spcPct val="20000"/>
        </a:spcBef>
        <a:spcAft>
          <a:spcPct val="0"/>
        </a:spcAft>
        <a:buChar char="–"/>
        <a:defRPr sz="2000">
          <a:solidFill>
            <a:srgbClr val="00607A"/>
          </a:solidFill>
          <a:latin typeface="+mn-lt"/>
        </a:defRPr>
      </a:lvl4pPr>
      <a:lvl5pPr marL="1795463" indent="-363538" algn="l" rtl="0" eaLnBrk="1" fontAlgn="base" hangingPunct="1">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hyperlink" Target="http://en.wikipedia.org/wiki/WS-I" TargetMode="Externa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4.emf"/><Relationship Id="rId4"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5.emf"/><Relationship Id="rId4"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7.e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4.bin"/><Relationship Id="rId5" Type="http://schemas.openxmlformats.org/officeDocument/2006/relationships/image" Target="../media/image6.emf"/><Relationship Id="rId4" Type="http://schemas.openxmlformats.org/officeDocument/2006/relationships/oleObject" Target="../embeddings/oleObject3.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8.emf"/><Relationship Id="rId4" Type="http://schemas.openxmlformats.org/officeDocument/2006/relationships/oleObject" Target="../embeddings/oleObject5.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1.e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2.emf"/></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vmlDrawing" Target="../drawings/vmlDrawing7.vml"/><Relationship Id="rId6" Type="http://schemas.openxmlformats.org/officeDocument/2006/relationships/image" Target="../media/image13.emf"/><Relationship Id="rId5" Type="http://schemas.openxmlformats.org/officeDocument/2006/relationships/oleObject" Target="../embeddings/Microsoft_Visio_2003-2010_Drawing.vsd"/><Relationship Id="rId4" Type="http://schemas.openxmlformats.org/officeDocument/2006/relationships/notesSlide" Target="../notesSlides/notesSlide3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14.emf"/><Relationship Id="rId4" Type="http://schemas.openxmlformats.org/officeDocument/2006/relationships/oleObject" Target="../embeddings/oleObject8.bin"/></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15.emf"/><Relationship Id="rId4" Type="http://schemas.openxmlformats.org/officeDocument/2006/relationships/oleObject" Target="../embeddings/oleObject9.bin"/></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18.emf"/><Relationship Id="rId4" Type="http://schemas.openxmlformats.org/officeDocument/2006/relationships/package" Target="../embeddings/Microsoft_Visio_Drawing.vsdx"/></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hyperlink" Target="http://en.wikipedia.org/wiki/List_of_web_service_specifications" TargetMode="External"/><Relationship Id="rId2" Type="http://schemas.openxmlformats.org/officeDocument/2006/relationships/hyperlink" Target="http://202.119.47.8:8080/opac/item.php?marc_no=0003334218" TargetMode="External"/><Relationship Id="rId1" Type="http://schemas.openxmlformats.org/officeDocument/2006/relationships/slideLayout" Target="../slideLayouts/slideLayout2.xml"/><Relationship Id="rId4" Type="http://schemas.openxmlformats.org/officeDocument/2006/relationships/hyperlink" Target="http://idior.cnblog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p:txBody>
          <a:bodyPr/>
          <a:lstStyle/>
          <a:p>
            <a:pPr lvl="0"/>
            <a:r>
              <a:rPr lang="en-US" altLang="zh-CN" sz="2000" dirty="0">
                <a:solidFill>
                  <a:srgbClr val="595959"/>
                </a:solidFill>
                <a:ea typeface="宋体" charset="-122"/>
              </a:rPr>
              <a:t>Software Institute</a:t>
            </a:r>
          </a:p>
          <a:p>
            <a:pPr lvl="0"/>
            <a:r>
              <a:rPr lang="en-US" altLang="zh-CN" sz="2000" dirty="0">
                <a:solidFill>
                  <a:srgbClr val="595959"/>
                </a:solidFill>
                <a:ea typeface="宋体" charset="-122"/>
              </a:rPr>
              <a:t>Nanjing University</a:t>
            </a:r>
          </a:p>
          <a:p>
            <a:pPr lvl="0"/>
            <a:r>
              <a:rPr lang="en-US" altLang="zh-CN" sz="2000" dirty="0" err="1">
                <a:solidFill>
                  <a:srgbClr val="595959"/>
                </a:solidFill>
                <a:ea typeface="宋体" charset="-122"/>
              </a:rPr>
              <a:t>Bei</a:t>
            </a:r>
            <a:r>
              <a:rPr lang="en-US" altLang="zh-CN" sz="2000" dirty="0">
                <a:solidFill>
                  <a:srgbClr val="595959"/>
                </a:solidFill>
                <a:ea typeface="宋体" charset="-122"/>
              </a:rPr>
              <a:t> </a:t>
            </a:r>
            <a:r>
              <a:rPr lang="en-US" altLang="zh-CN" sz="2000" dirty="0" err="1">
                <a:solidFill>
                  <a:srgbClr val="595959"/>
                </a:solidFill>
                <a:ea typeface="宋体" charset="-122"/>
              </a:rPr>
              <a:t>Jia</a:t>
            </a:r>
            <a:endParaRPr lang="en-US" altLang="zh-CN" sz="2000" dirty="0">
              <a:solidFill>
                <a:srgbClr val="595959"/>
              </a:solidFill>
              <a:ea typeface="宋体" charset="-122"/>
            </a:endParaRPr>
          </a:p>
        </p:txBody>
      </p:sp>
      <p:sp>
        <p:nvSpPr>
          <p:cNvPr id="3074" name="Rectangle 2"/>
          <p:cNvSpPr>
            <a:spLocks noGrp="1" noChangeArrowheads="1"/>
          </p:cNvSpPr>
          <p:nvPr>
            <p:ph type="ctrTitle" sz="quarter"/>
          </p:nvPr>
        </p:nvSpPr>
        <p:spPr/>
        <p:txBody>
          <a:bodyPr/>
          <a:lstStyle/>
          <a:p>
            <a:r>
              <a:rPr lang="en-US" altLang="zh-CN" sz="3200" dirty="0"/>
              <a:t>Extension of Web Services (WS-*)</a:t>
            </a:r>
            <a:br>
              <a:rPr lang="en-US" altLang="zh-CN" dirty="0"/>
            </a:br>
            <a:r>
              <a:rPr lang="en-US" altLang="zh-CN" sz="2000" dirty="0">
                <a:solidFill>
                  <a:srgbClr val="FFFFFF"/>
                </a:solidFill>
              </a:rPr>
              <a:t>Service-Oriented Software Engineering</a:t>
            </a:r>
            <a:endParaRPr lang="en-US" altLang="zh-CN" sz="2000" dirty="0"/>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WS-*</a:t>
            </a:r>
            <a:endParaRPr lang="zh-CN" altLang="en-US" dirty="0"/>
          </a:p>
        </p:txBody>
      </p:sp>
      <p:sp>
        <p:nvSpPr>
          <p:cNvPr id="3" name="内容占位符 2"/>
          <p:cNvSpPr>
            <a:spLocks noGrp="1"/>
          </p:cNvSpPr>
          <p:nvPr>
            <p:ph idx="1"/>
          </p:nvPr>
        </p:nvSpPr>
        <p:spPr>
          <a:xfrm>
            <a:off x="457200" y="1052737"/>
            <a:ext cx="8229600" cy="2880319"/>
          </a:xfrm>
        </p:spPr>
        <p:txBody>
          <a:bodyPr>
            <a:normAutofit fontScale="85000" lnSpcReduction="10000"/>
          </a:bodyPr>
          <a:lstStyle/>
          <a:p>
            <a:r>
              <a:rPr lang="en-US" altLang="zh-CN" dirty="0"/>
              <a:t>WS-*</a:t>
            </a:r>
          </a:p>
          <a:p>
            <a:pPr lvl="1"/>
            <a:r>
              <a:rPr lang="en-US" altLang="zh-CN" dirty="0"/>
              <a:t>All the Web services standards</a:t>
            </a:r>
          </a:p>
          <a:p>
            <a:pPr lvl="1"/>
            <a:r>
              <a:rPr lang="en-US" altLang="zh-CN" dirty="0"/>
              <a:t>Or, extension Web services standards besides core-standards</a:t>
            </a:r>
          </a:p>
          <a:p>
            <a:r>
              <a:rPr lang="en-US" altLang="zh-CN" dirty="0"/>
              <a:t>Can we list all WS-*?</a:t>
            </a:r>
          </a:p>
          <a:p>
            <a:pPr lvl="1"/>
            <a:r>
              <a:rPr lang="en-US" altLang="zh-CN" dirty="0"/>
              <a:t>Distinct among standard organizations or companies</a:t>
            </a:r>
          </a:p>
          <a:p>
            <a:pPr lvl="1"/>
            <a:r>
              <a:rPr lang="en-US" altLang="zh-CN" dirty="0"/>
              <a:t>According to wiki, they are grouped as </a:t>
            </a:r>
          </a:p>
        </p:txBody>
      </p:sp>
      <p:sp>
        <p:nvSpPr>
          <p:cNvPr id="4" name="灯片编号占位符 3"/>
          <p:cNvSpPr>
            <a:spLocks noGrp="1"/>
          </p:cNvSpPr>
          <p:nvPr>
            <p:ph type="sldNum" sz="quarter" idx="11"/>
          </p:nvPr>
        </p:nvSpPr>
        <p:spPr/>
        <p:txBody>
          <a:bodyPr/>
          <a:lstStyle/>
          <a:p>
            <a:pPr>
              <a:defRPr/>
            </a:pPr>
            <a:fld id="{4E1ABE52-5E8C-43D7-9401-8312C5F7EB45}" type="slidenum">
              <a:rPr lang="en-US" altLang="zh-CN" smtClean="0"/>
              <a:pPr>
                <a:defRPr/>
              </a:pPr>
              <a:t>2</a:t>
            </a:fld>
            <a:endParaRPr lang="en-US" altLang="zh-CN" dirty="0"/>
          </a:p>
        </p:txBody>
      </p:sp>
      <p:graphicFrame>
        <p:nvGraphicFramePr>
          <p:cNvPr id="5" name="表格 4"/>
          <p:cNvGraphicFramePr>
            <a:graphicFrameLocks noGrp="1"/>
          </p:cNvGraphicFramePr>
          <p:nvPr>
            <p:extLst>
              <p:ext uri="{D42A27DB-BD31-4B8C-83A1-F6EECF244321}">
                <p14:modId xmlns:p14="http://schemas.microsoft.com/office/powerpoint/2010/main" val="4011760845"/>
              </p:ext>
            </p:extLst>
          </p:nvPr>
        </p:nvGraphicFramePr>
        <p:xfrm>
          <a:off x="539552" y="3933056"/>
          <a:ext cx="8424936" cy="2550512"/>
        </p:xfrm>
        <a:graphic>
          <a:graphicData uri="http://schemas.openxmlformats.org/drawingml/2006/table">
            <a:tbl>
              <a:tblPr bandRow="1">
                <a:tableStyleId>{5C22544A-7EE6-4342-B048-85BDC9FD1C3A}</a:tableStyleId>
              </a:tblPr>
              <a:tblGrid>
                <a:gridCol w="4039003">
                  <a:extLst>
                    <a:ext uri="{9D8B030D-6E8A-4147-A177-3AD203B41FA5}">
                      <a16:colId xmlns:a16="http://schemas.microsoft.com/office/drawing/2014/main" val="20000"/>
                    </a:ext>
                  </a:extLst>
                </a:gridCol>
                <a:gridCol w="4385933">
                  <a:extLst>
                    <a:ext uri="{9D8B030D-6E8A-4147-A177-3AD203B41FA5}">
                      <a16:colId xmlns:a16="http://schemas.microsoft.com/office/drawing/2014/main" val="20001"/>
                    </a:ext>
                  </a:extLst>
                </a:gridCol>
              </a:tblGrid>
              <a:tr h="427072">
                <a:tc>
                  <a:txBody>
                    <a:bodyPr/>
                    <a:lstStyle/>
                    <a:p>
                      <a:r>
                        <a:rPr lang="en-US" altLang="zh-CN" dirty="0"/>
                        <a:t>XML Specification</a:t>
                      </a:r>
                      <a:endParaRPr lang="zh-CN" altLang="en-US" dirty="0"/>
                    </a:p>
                  </a:txBody>
                  <a:tcPr anchor="ctr"/>
                </a:tc>
                <a:tc>
                  <a:txBody>
                    <a:bodyPr/>
                    <a:lstStyle/>
                    <a:p>
                      <a:r>
                        <a:rPr lang="en-US" altLang="zh-CN" dirty="0"/>
                        <a:t>Resource Specifications</a:t>
                      </a:r>
                      <a:endParaRPr lang="zh-CN" altLang="en-US" dirty="0"/>
                    </a:p>
                  </a:txBody>
                  <a:tcPr anchor="ctr"/>
                </a:tc>
                <a:extLst>
                  <a:ext uri="{0D108BD9-81ED-4DB2-BD59-A6C34878D82A}">
                    <a16:rowId xmlns:a16="http://schemas.microsoft.com/office/drawing/2014/main" val="10000"/>
                  </a:ext>
                </a:extLst>
              </a:tr>
              <a:tr h="370840">
                <a:tc>
                  <a:txBody>
                    <a:bodyPr/>
                    <a:lstStyle/>
                    <a:p>
                      <a:r>
                        <a:rPr lang="en-US" altLang="zh-CN" dirty="0"/>
                        <a:t>Messaging Specification</a:t>
                      </a:r>
                      <a:endParaRPr lang="zh-CN" altLang="en-US" dirty="0"/>
                    </a:p>
                  </a:txBody>
                  <a:tcPr anchor="ctr"/>
                </a:tc>
                <a:tc>
                  <a:txBody>
                    <a:bodyPr/>
                    <a:lstStyle/>
                    <a:p>
                      <a:r>
                        <a:rPr lang="en-US" altLang="zh-CN" dirty="0"/>
                        <a:t>Web Services Interoperability (WS-I) Specification</a:t>
                      </a:r>
                      <a:endParaRPr lang="zh-CN" altLang="en-US" dirty="0"/>
                    </a:p>
                  </a:txBody>
                  <a:tcPr anchor="ctr"/>
                </a:tc>
                <a:extLst>
                  <a:ext uri="{0D108BD9-81ED-4DB2-BD59-A6C34878D82A}">
                    <a16:rowId xmlns:a16="http://schemas.microsoft.com/office/drawing/2014/main" val="10001"/>
                  </a:ext>
                </a:extLst>
              </a:tr>
              <a:tr h="370840">
                <a:tc>
                  <a:txBody>
                    <a:bodyPr/>
                    <a:lstStyle/>
                    <a:p>
                      <a:r>
                        <a:rPr lang="en-US" altLang="zh-CN" dirty="0"/>
                        <a:t>Metadata Exchange Specification</a:t>
                      </a:r>
                      <a:endParaRPr lang="zh-CN" altLang="en-US" dirty="0"/>
                    </a:p>
                  </a:txBody>
                  <a:tcPr anchor="ctr"/>
                </a:tc>
                <a:tc>
                  <a:txBody>
                    <a:bodyPr/>
                    <a:lstStyle/>
                    <a:p>
                      <a:r>
                        <a:rPr lang="en-US" altLang="zh-CN" dirty="0"/>
                        <a:t>Transaction Specifications</a:t>
                      </a:r>
                      <a:endParaRPr lang="zh-CN" altLang="en-US" dirty="0"/>
                    </a:p>
                  </a:txBody>
                  <a:tcPr anchor="ctr"/>
                </a:tc>
                <a:extLst>
                  <a:ext uri="{0D108BD9-81ED-4DB2-BD59-A6C34878D82A}">
                    <a16:rowId xmlns:a16="http://schemas.microsoft.com/office/drawing/2014/main" val="10002"/>
                  </a:ext>
                </a:extLst>
              </a:tr>
              <a:tr h="370840">
                <a:tc>
                  <a:txBody>
                    <a:bodyPr/>
                    <a:lstStyle/>
                    <a:p>
                      <a:r>
                        <a:rPr lang="en-US" altLang="zh-CN" dirty="0"/>
                        <a:t>Security Specification</a:t>
                      </a:r>
                      <a:endParaRPr lang="zh-CN" altLang="en-US" dirty="0"/>
                    </a:p>
                  </a:txBody>
                  <a:tcPr anchor="ctr"/>
                </a:tc>
                <a:tc>
                  <a:txBody>
                    <a:bodyPr/>
                    <a:lstStyle/>
                    <a:p>
                      <a:r>
                        <a:rPr lang="en-US" altLang="zh-CN" dirty="0"/>
                        <a:t>Management Specifications</a:t>
                      </a:r>
                      <a:endParaRPr lang="zh-CN" altLang="en-US" dirty="0"/>
                    </a:p>
                  </a:txBody>
                  <a:tcPr anchor="ctr"/>
                </a:tc>
                <a:extLst>
                  <a:ext uri="{0D108BD9-81ED-4DB2-BD59-A6C34878D82A}">
                    <a16:rowId xmlns:a16="http://schemas.microsoft.com/office/drawing/2014/main" val="10003"/>
                  </a:ext>
                </a:extLst>
              </a:tr>
              <a:tr h="370840">
                <a:tc>
                  <a:txBody>
                    <a:bodyPr/>
                    <a:lstStyle/>
                    <a:p>
                      <a:r>
                        <a:rPr lang="en-US" altLang="zh-CN" dirty="0"/>
                        <a:t>Privacy</a:t>
                      </a:r>
                      <a:endParaRPr lang="zh-CN" altLang="en-US" dirty="0"/>
                    </a:p>
                  </a:txBody>
                  <a:tcPr anchor="ctr"/>
                </a:tc>
                <a:tc>
                  <a:txBody>
                    <a:bodyPr/>
                    <a:lstStyle/>
                    <a:p>
                      <a:r>
                        <a:rPr lang="en-US" altLang="zh-CN" dirty="0"/>
                        <a:t>Draft Specifications</a:t>
                      </a:r>
                      <a:endParaRPr lang="zh-CN" altLang="en-US" dirty="0"/>
                    </a:p>
                  </a:txBody>
                  <a:tcPr anchor="ctr"/>
                </a:tc>
                <a:extLst>
                  <a:ext uri="{0D108BD9-81ED-4DB2-BD59-A6C34878D82A}">
                    <a16:rowId xmlns:a16="http://schemas.microsoft.com/office/drawing/2014/main" val="10004"/>
                  </a:ext>
                </a:extLst>
              </a:tr>
              <a:tr h="370840">
                <a:tc>
                  <a:txBody>
                    <a:bodyPr/>
                    <a:lstStyle/>
                    <a:p>
                      <a:r>
                        <a:rPr lang="en-US" altLang="zh-CN" dirty="0"/>
                        <a:t>Reliable Messaging Specifications</a:t>
                      </a:r>
                      <a:endParaRPr lang="zh-CN" altLang="en-US" dirty="0"/>
                    </a:p>
                  </a:txBody>
                  <a:tcPr anchor="ctr"/>
                </a:tc>
                <a:tc>
                  <a:txBody>
                    <a:bodyPr/>
                    <a:lstStyle/>
                    <a:p>
                      <a:r>
                        <a:rPr lang="en-US" altLang="zh-CN" dirty="0"/>
                        <a:t>Other</a:t>
                      </a:r>
                      <a:endParaRPr lang="zh-CN" altLang="en-US" dirty="0"/>
                    </a:p>
                  </a:txBody>
                  <a:tcPr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841214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304800" y="67448"/>
            <a:ext cx="8458200" cy="563563"/>
          </a:xfrm>
        </p:spPr>
        <p:txBody>
          <a:bodyPr/>
          <a:lstStyle/>
          <a:p>
            <a:r>
              <a:rPr lang="en-US" altLang="zh-CN" dirty="0"/>
              <a:t>WS-* list (1/3)</a:t>
            </a:r>
            <a:endParaRPr lang="zh-CN" altLang="en-US" dirty="0"/>
          </a:p>
        </p:txBody>
      </p:sp>
      <p:sp>
        <p:nvSpPr>
          <p:cNvPr id="9" name="内容占位符 8"/>
          <p:cNvSpPr>
            <a:spLocks noGrp="1"/>
          </p:cNvSpPr>
          <p:nvPr>
            <p:ph sz="half" idx="1"/>
          </p:nvPr>
        </p:nvSpPr>
        <p:spPr>
          <a:xfrm>
            <a:off x="457200" y="1067573"/>
            <a:ext cx="4038600" cy="5248275"/>
          </a:xfrm>
        </p:spPr>
        <p:txBody>
          <a:bodyPr>
            <a:normAutofit lnSpcReduction="10000"/>
          </a:bodyPr>
          <a:lstStyle/>
          <a:p>
            <a:r>
              <a:rPr lang="en-US" altLang="zh-CN" sz="1600" b="1" dirty="0"/>
              <a:t>XML Specification</a:t>
            </a:r>
          </a:p>
          <a:p>
            <a:pPr lvl="1"/>
            <a:r>
              <a:rPr lang="en-US" altLang="zh-CN" sz="1400" dirty="0">
                <a:solidFill>
                  <a:srgbClr val="FF0000"/>
                </a:solidFill>
              </a:rPr>
              <a:t>XML</a:t>
            </a:r>
          </a:p>
          <a:p>
            <a:pPr lvl="1"/>
            <a:r>
              <a:rPr lang="en-US" altLang="zh-CN" sz="1400" dirty="0">
                <a:solidFill>
                  <a:srgbClr val="FF0000"/>
                </a:solidFill>
              </a:rPr>
              <a:t>XML Schema</a:t>
            </a:r>
          </a:p>
          <a:p>
            <a:pPr lvl="1"/>
            <a:r>
              <a:rPr lang="en-US" altLang="zh-CN" sz="1400" dirty="0" err="1"/>
              <a:t>XPath</a:t>
            </a:r>
            <a:endParaRPr lang="en-US" altLang="zh-CN" sz="1400" dirty="0"/>
          </a:p>
          <a:p>
            <a:pPr lvl="1"/>
            <a:r>
              <a:rPr lang="en-US" altLang="zh-CN" sz="1400" dirty="0"/>
              <a:t>XQuery</a:t>
            </a:r>
          </a:p>
          <a:p>
            <a:pPr lvl="1"/>
            <a:r>
              <a:rPr lang="en-US" altLang="zh-CN" sz="1400" dirty="0"/>
              <a:t>XML Information Set</a:t>
            </a:r>
          </a:p>
          <a:p>
            <a:pPr lvl="1"/>
            <a:r>
              <a:rPr lang="en-US" altLang="zh-CN" sz="1400" dirty="0" err="1"/>
              <a:t>XInclude</a:t>
            </a:r>
            <a:endParaRPr lang="en-US" altLang="zh-CN" sz="1400" dirty="0"/>
          </a:p>
          <a:p>
            <a:pPr lvl="1"/>
            <a:r>
              <a:rPr lang="en-US" altLang="zh-CN" sz="1400" dirty="0"/>
              <a:t>XML Pointer</a:t>
            </a:r>
          </a:p>
          <a:p>
            <a:r>
              <a:rPr lang="en-US" altLang="zh-CN" sz="1600" b="1" dirty="0"/>
              <a:t>Messaging Specification</a:t>
            </a:r>
          </a:p>
          <a:p>
            <a:pPr lvl="1"/>
            <a:r>
              <a:rPr lang="en-US" altLang="zh-CN" sz="1400" dirty="0">
                <a:solidFill>
                  <a:srgbClr val="FF0000"/>
                </a:solidFill>
              </a:rPr>
              <a:t>SOAP (formerly known as Simple Object Access Protocol)</a:t>
            </a:r>
          </a:p>
          <a:p>
            <a:pPr lvl="1"/>
            <a:r>
              <a:rPr lang="en-US" altLang="zh-CN" sz="1400" dirty="0"/>
              <a:t>SOAP-over-UDP</a:t>
            </a:r>
          </a:p>
          <a:p>
            <a:pPr lvl="1"/>
            <a:r>
              <a:rPr lang="en-US" altLang="zh-CN" sz="1400" dirty="0"/>
              <a:t>SOAP Message Transmission Optimization Mechanism</a:t>
            </a:r>
          </a:p>
          <a:p>
            <a:pPr lvl="1"/>
            <a:r>
              <a:rPr lang="en-US" altLang="zh-CN" sz="1400" dirty="0">
                <a:solidFill>
                  <a:srgbClr val="FF0000"/>
                </a:solidFill>
              </a:rPr>
              <a:t>WS-Notification</a:t>
            </a:r>
          </a:p>
          <a:p>
            <a:pPr lvl="2"/>
            <a:r>
              <a:rPr lang="en-US" altLang="zh-CN" sz="1000" dirty="0"/>
              <a:t>WS-</a:t>
            </a:r>
            <a:r>
              <a:rPr lang="en-US" altLang="zh-CN" sz="1000" dirty="0" err="1"/>
              <a:t>BaseNotification</a:t>
            </a:r>
            <a:endParaRPr lang="en-US" altLang="zh-CN" sz="1000" dirty="0"/>
          </a:p>
          <a:p>
            <a:pPr lvl="2"/>
            <a:r>
              <a:rPr lang="en-US" altLang="zh-CN" sz="1000" dirty="0"/>
              <a:t>WS-Topics</a:t>
            </a:r>
          </a:p>
          <a:p>
            <a:pPr lvl="2"/>
            <a:r>
              <a:rPr lang="en-US" altLang="zh-CN" sz="1000" dirty="0"/>
              <a:t>WS-</a:t>
            </a:r>
            <a:r>
              <a:rPr lang="en-US" altLang="zh-CN" sz="1000" dirty="0" err="1"/>
              <a:t>BrokeredNotification</a:t>
            </a:r>
            <a:endParaRPr lang="en-US" altLang="zh-CN" sz="1000" dirty="0"/>
          </a:p>
          <a:p>
            <a:pPr lvl="1"/>
            <a:r>
              <a:rPr lang="en-US" altLang="zh-CN" sz="1400" dirty="0">
                <a:solidFill>
                  <a:srgbClr val="FF0000"/>
                </a:solidFill>
              </a:rPr>
              <a:t>WS-Addressing</a:t>
            </a:r>
          </a:p>
          <a:p>
            <a:pPr lvl="1"/>
            <a:r>
              <a:rPr lang="en-US" altLang="zh-CN" sz="1400" dirty="0"/>
              <a:t>WS-Transfer</a:t>
            </a:r>
          </a:p>
          <a:p>
            <a:pPr lvl="1"/>
            <a:r>
              <a:rPr lang="en-US" altLang="zh-CN" sz="1400" dirty="0"/>
              <a:t>WS-</a:t>
            </a:r>
            <a:r>
              <a:rPr lang="en-US" altLang="zh-CN" sz="1400" dirty="0" err="1"/>
              <a:t>Eventing</a:t>
            </a:r>
            <a:endParaRPr lang="en-US" altLang="zh-CN" sz="1400" dirty="0"/>
          </a:p>
          <a:p>
            <a:pPr lvl="1"/>
            <a:r>
              <a:rPr lang="en-US" altLang="zh-CN" sz="1400" dirty="0"/>
              <a:t>WS-Enumeration</a:t>
            </a:r>
          </a:p>
          <a:p>
            <a:pPr lvl="1"/>
            <a:r>
              <a:rPr lang="en-US" altLang="zh-CN" sz="1400" dirty="0"/>
              <a:t>WS-</a:t>
            </a:r>
            <a:r>
              <a:rPr lang="en-US" altLang="zh-CN" sz="1400" dirty="0" err="1"/>
              <a:t>MakeConnection</a:t>
            </a:r>
            <a:endParaRPr lang="en-US" altLang="zh-CN" sz="1400" dirty="0"/>
          </a:p>
        </p:txBody>
      </p:sp>
      <p:sp>
        <p:nvSpPr>
          <p:cNvPr id="4" name="灯片编号占位符 3"/>
          <p:cNvSpPr>
            <a:spLocks noGrp="1"/>
          </p:cNvSpPr>
          <p:nvPr>
            <p:ph type="sldNum" sz="quarter" idx="11"/>
          </p:nvPr>
        </p:nvSpPr>
        <p:spPr>
          <a:xfrm>
            <a:off x="3505200" y="6376173"/>
            <a:ext cx="2133600" cy="320675"/>
          </a:xfrm>
        </p:spPr>
        <p:txBody>
          <a:bodyPr/>
          <a:lstStyle/>
          <a:p>
            <a:pPr>
              <a:defRPr/>
            </a:pPr>
            <a:fld id="{4E1ABE52-5E8C-43D7-9401-8312C5F7EB45}" type="slidenum">
              <a:rPr lang="en-US" altLang="zh-CN" smtClean="0"/>
              <a:pPr>
                <a:defRPr/>
              </a:pPr>
              <a:t>3</a:t>
            </a:fld>
            <a:endParaRPr lang="en-US" altLang="zh-CN"/>
          </a:p>
        </p:txBody>
      </p:sp>
      <p:sp>
        <p:nvSpPr>
          <p:cNvPr id="10" name="内容占位符 8"/>
          <p:cNvSpPr txBox="1">
            <a:spLocks/>
          </p:cNvSpPr>
          <p:nvPr/>
        </p:nvSpPr>
        <p:spPr bwMode="auto">
          <a:xfrm>
            <a:off x="4789955" y="1133053"/>
            <a:ext cx="4038600" cy="524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marL="363538" indent="-363538" algn="l" rtl="0" eaLnBrk="1" fontAlgn="base" hangingPunct="1">
              <a:spcBef>
                <a:spcPct val="20000"/>
              </a:spcBef>
              <a:spcAft>
                <a:spcPct val="0"/>
              </a:spcAft>
              <a:buClr>
                <a:srgbClr val="00607A"/>
              </a:buClr>
              <a:buFont typeface="Wingdings" pitchFamily="2" charset="2"/>
              <a:buChar char="l"/>
              <a:defRPr sz="2800">
                <a:solidFill>
                  <a:srgbClr val="00607A"/>
                </a:solidFill>
                <a:latin typeface="+mn-lt"/>
                <a:ea typeface="+mn-ea"/>
                <a:cs typeface="+mn-cs"/>
              </a:defRPr>
            </a:lvl1pPr>
            <a:lvl2pPr marL="715963" indent="-352425" algn="l" rtl="0" eaLnBrk="1" fontAlgn="base" hangingPunct="1">
              <a:spcBef>
                <a:spcPct val="20000"/>
              </a:spcBef>
              <a:spcAft>
                <a:spcPct val="0"/>
              </a:spcAft>
              <a:buClr>
                <a:srgbClr val="00607A"/>
              </a:buClr>
              <a:buFont typeface="Wingdings" pitchFamily="2" charset="2"/>
              <a:buChar char="n"/>
              <a:defRPr sz="2400">
                <a:solidFill>
                  <a:srgbClr val="00607A"/>
                </a:solidFill>
                <a:latin typeface="+mn-lt"/>
              </a:defRPr>
            </a:lvl2pPr>
            <a:lvl3pPr marL="1079500" indent="-363538" algn="l" rtl="0" eaLnBrk="1" fontAlgn="base" hangingPunct="1">
              <a:spcBef>
                <a:spcPct val="20000"/>
              </a:spcBef>
              <a:spcAft>
                <a:spcPct val="0"/>
              </a:spcAft>
              <a:buClr>
                <a:srgbClr val="00607A"/>
              </a:buClr>
              <a:buFont typeface="Wingdings" pitchFamily="2" charset="2"/>
              <a:buChar char="u"/>
              <a:defRPr sz="2000">
                <a:solidFill>
                  <a:srgbClr val="00607A"/>
                </a:solidFill>
                <a:latin typeface="+mn-lt"/>
              </a:defRPr>
            </a:lvl3pPr>
            <a:lvl4pPr marL="1431925" indent="-352425" algn="l" rtl="0" eaLnBrk="1" fontAlgn="base" hangingPunct="1">
              <a:spcBef>
                <a:spcPct val="20000"/>
              </a:spcBef>
              <a:spcAft>
                <a:spcPct val="0"/>
              </a:spcAft>
              <a:buChar char="–"/>
              <a:defRPr sz="1800">
                <a:solidFill>
                  <a:srgbClr val="00607A"/>
                </a:solidFill>
                <a:latin typeface="+mn-lt"/>
              </a:defRPr>
            </a:lvl4pPr>
            <a:lvl5pPr marL="1795463" indent="-363538" algn="l" rtl="0" eaLnBrk="1" fontAlgn="base" hangingPunct="1">
              <a:spcBef>
                <a:spcPct val="20000"/>
              </a:spcBef>
              <a:spcAft>
                <a:spcPct val="0"/>
              </a:spcAft>
              <a:buFont typeface="Wingdings" pitchFamily="2" charset="2"/>
              <a:buChar char="ü"/>
              <a:defRPr sz="1800">
                <a:solidFill>
                  <a:srgbClr val="00607A"/>
                </a:solidFill>
                <a:latin typeface="+mn-lt"/>
              </a:defRPr>
            </a:lvl5pPr>
            <a:lvl6pPr marL="2514600" indent="-228600" algn="l" rtl="0" eaLnBrk="1" fontAlgn="base" hangingPunct="1">
              <a:spcBef>
                <a:spcPct val="20000"/>
              </a:spcBef>
              <a:spcAft>
                <a:spcPct val="0"/>
              </a:spcAft>
              <a:buChar char="»"/>
              <a:defRPr sz="1800">
                <a:solidFill>
                  <a:schemeClr val="tx1"/>
                </a:solidFill>
                <a:latin typeface="+mn-lt"/>
              </a:defRPr>
            </a:lvl6pPr>
            <a:lvl7pPr marL="2971800" indent="-228600" algn="l" rtl="0" eaLnBrk="1" fontAlgn="base" hangingPunct="1">
              <a:spcBef>
                <a:spcPct val="20000"/>
              </a:spcBef>
              <a:spcAft>
                <a:spcPct val="0"/>
              </a:spcAft>
              <a:buChar char="»"/>
              <a:defRPr sz="1800">
                <a:solidFill>
                  <a:schemeClr val="tx1"/>
                </a:solidFill>
                <a:latin typeface="+mn-lt"/>
              </a:defRPr>
            </a:lvl7pPr>
            <a:lvl8pPr marL="3429000" indent="-228600" algn="l" rtl="0" eaLnBrk="1" fontAlgn="base" hangingPunct="1">
              <a:spcBef>
                <a:spcPct val="20000"/>
              </a:spcBef>
              <a:spcAft>
                <a:spcPct val="0"/>
              </a:spcAft>
              <a:buChar char="»"/>
              <a:defRPr sz="1800">
                <a:solidFill>
                  <a:schemeClr val="tx1"/>
                </a:solidFill>
                <a:latin typeface="+mn-lt"/>
              </a:defRPr>
            </a:lvl8pPr>
            <a:lvl9pPr marL="3886200" indent="-228600" algn="l" rtl="0" eaLnBrk="1" fontAlgn="base" hangingPunct="1">
              <a:spcBef>
                <a:spcPct val="20000"/>
              </a:spcBef>
              <a:spcAft>
                <a:spcPct val="0"/>
              </a:spcAft>
              <a:buChar char="»"/>
              <a:defRPr sz="1800">
                <a:solidFill>
                  <a:schemeClr val="tx1"/>
                </a:solidFill>
                <a:latin typeface="+mn-lt"/>
              </a:defRPr>
            </a:lvl9pPr>
          </a:lstStyle>
          <a:p>
            <a:r>
              <a:rPr lang="en-US" altLang="zh-CN" sz="1600" b="1" dirty="0"/>
              <a:t>Metadata Exchange Specification</a:t>
            </a:r>
            <a:endParaRPr lang="en-US" altLang="zh-CN" sz="1400" dirty="0"/>
          </a:p>
          <a:p>
            <a:pPr lvl="1"/>
            <a:r>
              <a:rPr lang="en-US" altLang="zh-CN" sz="1400" dirty="0">
                <a:solidFill>
                  <a:srgbClr val="FF0000"/>
                </a:solidFill>
              </a:rPr>
              <a:t>WS-Policy</a:t>
            </a:r>
          </a:p>
          <a:p>
            <a:pPr lvl="1"/>
            <a:r>
              <a:rPr lang="en-US" altLang="zh-CN" sz="1400" dirty="0"/>
              <a:t>WS-</a:t>
            </a:r>
            <a:r>
              <a:rPr lang="en-US" altLang="zh-CN" sz="1400" dirty="0" err="1"/>
              <a:t>PolicyAssertions</a:t>
            </a:r>
            <a:endParaRPr lang="en-US" altLang="zh-CN" sz="1400" dirty="0"/>
          </a:p>
          <a:p>
            <a:pPr lvl="1"/>
            <a:r>
              <a:rPr lang="en-US" altLang="zh-CN" sz="1400" dirty="0"/>
              <a:t>WS-</a:t>
            </a:r>
            <a:r>
              <a:rPr lang="en-US" altLang="zh-CN" sz="1400" dirty="0" err="1"/>
              <a:t>PolicyAttachment</a:t>
            </a:r>
            <a:endParaRPr lang="en-US" altLang="zh-CN" sz="1400" dirty="0"/>
          </a:p>
          <a:p>
            <a:pPr lvl="1"/>
            <a:r>
              <a:rPr lang="en-US" altLang="zh-CN" sz="1400" dirty="0"/>
              <a:t>WS-Discovery </a:t>
            </a:r>
          </a:p>
          <a:p>
            <a:pPr lvl="2"/>
            <a:r>
              <a:rPr lang="en-US" altLang="zh-CN" sz="1000" dirty="0"/>
              <a:t>WS-Inspection</a:t>
            </a:r>
          </a:p>
          <a:p>
            <a:pPr lvl="1"/>
            <a:r>
              <a:rPr lang="en-US" altLang="zh-CN" sz="1400" dirty="0"/>
              <a:t>WS-</a:t>
            </a:r>
            <a:r>
              <a:rPr lang="en-US" altLang="zh-CN" sz="1400" dirty="0" err="1"/>
              <a:t>MetadataExchange</a:t>
            </a:r>
            <a:endParaRPr lang="en-US" altLang="zh-CN" sz="1400" dirty="0"/>
          </a:p>
          <a:p>
            <a:pPr lvl="1"/>
            <a:r>
              <a:rPr lang="en-US" altLang="zh-CN" sz="1400" dirty="0">
                <a:solidFill>
                  <a:srgbClr val="FF0000"/>
                </a:solidFill>
              </a:rPr>
              <a:t>Universal Description, Discovery, and Integration (UDDI)</a:t>
            </a:r>
          </a:p>
          <a:p>
            <a:pPr lvl="1"/>
            <a:r>
              <a:rPr lang="en-US" altLang="zh-CN" sz="1400" dirty="0">
                <a:solidFill>
                  <a:srgbClr val="FF0000"/>
                </a:solidFill>
              </a:rPr>
              <a:t>WSDL 2.0 Core</a:t>
            </a:r>
          </a:p>
          <a:p>
            <a:pPr lvl="1"/>
            <a:r>
              <a:rPr lang="en-US" altLang="zh-CN" sz="1400" dirty="0">
                <a:solidFill>
                  <a:srgbClr val="FF0000"/>
                </a:solidFill>
              </a:rPr>
              <a:t>WSDL 2.0 SOAP Binding </a:t>
            </a:r>
          </a:p>
          <a:p>
            <a:pPr lvl="2"/>
            <a:r>
              <a:rPr lang="en-US" altLang="zh-CN" sz="1000" dirty="0"/>
              <a:t>Web Services Semantics (WSDL-S)</a:t>
            </a:r>
            <a:endParaRPr lang="en-US" altLang="zh-CN" sz="1400" dirty="0"/>
          </a:p>
          <a:p>
            <a:pPr lvl="1"/>
            <a:r>
              <a:rPr lang="en-US" altLang="zh-CN" sz="1400" dirty="0">
                <a:solidFill>
                  <a:srgbClr val="FF0000"/>
                </a:solidFill>
              </a:rPr>
              <a:t>WS-Resource Framework (WSRF)</a:t>
            </a:r>
          </a:p>
          <a:p>
            <a:r>
              <a:rPr lang="en-US" altLang="zh-CN" sz="1800" b="1" dirty="0"/>
              <a:t>Privacy</a:t>
            </a:r>
            <a:endParaRPr lang="en-US" altLang="zh-CN" sz="1400" dirty="0"/>
          </a:p>
          <a:p>
            <a:pPr lvl="1"/>
            <a:r>
              <a:rPr lang="en-US" altLang="zh-CN" sz="1400" dirty="0"/>
              <a:t>P3P</a:t>
            </a:r>
          </a:p>
          <a:p>
            <a:r>
              <a:rPr lang="en-US" altLang="zh-CN" sz="1800" b="1" dirty="0"/>
              <a:t>Reliable Messaging Specifications</a:t>
            </a:r>
          </a:p>
          <a:p>
            <a:pPr lvl="1"/>
            <a:r>
              <a:rPr lang="en-US" altLang="zh-CN" sz="1400" dirty="0"/>
              <a:t>WS-</a:t>
            </a:r>
            <a:r>
              <a:rPr lang="en-US" altLang="zh-CN" sz="1400" dirty="0" err="1"/>
              <a:t>ReliableMessaging</a:t>
            </a:r>
            <a:endParaRPr lang="en-US" altLang="zh-CN" sz="1400" dirty="0"/>
          </a:p>
          <a:p>
            <a:pPr lvl="1"/>
            <a:r>
              <a:rPr lang="en-US" altLang="zh-CN" sz="1400" dirty="0">
                <a:solidFill>
                  <a:srgbClr val="FF0000"/>
                </a:solidFill>
              </a:rPr>
              <a:t>WS-Reliability</a:t>
            </a:r>
          </a:p>
          <a:p>
            <a:pPr lvl="1"/>
            <a:r>
              <a:rPr lang="en-US" altLang="zh-CN" sz="1400" dirty="0"/>
              <a:t>WS-RM Policy Assertion</a:t>
            </a:r>
          </a:p>
        </p:txBody>
      </p:sp>
    </p:spTree>
    <p:extLst>
      <p:ext uri="{BB962C8B-B14F-4D97-AF65-F5344CB8AC3E}">
        <p14:creationId xmlns:p14="http://schemas.microsoft.com/office/powerpoint/2010/main" val="2818388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304800" y="67448"/>
            <a:ext cx="8458200" cy="563563"/>
          </a:xfrm>
        </p:spPr>
        <p:txBody>
          <a:bodyPr/>
          <a:lstStyle/>
          <a:p>
            <a:r>
              <a:rPr lang="en-US" altLang="zh-CN" dirty="0"/>
              <a:t>WS-* list (2/3)</a:t>
            </a:r>
            <a:endParaRPr lang="zh-CN" altLang="en-US" dirty="0"/>
          </a:p>
        </p:txBody>
      </p:sp>
      <p:sp>
        <p:nvSpPr>
          <p:cNvPr id="9" name="内容占位符 8"/>
          <p:cNvSpPr>
            <a:spLocks noGrp="1"/>
          </p:cNvSpPr>
          <p:nvPr>
            <p:ph sz="half" idx="1"/>
          </p:nvPr>
        </p:nvSpPr>
        <p:spPr>
          <a:xfrm>
            <a:off x="457200" y="1067573"/>
            <a:ext cx="4038600" cy="5248275"/>
          </a:xfrm>
        </p:spPr>
        <p:txBody>
          <a:bodyPr>
            <a:normAutofit fontScale="92500" lnSpcReduction="20000"/>
          </a:bodyPr>
          <a:lstStyle/>
          <a:p>
            <a:r>
              <a:rPr lang="en-US" altLang="zh-CN" sz="2000" b="1" dirty="0"/>
              <a:t>Security Specification</a:t>
            </a:r>
            <a:endParaRPr lang="en-US" altLang="zh-CN" sz="2000" dirty="0"/>
          </a:p>
          <a:p>
            <a:pPr lvl="1"/>
            <a:r>
              <a:rPr lang="en-US" altLang="zh-CN" sz="1600" dirty="0">
                <a:solidFill>
                  <a:srgbClr val="FF0000"/>
                </a:solidFill>
              </a:rPr>
              <a:t>WS-Security</a:t>
            </a:r>
          </a:p>
          <a:p>
            <a:pPr lvl="1"/>
            <a:r>
              <a:rPr lang="en-US" altLang="zh-CN" sz="1600" dirty="0"/>
              <a:t>XML Signature</a:t>
            </a:r>
          </a:p>
          <a:p>
            <a:pPr lvl="1"/>
            <a:r>
              <a:rPr lang="en-US" altLang="zh-CN" sz="1600" dirty="0"/>
              <a:t>XML Encryption</a:t>
            </a:r>
          </a:p>
          <a:p>
            <a:pPr lvl="1"/>
            <a:r>
              <a:rPr lang="en-US" altLang="zh-CN" sz="1600" dirty="0"/>
              <a:t>XML Key Management (XKMS)</a:t>
            </a:r>
          </a:p>
          <a:p>
            <a:pPr lvl="1"/>
            <a:r>
              <a:rPr lang="en-US" altLang="zh-CN" sz="1600" dirty="0"/>
              <a:t>WS-</a:t>
            </a:r>
            <a:r>
              <a:rPr lang="en-US" altLang="zh-CN" sz="1600" dirty="0" err="1"/>
              <a:t>SecureConversation</a:t>
            </a:r>
            <a:endParaRPr lang="en-US" altLang="zh-CN" sz="1600" dirty="0"/>
          </a:p>
          <a:p>
            <a:pPr lvl="1"/>
            <a:r>
              <a:rPr lang="en-US" altLang="zh-CN" sz="1600" dirty="0"/>
              <a:t>WS-</a:t>
            </a:r>
            <a:r>
              <a:rPr lang="en-US" altLang="zh-CN" sz="1600" dirty="0" err="1"/>
              <a:t>SecurityPolicy</a:t>
            </a:r>
            <a:endParaRPr lang="en-US" altLang="zh-CN" sz="1600" dirty="0"/>
          </a:p>
          <a:p>
            <a:pPr lvl="1"/>
            <a:r>
              <a:rPr lang="en-US" altLang="zh-CN" sz="1600" dirty="0">
                <a:solidFill>
                  <a:srgbClr val="FF0000"/>
                </a:solidFill>
              </a:rPr>
              <a:t>WS-Trust</a:t>
            </a:r>
          </a:p>
          <a:p>
            <a:pPr lvl="1"/>
            <a:r>
              <a:rPr lang="en-US" altLang="zh-CN" sz="1600" dirty="0">
                <a:solidFill>
                  <a:srgbClr val="FF0000"/>
                </a:solidFill>
              </a:rPr>
              <a:t>WS-Federation</a:t>
            </a:r>
          </a:p>
          <a:p>
            <a:pPr lvl="1"/>
            <a:r>
              <a:rPr lang="en-US" altLang="zh-CN" sz="1600" dirty="0"/>
              <a:t>WS-Federation Active Requestor Profile</a:t>
            </a:r>
          </a:p>
          <a:p>
            <a:pPr lvl="1"/>
            <a:r>
              <a:rPr lang="en-US" altLang="zh-CN" sz="1600" dirty="0"/>
              <a:t>WS-Federation Passive Requestor Profile</a:t>
            </a:r>
          </a:p>
          <a:p>
            <a:pPr lvl="1"/>
            <a:r>
              <a:rPr lang="en-US" altLang="zh-CN" sz="1600" dirty="0"/>
              <a:t>Web Services Security Kerberos Binding</a:t>
            </a:r>
          </a:p>
          <a:p>
            <a:pPr lvl="1"/>
            <a:r>
              <a:rPr lang="en-US" altLang="zh-CN" sz="1600" dirty="0"/>
              <a:t>Web Single Sign-On Interoperability Profile</a:t>
            </a:r>
          </a:p>
          <a:p>
            <a:pPr lvl="1"/>
            <a:r>
              <a:rPr lang="en-US" altLang="zh-CN" sz="1600" dirty="0"/>
              <a:t>Web Single Sign-On Metadata Exchange Protocol</a:t>
            </a:r>
          </a:p>
          <a:p>
            <a:pPr lvl="1"/>
            <a:r>
              <a:rPr lang="en-US" altLang="zh-CN" sz="1600" dirty="0"/>
              <a:t>Security Assertion Markup Language (SAML)</a:t>
            </a:r>
          </a:p>
          <a:p>
            <a:pPr lvl="1"/>
            <a:r>
              <a:rPr lang="en-US" altLang="zh-CN" sz="1600" dirty="0"/>
              <a:t>XACML</a:t>
            </a:r>
            <a:endParaRPr lang="zh-CN" altLang="en-US" sz="1600" dirty="0"/>
          </a:p>
        </p:txBody>
      </p:sp>
      <p:sp>
        <p:nvSpPr>
          <p:cNvPr id="4" name="灯片编号占位符 3"/>
          <p:cNvSpPr>
            <a:spLocks noGrp="1"/>
          </p:cNvSpPr>
          <p:nvPr>
            <p:ph type="sldNum" sz="quarter" idx="11"/>
          </p:nvPr>
        </p:nvSpPr>
        <p:spPr>
          <a:xfrm>
            <a:off x="3505200" y="6376173"/>
            <a:ext cx="2133600" cy="320675"/>
          </a:xfrm>
        </p:spPr>
        <p:txBody>
          <a:bodyPr/>
          <a:lstStyle/>
          <a:p>
            <a:pPr>
              <a:defRPr/>
            </a:pPr>
            <a:fld id="{4E1ABE52-5E8C-43D7-9401-8312C5F7EB45}" type="slidenum">
              <a:rPr lang="en-US" altLang="zh-CN" smtClean="0"/>
              <a:pPr>
                <a:defRPr/>
              </a:pPr>
              <a:t>4</a:t>
            </a:fld>
            <a:endParaRPr lang="en-US" altLang="zh-CN"/>
          </a:p>
        </p:txBody>
      </p:sp>
      <p:sp>
        <p:nvSpPr>
          <p:cNvPr id="10" name="内容占位符 8"/>
          <p:cNvSpPr txBox="1">
            <a:spLocks/>
          </p:cNvSpPr>
          <p:nvPr/>
        </p:nvSpPr>
        <p:spPr bwMode="auto">
          <a:xfrm>
            <a:off x="4789955" y="1133053"/>
            <a:ext cx="4038600" cy="524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marL="363538" indent="-363538" algn="l" rtl="0" eaLnBrk="1" fontAlgn="base" hangingPunct="1">
              <a:spcBef>
                <a:spcPct val="20000"/>
              </a:spcBef>
              <a:spcAft>
                <a:spcPct val="0"/>
              </a:spcAft>
              <a:buClr>
                <a:srgbClr val="00607A"/>
              </a:buClr>
              <a:buFont typeface="Wingdings" pitchFamily="2" charset="2"/>
              <a:buChar char="l"/>
              <a:defRPr sz="2800">
                <a:solidFill>
                  <a:srgbClr val="00607A"/>
                </a:solidFill>
                <a:latin typeface="+mn-lt"/>
                <a:ea typeface="+mn-ea"/>
                <a:cs typeface="+mn-cs"/>
              </a:defRPr>
            </a:lvl1pPr>
            <a:lvl2pPr marL="715963" indent="-352425" algn="l" rtl="0" eaLnBrk="1" fontAlgn="base" hangingPunct="1">
              <a:spcBef>
                <a:spcPct val="20000"/>
              </a:spcBef>
              <a:spcAft>
                <a:spcPct val="0"/>
              </a:spcAft>
              <a:buClr>
                <a:srgbClr val="00607A"/>
              </a:buClr>
              <a:buFont typeface="Wingdings" pitchFamily="2" charset="2"/>
              <a:buChar char="n"/>
              <a:defRPr sz="2400">
                <a:solidFill>
                  <a:srgbClr val="00607A"/>
                </a:solidFill>
                <a:latin typeface="+mn-lt"/>
              </a:defRPr>
            </a:lvl2pPr>
            <a:lvl3pPr marL="1079500" indent="-363538" algn="l" rtl="0" eaLnBrk="1" fontAlgn="base" hangingPunct="1">
              <a:spcBef>
                <a:spcPct val="20000"/>
              </a:spcBef>
              <a:spcAft>
                <a:spcPct val="0"/>
              </a:spcAft>
              <a:buClr>
                <a:srgbClr val="00607A"/>
              </a:buClr>
              <a:buFont typeface="Wingdings" pitchFamily="2" charset="2"/>
              <a:buChar char="u"/>
              <a:defRPr sz="2000">
                <a:solidFill>
                  <a:srgbClr val="00607A"/>
                </a:solidFill>
                <a:latin typeface="+mn-lt"/>
              </a:defRPr>
            </a:lvl3pPr>
            <a:lvl4pPr marL="1431925" indent="-352425" algn="l" rtl="0" eaLnBrk="1" fontAlgn="base" hangingPunct="1">
              <a:spcBef>
                <a:spcPct val="20000"/>
              </a:spcBef>
              <a:spcAft>
                <a:spcPct val="0"/>
              </a:spcAft>
              <a:buChar char="–"/>
              <a:defRPr sz="1800">
                <a:solidFill>
                  <a:srgbClr val="00607A"/>
                </a:solidFill>
                <a:latin typeface="+mn-lt"/>
              </a:defRPr>
            </a:lvl4pPr>
            <a:lvl5pPr marL="1795463" indent="-363538" algn="l" rtl="0" eaLnBrk="1" fontAlgn="base" hangingPunct="1">
              <a:spcBef>
                <a:spcPct val="20000"/>
              </a:spcBef>
              <a:spcAft>
                <a:spcPct val="0"/>
              </a:spcAft>
              <a:buFont typeface="Wingdings" pitchFamily="2" charset="2"/>
              <a:buChar char="ü"/>
              <a:defRPr sz="1800">
                <a:solidFill>
                  <a:srgbClr val="00607A"/>
                </a:solidFill>
                <a:latin typeface="+mn-lt"/>
              </a:defRPr>
            </a:lvl5pPr>
            <a:lvl6pPr marL="2514600" indent="-228600" algn="l" rtl="0" eaLnBrk="1" fontAlgn="base" hangingPunct="1">
              <a:spcBef>
                <a:spcPct val="20000"/>
              </a:spcBef>
              <a:spcAft>
                <a:spcPct val="0"/>
              </a:spcAft>
              <a:buChar char="»"/>
              <a:defRPr sz="1800">
                <a:solidFill>
                  <a:schemeClr val="tx1"/>
                </a:solidFill>
                <a:latin typeface="+mn-lt"/>
              </a:defRPr>
            </a:lvl6pPr>
            <a:lvl7pPr marL="2971800" indent="-228600" algn="l" rtl="0" eaLnBrk="1" fontAlgn="base" hangingPunct="1">
              <a:spcBef>
                <a:spcPct val="20000"/>
              </a:spcBef>
              <a:spcAft>
                <a:spcPct val="0"/>
              </a:spcAft>
              <a:buChar char="»"/>
              <a:defRPr sz="1800">
                <a:solidFill>
                  <a:schemeClr val="tx1"/>
                </a:solidFill>
                <a:latin typeface="+mn-lt"/>
              </a:defRPr>
            </a:lvl7pPr>
            <a:lvl8pPr marL="3429000" indent="-228600" algn="l" rtl="0" eaLnBrk="1" fontAlgn="base" hangingPunct="1">
              <a:spcBef>
                <a:spcPct val="20000"/>
              </a:spcBef>
              <a:spcAft>
                <a:spcPct val="0"/>
              </a:spcAft>
              <a:buChar char="»"/>
              <a:defRPr sz="1800">
                <a:solidFill>
                  <a:schemeClr val="tx1"/>
                </a:solidFill>
                <a:latin typeface="+mn-lt"/>
              </a:defRPr>
            </a:lvl8pPr>
            <a:lvl9pPr marL="3886200" indent="-228600" algn="l" rtl="0" eaLnBrk="1" fontAlgn="base" hangingPunct="1">
              <a:spcBef>
                <a:spcPct val="20000"/>
              </a:spcBef>
              <a:spcAft>
                <a:spcPct val="0"/>
              </a:spcAft>
              <a:buChar char="»"/>
              <a:defRPr sz="1800">
                <a:solidFill>
                  <a:schemeClr val="tx1"/>
                </a:solidFill>
                <a:latin typeface="+mn-lt"/>
              </a:defRPr>
            </a:lvl9pPr>
          </a:lstStyle>
          <a:p>
            <a:r>
              <a:rPr lang="en-US" altLang="zh-CN" sz="1800" b="1" dirty="0"/>
              <a:t>Resource Specifications</a:t>
            </a:r>
            <a:endParaRPr lang="en-US" altLang="zh-CN" sz="1600" dirty="0"/>
          </a:p>
          <a:p>
            <a:pPr lvl="1"/>
            <a:r>
              <a:rPr lang="en-US" altLang="zh-CN" sz="1600" dirty="0">
                <a:solidFill>
                  <a:srgbClr val="FF0000"/>
                </a:solidFill>
              </a:rPr>
              <a:t>Web Services Resource Framework </a:t>
            </a:r>
          </a:p>
          <a:p>
            <a:pPr lvl="2"/>
            <a:r>
              <a:rPr lang="en-US" altLang="zh-CN" sz="1200" dirty="0"/>
              <a:t>WS-</a:t>
            </a:r>
            <a:r>
              <a:rPr lang="en-US" altLang="zh-CN" sz="1200" dirty="0" err="1"/>
              <a:t>BaseFaults</a:t>
            </a:r>
            <a:endParaRPr lang="en-US" altLang="zh-CN" sz="1200" dirty="0"/>
          </a:p>
          <a:p>
            <a:pPr lvl="2"/>
            <a:r>
              <a:rPr lang="en-US" altLang="zh-CN" sz="1200" dirty="0"/>
              <a:t>WS-</a:t>
            </a:r>
            <a:r>
              <a:rPr lang="en-US" altLang="zh-CN" sz="1200" dirty="0" err="1"/>
              <a:t>ServiceGroup</a:t>
            </a:r>
            <a:endParaRPr lang="en-US" altLang="zh-CN" sz="1200" dirty="0"/>
          </a:p>
          <a:p>
            <a:pPr lvl="2"/>
            <a:r>
              <a:rPr lang="en-US" altLang="zh-CN" sz="1200" dirty="0"/>
              <a:t>WS-</a:t>
            </a:r>
            <a:r>
              <a:rPr lang="en-US" altLang="zh-CN" sz="1200" dirty="0" err="1"/>
              <a:t>ResourceProperties</a:t>
            </a:r>
            <a:endParaRPr lang="en-US" altLang="zh-CN" sz="1200" dirty="0"/>
          </a:p>
          <a:p>
            <a:pPr lvl="2"/>
            <a:r>
              <a:rPr lang="en-US" altLang="zh-CN" sz="1200" dirty="0"/>
              <a:t>WS-</a:t>
            </a:r>
            <a:r>
              <a:rPr lang="en-US" altLang="zh-CN" sz="1200" dirty="0" err="1"/>
              <a:t>ResourceLifetime</a:t>
            </a:r>
            <a:endParaRPr lang="en-US" altLang="zh-CN" sz="1600" dirty="0"/>
          </a:p>
          <a:p>
            <a:pPr lvl="1"/>
            <a:r>
              <a:rPr lang="en-US" altLang="zh-CN" sz="1600" dirty="0"/>
              <a:t>WS-Transfer</a:t>
            </a:r>
          </a:p>
          <a:p>
            <a:pPr lvl="1"/>
            <a:r>
              <a:rPr lang="en-US" altLang="zh-CN" sz="1600" dirty="0"/>
              <a:t>WS-Fragment</a:t>
            </a:r>
          </a:p>
          <a:p>
            <a:pPr lvl="1"/>
            <a:r>
              <a:rPr lang="en-US" altLang="zh-CN" sz="1600" dirty="0"/>
              <a:t>Resource Representation SOAP Header Block</a:t>
            </a:r>
          </a:p>
          <a:p>
            <a:r>
              <a:rPr lang="en-US" altLang="zh-CN" sz="1800" b="1" dirty="0"/>
              <a:t>Web Services Interoperability (</a:t>
            </a:r>
            <a:r>
              <a:rPr lang="en-US" altLang="zh-CN" sz="1800" b="1" dirty="0">
                <a:hlinkClick r:id="rId2" action="ppaction://hlinkfile" tooltip="WS-I"/>
              </a:rPr>
              <a:t>WS-I</a:t>
            </a:r>
            <a:r>
              <a:rPr lang="en-US" altLang="zh-CN" sz="1800" b="1" dirty="0"/>
              <a:t>) Specification</a:t>
            </a:r>
          </a:p>
          <a:p>
            <a:pPr lvl="1"/>
            <a:r>
              <a:rPr lang="en-US" altLang="zh-CN" sz="1600" dirty="0">
                <a:solidFill>
                  <a:srgbClr val="FF0000"/>
                </a:solidFill>
              </a:rPr>
              <a:t>WS-I Basic Profile</a:t>
            </a:r>
          </a:p>
          <a:p>
            <a:pPr lvl="1"/>
            <a:r>
              <a:rPr lang="en-US" altLang="zh-CN" sz="1600" dirty="0"/>
              <a:t>WS-I Basic Security Profile</a:t>
            </a:r>
          </a:p>
          <a:p>
            <a:pPr lvl="1"/>
            <a:r>
              <a:rPr lang="en-US" altLang="zh-CN" sz="1600" dirty="0"/>
              <a:t>Simple Soap Binding Profile</a:t>
            </a:r>
          </a:p>
        </p:txBody>
      </p:sp>
    </p:spTree>
    <p:extLst>
      <p:ext uri="{BB962C8B-B14F-4D97-AF65-F5344CB8AC3E}">
        <p14:creationId xmlns:p14="http://schemas.microsoft.com/office/powerpoint/2010/main" val="2249629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304800" y="67448"/>
            <a:ext cx="8458200" cy="563563"/>
          </a:xfrm>
        </p:spPr>
        <p:txBody>
          <a:bodyPr/>
          <a:lstStyle/>
          <a:p>
            <a:r>
              <a:rPr lang="en-US" altLang="zh-CN" dirty="0"/>
              <a:t>WS-* list (3/3)</a:t>
            </a:r>
            <a:endParaRPr lang="zh-CN" altLang="en-US" dirty="0"/>
          </a:p>
        </p:txBody>
      </p:sp>
      <p:sp>
        <p:nvSpPr>
          <p:cNvPr id="9" name="内容占位符 8"/>
          <p:cNvSpPr>
            <a:spLocks noGrp="1"/>
          </p:cNvSpPr>
          <p:nvPr>
            <p:ph sz="half" idx="1"/>
          </p:nvPr>
        </p:nvSpPr>
        <p:spPr>
          <a:xfrm>
            <a:off x="457200" y="1067573"/>
            <a:ext cx="4038600" cy="5248275"/>
          </a:xfrm>
        </p:spPr>
        <p:txBody>
          <a:bodyPr>
            <a:normAutofit/>
          </a:bodyPr>
          <a:lstStyle/>
          <a:p>
            <a:r>
              <a:rPr lang="en-US" altLang="zh-CN" sz="2000" b="1" dirty="0"/>
              <a:t>Business Process Specifications</a:t>
            </a:r>
          </a:p>
          <a:p>
            <a:pPr lvl="1"/>
            <a:r>
              <a:rPr lang="en-US" altLang="zh-CN" sz="1600" dirty="0">
                <a:solidFill>
                  <a:srgbClr val="FF0000"/>
                </a:solidFill>
              </a:rPr>
              <a:t>WS-BPEL</a:t>
            </a:r>
          </a:p>
          <a:p>
            <a:pPr lvl="1"/>
            <a:r>
              <a:rPr lang="en-US" altLang="zh-CN" sz="1600" dirty="0"/>
              <a:t>WS-CDL</a:t>
            </a:r>
          </a:p>
          <a:p>
            <a:pPr lvl="1"/>
            <a:r>
              <a:rPr lang="en-US" altLang="zh-CN" sz="1600" dirty="0"/>
              <a:t>Web Service Choreography Interface</a:t>
            </a:r>
          </a:p>
          <a:p>
            <a:pPr lvl="1"/>
            <a:r>
              <a:rPr lang="en-US" altLang="zh-CN" sz="1600" dirty="0"/>
              <a:t>WS-Choreography</a:t>
            </a:r>
          </a:p>
          <a:p>
            <a:pPr lvl="1"/>
            <a:r>
              <a:rPr lang="en-US" altLang="zh-CN" sz="1600" dirty="0"/>
              <a:t>XML Process Definition Language</a:t>
            </a:r>
          </a:p>
          <a:p>
            <a:r>
              <a:rPr lang="en-US" altLang="zh-CN" sz="2000" b="1" dirty="0"/>
              <a:t>Transaction Specifications</a:t>
            </a:r>
          </a:p>
          <a:p>
            <a:pPr lvl="1"/>
            <a:r>
              <a:rPr lang="en-US" altLang="zh-CN" sz="1600" dirty="0">
                <a:solidFill>
                  <a:srgbClr val="FF0000"/>
                </a:solidFill>
              </a:rPr>
              <a:t>WS-</a:t>
            </a:r>
            <a:r>
              <a:rPr lang="en-US" altLang="zh-CN" sz="1600" dirty="0" err="1">
                <a:solidFill>
                  <a:srgbClr val="FF0000"/>
                </a:solidFill>
              </a:rPr>
              <a:t>BusinessActivity</a:t>
            </a:r>
            <a:endParaRPr lang="en-US" altLang="zh-CN" sz="1600" dirty="0">
              <a:solidFill>
                <a:srgbClr val="FF0000"/>
              </a:solidFill>
            </a:endParaRPr>
          </a:p>
          <a:p>
            <a:pPr lvl="1"/>
            <a:r>
              <a:rPr lang="en-US" altLang="zh-CN" sz="1600" dirty="0">
                <a:solidFill>
                  <a:srgbClr val="FF0000"/>
                </a:solidFill>
              </a:rPr>
              <a:t>WS-</a:t>
            </a:r>
            <a:r>
              <a:rPr lang="en-US" altLang="zh-CN" sz="1600" dirty="0" err="1">
                <a:solidFill>
                  <a:srgbClr val="FF0000"/>
                </a:solidFill>
              </a:rPr>
              <a:t>AtomicTransaction</a:t>
            </a:r>
            <a:endParaRPr lang="en-US" altLang="zh-CN" sz="1600" dirty="0">
              <a:solidFill>
                <a:srgbClr val="FF0000"/>
              </a:solidFill>
            </a:endParaRPr>
          </a:p>
          <a:p>
            <a:pPr lvl="1"/>
            <a:r>
              <a:rPr lang="en-US" altLang="zh-CN" sz="1600" dirty="0">
                <a:solidFill>
                  <a:srgbClr val="FF0000"/>
                </a:solidFill>
              </a:rPr>
              <a:t>WS-Coordination</a:t>
            </a:r>
          </a:p>
          <a:p>
            <a:pPr lvl="1"/>
            <a:r>
              <a:rPr lang="en-US" altLang="zh-CN" sz="1600" dirty="0"/>
              <a:t>WS-CAF</a:t>
            </a:r>
          </a:p>
          <a:p>
            <a:pPr lvl="1"/>
            <a:r>
              <a:rPr lang="en-US" altLang="zh-CN" sz="1600" dirty="0">
                <a:solidFill>
                  <a:srgbClr val="FF0000"/>
                </a:solidFill>
              </a:rPr>
              <a:t>WS-Transaction</a:t>
            </a:r>
          </a:p>
          <a:p>
            <a:pPr lvl="1"/>
            <a:r>
              <a:rPr lang="en-US" altLang="zh-CN" sz="1600" dirty="0"/>
              <a:t>WS-Context</a:t>
            </a:r>
          </a:p>
          <a:p>
            <a:pPr lvl="1"/>
            <a:r>
              <a:rPr lang="en-US" altLang="zh-CN" sz="1600" dirty="0"/>
              <a:t>WS-CF</a:t>
            </a:r>
          </a:p>
          <a:p>
            <a:pPr lvl="1"/>
            <a:r>
              <a:rPr lang="en-US" altLang="zh-CN" sz="1600" dirty="0"/>
              <a:t>WS-TXM</a:t>
            </a:r>
          </a:p>
        </p:txBody>
      </p:sp>
      <p:sp>
        <p:nvSpPr>
          <p:cNvPr id="4" name="灯片编号占位符 3"/>
          <p:cNvSpPr>
            <a:spLocks noGrp="1"/>
          </p:cNvSpPr>
          <p:nvPr>
            <p:ph type="sldNum" sz="quarter" idx="11"/>
          </p:nvPr>
        </p:nvSpPr>
        <p:spPr>
          <a:xfrm>
            <a:off x="3505200" y="6376173"/>
            <a:ext cx="2133600" cy="320675"/>
          </a:xfrm>
        </p:spPr>
        <p:txBody>
          <a:bodyPr/>
          <a:lstStyle/>
          <a:p>
            <a:pPr>
              <a:defRPr/>
            </a:pPr>
            <a:fld id="{4E1ABE52-5E8C-43D7-9401-8312C5F7EB45}" type="slidenum">
              <a:rPr lang="en-US" altLang="zh-CN" smtClean="0"/>
              <a:pPr>
                <a:defRPr/>
              </a:pPr>
              <a:t>5</a:t>
            </a:fld>
            <a:endParaRPr lang="en-US" altLang="zh-CN"/>
          </a:p>
        </p:txBody>
      </p:sp>
      <p:sp>
        <p:nvSpPr>
          <p:cNvPr id="10" name="内容占位符 8"/>
          <p:cNvSpPr txBox="1">
            <a:spLocks/>
          </p:cNvSpPr>
          <p:nvPr/>
        </p:nvSpPr>
        <p:spPr bwMode="auto">
          <a:xfrm>
            <a:off x="4789955" y="1133053"/>
            <a:ext cx="4038600" cy="524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marL="363538" indent="-363538" algn="l" rtl="0" eaLnBrk="1" fontAlgn="base" hangingPunct="1">
              <a:spcBef>
                <a:spcPct val="20000"/>
              </a:spcBef>
              <a:spcAft>
                <a:spcPct val="0"/>
              </a:spcAft>
              <a:buClr>
                <a:srgbClr val="00607A"/>
              </a:buClr>
              <a:buFont typeface="Wingdings" pitchFamily="2" charset="2"/>
              <a:buChar char="l"/>
              <a:defRPr sz="2800">
                <a:solidFill>
                  <a:srgbClr val="00607A"/>
                </a:solidFill>
                <a:latin typeface="+mn-lt"/>
                <a:ea typeface="+mn-ea"/>
                <a:cs typeface="+mn-cs"/>
              </a:defRPr>
            </a:lvl1pPr>
            <a:lvl2pPr marL="715963" indent="-352425" algn="l" rtl="0" eaLnBrk="1" fontAlgn="base" hangingPunct="1">
              <a:spcBef>
                <a:spcPct val="20000"/>
              </a:spcBef>
              <a:spcAft>
                <a:spcPct val="0"/>
              </a:spcAft>
              <a:buClr>
                <a:srgbClr val="00607A"/>
              </a:buClr>
              <a:buFont typeface="Wingdings" pitchFamily="2" charset="2"/>
              <a:buChar char="n"/>
              <a:defRPr sz="2400">
                <a:solidFill>
                  <a:srgbClr val="00607A"/>
                </a:solidFill>
                <a:latin typeface="+mn-lt"/>
              </a:defRPr>
            </a:lvl2pPr>
            <a:lvl3pPr marL="1079500" indent="-363538" algn="l" rtl="0" eaLnBrk="1" fontAlgn="base" hangingPunct="1">
              <a:spcBef>
                <a:spcPct val="20000"/>
              </a:spcBef>
              <a:spcAft>
                <a:spcPct val="0"/>
              </a:spcAft>
              <a:buClr>
                <a:srgbClr val="00607A"/>
              </a:buClr>
              <a:buFont typeface="Wingdings" pitchFamily="2" charset="2"/>
              <a:buChar char="u"/>
              <a:defRPr sz="2000">
                <a:solidFill>
                  <a:srgbClr val="00607A"/>
                </a:solidFill>
                <a:latin typeface="+mn-lt"/>
              </a:defRPr>
            </a:lvl3pPr>
            <a:lvl4pPr marL="1431925" indent="-352425" algn="l" rtl="0" eaLnBrk="1" fontAlgn="base" hangingPunct="1">
              <a:spcBef>
                <a:spcPct val="20000"/>
              </a:spcBef>
              <a:spcAft>
                <a:spcPct val="0"/>
              </a:spcAft>
              <a:buChar char="–"/>
              <a:defRPr sz="1800">
                <a:solidFill>
                  <a:srgbClr val="00607A"/>
                </a:solidFill>
                <a:latin typeface="+mn-lt"/>
              </a:defRPr>
            </a:lvl4pPr>
            <a:lvl5pPr marL="1795463" indent="-363538" algn="l" rtl="0" eaLnBrk="1" fontAlgn="base" hangingPunct="1">
              <a:spcBef>
                <a:spcPct val="20000"/>
              </a:spcBef>
              <a:spcAft>
                <a:spcPct val="0"/>
              </a:spcAft>
              <a:buFont typeface="Wingdings" pitchFamily="2" charset="2"/>
              <a:buChar char="ü"/>
              <a:defRPr sz="1800">
                <a:solidFill>
                  <a:srgbClr val="00607A"/>
                </a:solidFill>
                <a:latin typeface="+mn-lt"/>
              </a:defRPr>
            </a:lvl5pPr>
            <a:lvl6pPr marL="2514600" indent="-228600" algn="l" rtl="0" eaLnBrk="1" fontAlgn="base" hangingPunct="1">
              <a:spcBef>
                <a:spcPct val="20000"/>
              </a:spcBef>
              <a:spcAft>
                <a:spcPct val="0"/>
              </a:spcAft>
              <a:buChar char="»"/>
              <a:defRPr sz="1800">
                <a:solidFill>
                  <a:schemeClr val="tx1"/>
                </a:solidFill>
                <a:latin typeface="+mn-lt"/>
              </a:defRPr>
            </a:lvl6pPr>
            <a:lvl7pPr marL="2971800" indent="-228600" algn="l" rtl="0" eaLnBrk="1" fontAlgn="base" hangingPunct="1">
              <a:spcBef>
                <a:spcPct val="20000"/>
              </a:spcBef>
              <a:spcAft>
                <a:spcPct val="0"/>
              </a:spcAft>
              <a:buChar char="»"/>
              <a:defRPr sz="1800">
                <a:solidFill>
                  <a:schemeClr val="tx1"/>
                </a:solidFill>
                <a:latin typeface="+mn-lt"/>
              </a:defRPr>
            </a:lvl7pPr>
            <a:lvl8pPr marL="3429000" indent="-228600" algn="l" rtl="0" eaLnBrk="1" fontAlgn="base" hangingPunct="1">
              <a:spcBef>
                <a:spcPct val="20000"/>
              </a:spcBef>
              <a:spcAft>
                <a:spcPct val="0"/>
              </a:spcAft>
              <a:buChar char="»"/>
              <a:defRPr sz="1800">
                <a:solidFill>
                  <a:schemeClr val="tx1"/>
                </a:solidFill>
                <a:latin typeface="+mn-lt"/>
              </a:defRPr>
            </a:lvl8pPr>
            <a:lvl9pPr marL="3886200" indent="-228600" algn="l" rtl="0" eaLnBrk="1" fontAlgn="base" hangingPunct="1">
              <a:spcBef>
                <a:spcPct val="20000"/>
              </a:spcBef>
              <a:spcAft>
                <a:spcPct val="0"/>
              </a:spcAft>
              <a:buChar char="»"/>
              <a:defRPr sz="1800">
                <a:solidFill>
                  <a:schemeClr val="tx1"/>
                </a:solidFill>
                <a:latin typeface="+mn-lt"/>
              </a:defRPr>
            </a:lvl9pPr>
          </a:lstStyle>
          <a:p>
            <a:r>
              <a:rPr lang="en-US" altLang="zh-CN" sz="1800" b="1" dirty="0"/>
              <a:t>Management Specifications</a:t>
            </a:r>
            <a:endParaRPr lang="en-US" altLang="zh-CN" sz="1600" dirty="0"/>
          </a:p>
          <a:p>
            <a:pPr lvl="1"/>
            <a:r>
              <a:rPr lang="en-US" altLang="zh-CN" sz="1600" dirty="0"/>
              <a:t>WS-Management</a:t>
            </a:r>
          </a:p>
          <a:p>
            <a:pPr lvl="1"/>
            <a:r>
              <a:rPr lang="en-US" altLang="zh-CN" sz="1600" dirty="0"/>
              <a:t>WS-Management Catalog</a:t>
            </a:r>
          </a:p>
          <a:p>
            <a:pPr lvl="1"/>
            <a:r>
              <a:rPr lang="en-US" altLang="zh-CN" sz="1600" dirty="0"/>
              <a:t>WS-</a:t>
            </a:r>
            <a:r>
              <a:rPr lang="en-US" altLang="zh-CN" sz="1600" dirty="0" err="1"/>
              <a:t>ResourceTransfer</a:t>
            </a:r>
            <a:endParaRPr lang="en-US" altLang="zh-CN" sz="1600" dirty="0"/>
          </a:p>
          <a:p>
            <a:pPr lvl="1"/>
            <a:r>
              <a:rPr lang="en-US" altLang="zh-CN" sz="1600" dirty="0"/>
              <a:t>WSDM</a:t>
            </a:r>
          </a:p>
          <a:p>
            <a:r>
              <a:rPr lang="en-US" altLang="zh-CN" sz="2000" b="1" dirty="0"/>
              <a:t>Presentation Oriented Specification</a:t>
            </a:r>
          </a:p>
          <a:p>
            <a:pPr lvl="1"/>
            <a:r>
              <a:rPr lang="en-US" altLang="zh-CN" sz="1600" dirty="0"/>
              <a:t>Web Services for Remote </a:t>
            </a:r>
            <a:r>
              <a:rPr lang="en-US" altLang="zh-CN" sz="1600" dirty="0" err="1"/>
              <a:t>Portlets</a:t>
            </a:r>
            <a:endParaRPr lang="en-US" altLang="zh-CN" sz="1600" dirty="0"/>
          </a:p>
          <a:p>
            <a:r>
              <a:rPr lang="en-US" altLang="zh-CN" sz="2000" b="1" dirty="0"/>
              <a:t>Draft Specifications</a:t>
            </a:r>
          </a:p>
          <a:p>
            <a:pPr lvl="1"/>
            <a:r>
              <a:rPr lang="en-US" altLang="zh-CN" sz="1600" dirty="0"/>
              <a:t>WS-Provisioning</a:t>
            </a:r>
          </a:p>
          <a:p>
            <a:r>
              <a:rPr lang="en-US" altLang="zh-CN" sz="2000" b="1" dirty="0"/>
              <a:t>Other</a:t>
            </a:r>
          </a:p>
          <a:p>
            <a:pPr lvl="1"/>
            <a:r>
              <a:rPr lang="en-US" altLang="zh-CN" sz="1600" dirty="0"/>
              <a:t>Devices Profile for Web Services (DPWS)</a:t>
            </a:r>
          </a:p>
          <a:p>
            <a:pPr lvl="1"/>
            <a:r>
              <a:rPr lang="en-US" altLang="zh-CN" sz="1600" dirty="0" err="1"/>
              <a:t>ebXML</a:t>
            </a:r>
            <a:endParaRPr lang="en-US" altLang="zh-CN" sz="1600" dirty="0"/>
          </a:p>
        </p:txBody>
      </p:sp>
    </p:spTree>
    <p:extLst>
      <p:ext uri="{BB962C8B-B14F-4D97-AF65-F5344CB8AC3E}">
        <p14:creationId xmlns:p14="http://schemas.microsoft.com/office/powerpoint/2010/main" val="76550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Standards Organizations</a:t>
            </a:r>
            <a:endParaRPr lang="zh-CN" altLang="en-US" dirty="0"/>
          </a:p>
        </p:txBody>
      </p:sp>
      <p:graphicFrame>
        <p:nvGraphicFramePr>
          <p:cNvPr id="6" name="内容占位符 5"/>
          <p:cNvGraphicFramePr>
            <a:graphicFrameLocks noGrp="1"/>
          </p:cNvGraphicFramePr>
          <p:nvPr>
            <p:ph idx="1"/>
            <p:extLst>
              <p:ext uri="{D42A27DB-BD31-4B8C-83A1-F6EECF244321}">
                <p14:modId xmlns:p14="http://schemas.microsoft.com/office/powerpoint/2010/main" val="2899347238"/>
              </p:ext>
            </p:extLst>
          </p:nvPr>
        </p:nvGraphicFramePr>
        <p:xfrm>
          <a:off x="251520" y="1052736"/>
          <a:ext cx="8784976" cy="5369560"/>
        </p:xfrm>
        <a:graphic>
          <a:graphicData uri="http://schemas.openxmlformats.org/drawingml/2006/table">
            <a:tbl>
              <a:tblPr firstRow="1" bandRow="1">
                <a:tableStyleId>{5C22544A-7EE6-4342-B048-85BDC9FD1C3A}</a:tableStyleId>
              </a:tblPr>
              <a:tblGrid>
                <a:gridCol w="1512168">
                  <a:extLst>
                    <a:ext uri="{9D8B030D-6E8A-4147-A177-3AD203B41FA5}">
                      <a16:colId xmlns:a16="http://schemas.microsoft.com/office/drawing/2014/main" val="20000"/>
                    </a:ext>
                  </a:extLst>
                </a:gridCol>
                <a:gridCol w="2664296">
                  <a:extLst>
                    <a:ext uri="{9D8B030D-6E8A-4147-A177-3AD203B41FA5}">
                      <a16:colId xmlns:a16="http://schemas.microsoft.com/office/drawing/2014/main" val="20001"/>
                    </a:ext>
                  </a:extLst>
                </a:gridCol>
                <a:gridCol w="2520280">
                  <a:extLst>
                    <a:ext uri="{9D8B030D-6E8A-4147-A177-3AD203B41FA5}">
                      <a16:colId xmlns:a16="http://schemas.microsoft.com/office/drawing/2014/main" val="20002"/>
                    </a:ext>
                  </a:extLst>
                </a:gridCol>
                <a:gridCol w="2088232">
                  <a:extLst>
                    <a:ext uri="{9D8B030D-6E8A-4147-A177-3AD203B41FA5}">
                      <a16:colId xmlns:a16="http://schemas.microsoft.com/office/drawing/2014/main" val="20003"/>
                    </a:ext>
                  </a:extLst>
                </a:gridCol>
              </a:tblGrid>
              <a:tr h="370840">
                <a:tc>
                  <a:txBody>
                    <a:bodyPr/>
                    <a:lstStyle/>
                    <a:p>
                      <a:pPr algn="ctr"/>
                      <a:endParaRPr lang="zh-CN" altLang="en-US" dirty="0"/>
                    </a:p>
                  </a:txBody>
                  <a:tcPr/>
                </a:tc>
                <a:tc>
                  <a:txBody>
                    <a:bodyPr/>
                    <a:lstStyle/>
                    <a:p>
                      <a:pPr algn="ctr"/>
                      <a:r>
                        <a:rPr lang="en-US" altLang="zh-CN" dirty="0"/>
                        <a:t>W3C</a:t>
                      </a:r>
                      <a:endParaRPr lang="zh-CN" altLang="en-US" dirty="0"/>
                    </a:p>
                  </a:txBody>
                  <a:tcPr/>
                </a:tc>
                <a:tc>
                  <a:txBody>
                    <a:bodyPr/>
                    <a:lstStyle/>
                    <a:p>
                      <a:pPr algn="ctr"/>
                      <a:r>
                        <a:rPr lang="en-US" altLang="zh-CN" sz="1800" b="1" i="0" u="none" strike="noStrike" kern="1200" baseline="0" dirty="0">
                          <a:solidFill>
                            <a:schemeClr val="lt1"/>
                          </a:solidFill>
                          <a:latin typeface="+mn-lt"/>
                          <a:ea typeface="+mn-ea"/>
                          <a:cs typeface="+mn-cs"/>
                        </a:rPr>
                        <a:t>OASIS</a:t>
                      </a:r>
                      <a:endParaRPr lang="zh-CN" altLang="en-US" dirty="0"/>
                    </a:p>
                  </a:txBody>
                  <a:tcPr/>
                </a:tc>
                <a:tc>
                  <a:txBody>
                    <a:bodyPr/>
                    <a:lstStyle/>
                    <a:p>
                      <a:pPr algn="ctr"/>
                      <a:r>
                        <a:rPr lang="en-US" altLang="zh-CN" sz="1800" b="1" i="0" u="none" strike="noStrike" kern="1200" baseline="0" dirty="0">
                          <a:solidFill>
                            <a:schemeClr val="lt1"/>
                          </a:solidFill>
                          <a:latin typeface="+mn-lt"/>
                          <a:ea typeface="+mn-ea"/>
                          <a:cs typeface="+mn-cs"/>
                        </a:rPr>
                        <a:t>WS-I</a:t>
                      </a:r>
                      <a:endParaRPr lang="zh-CN" altLang="en-US" dirty="0"/>
                    </a:p>
                  </a:txBody>
                  <a:tcPr/>
                </a:tc>
                <a:extLst>
                  <a:ext uri="{0D108BD9-81ED-4DB2-BD59-A6C34878D82A}">
                    <a16:rowId xmlns:a16="http://schemas.microsoft.com/office/drawing/2014/main" val="10000"/>
                  </a:ext>
                </a:extLst>
              </a:tr>
              <a:tr h="370840">
                <a:tc>
                  <a:txBody>
                    <a:bodyPr/>
                    <a:lstStyle/>
                    <a:p>
                      <a:pPr algn="ctr"/>
                      <a:r>
                        <a:rPr lang="en-US" altLang="zh-CN" sz="1600" dirty="0"/>
                        <a:t>Established</a:t>
                      </a:r>
                      <a:endParaRPr lang="zh-CN" altLang="en-US" sz="1600" dirty="0"/>
                    </a:p>
                  </a:txBody>
                  <a:tcPr anchor="ctr"/>
                </a:tc>
                <a:tc>
                  <a:txBody>
                    <a:bodyPr/>
                    <a:lstStyle/>
                    <a:p>
                      <a:pPr algn="ctr"/>
                      <a:r>
                        <a:rPr lang="en-US" altLang="zh-CN" sz="1600" b="0" i="0" u="none" strike="noStrike" kern="1200" baseline="0" dirty="0">
                          <a:solidFill>
                            <a:schemeClr val="dk1"/>
                          </a:solidFill>
                          <a:latin typeface="+mn-lt"/>
                          <a:ea typeface="+mn-ea"/>
                          <a:cs typeface="+mn-cs"/>
                        </a:rPr>
                        <a:t>1994</a:t>
                      </a:r>
                      <a:endParaRPr lang="zh-CN" altLang="en-US" sz="1600" dirty="0"/>
                    </a:p>
                  </a:txBody>
                  <a:tcPr anchor="ctr"/>
                </a:tc>
                <a:tc>
                  <a:txBody>
                    <a:bodyPr/>
                    <a:lstStyle/>
                    <a:p>
                      <a:pPr algn="ctr"/>
                      <a:r>
                        <a:rPr lang="en-US" altLang="zh-CN" sz="1600" dirty="0"/>
                        <a:t>1993 as the SGML</a:t>
                      </a:r>
                    </a:p>
                    <a:p>
                      <a:pPr algn="ctr"/>
                      <a:r>
                        <a:rPr lang="en-US" altLang="zh-CN" sz="1600" dirty="0"/>
                        <a:t>Open, 1998 as OASIS</a:t>
                      </a:r>
                      <a:endParaRPr lang="zh-CN" altLang="en-US" sz="1600" dirty="0"/>
                    </a:p>
                  </a:txBody>
                  <a:tcPr anchor="ctr"/>
                </a:tc>
                <a:tc>
                  <a:txBody>
                    <a:bodyPr/>
                    <a:lstStyle/>
                    <a:p>
                      <a:pPr algn="ctr"/>
                      <a:r>
                        <a:rPr lang="en-US" altLang="zh-CN" sz="1600" dirty="0"/>
                        <a:t>2002</a:t>
                      </a:r>
                      <a:endParaRPr lang="zh-CN" altLang="en-US" sz="1600" dirty="0"/>
                    </a:p>
                  </a:txBody>
                  <a:tcPr anchor="ctr"/>
                </a:tc>
                <a:extLst>
                  <a:ext uri="{0D108BD9-81ED-4DB2-BD59-A6C34878D82A}">
                    <a16:rowId xmlns:a16="http://schemas.microsoft.com/office/drawing/2014/main" val="10001"/>
                  </a:ext>
                </a:extLst>
              </a:tr>
              <a:tr h="370840">
                <a:tc>
                  <a:txBody>
                    <a:bodyPr/>
                    <a:lstStyle/>
                    <a:p>
                      <a:pPr algn="ctr"/>
                      <a:r>
                        <a:rPr lang="en-US" altLang="zh-CN" sz="1600" dirty="0"/>
                        <a:t>Approximate</a:t>
                      </a:r>
                    </a:p>
                    <a:p>
                      <a:pPr algn="ctr"/>
                      <a:r>
                        <a:rPr lang="en-US" altLang="zh-CN" sz="1600" dirty="0"/>
                        <a:t>membership</a:t>
                      </a:r>
                      <a:endParaRPr lang="zh-CN" altLang="en-US" sz="1600" dirty="0"/>
                    </a:p>
                  </a:txBody>
                  <a:tcPr anchor="ctr"/>
                </a:tc>
                <a:tc>
                  <a:txBody>
                    <a:bodyPr/>
                    <a:lstStyle/>
                    <a:p>
                      <a:pPr algn="ctr"/>
                      <a:r>
                        <a:rPr lang="en-US" altLang="zh-CN" sz="1600" dirty="0"/>
                        <a:t>400</a:t>
                      </a:r>
                      <a:endParaRPr lang="zh-CN" altLang="en-US" sz="1600" dirty="0"/>
                    </a:p>
                  </a:txBody>
                  <a:tcPr anchor="ctr"/>
                </a:tc>
                <a:tc>
                  <a:txBody>
                    <a:bodyPr/>
                    <a:lstStyle/>
                    <a:p>
                      <a:pPr algn="ctr"/>
                      <a:r>
                        <a:rPr lang="en-US" altLang="zh-CN" sz="1600" dirty="0"/>
                        <a:t>600</a:t>
                      </a:r>
                      <a:endParaRPr lang="zh-CN" altLang="en-US" sz="1600" dirty="0"/>
                    </a:p>
                  </a:txBody>
                  <a:tcPr anchor="ctr"/>
                </a:tc>
                <a:tc>
                  <a:txBody>
                    <a:bodyPr/>
                    <a:lstStyle/>
                    <a:p>
                      <a:pPr algn="ctr"/>
                      <a:r>
                        <a:rPr lang="en-US" altLang="zh-CN" sz="1600" dirty="0"/>
                        <a:t>200</a:t>
                      </a:r>
                      <a:endParaRPr lang="zh-CN" altLang="en-US" sz="1600" dirty="0"/>
                    </a:p>
                  </a:txBody>
                  <a:tcPr anchor="ctr"/>
                </a:tc>
                <a:extLst>
                  <a:ext uri="{0D108BD9-81ED-4DB2-BD59-A6C34878D82A}">
                    <a16:rowId xmlns:a16="http://schemas.microsoft.com/office/drawing/2014/main" val="10002"/>
                  </a:ext>
                </a:extLst>
              </a:tr>
              <a:tr h="370840">
                <a:tc>
                  <a:txBody>
                    <a:bodyPr/>
                    <a:lstStyle/>
                    <a:p>
                      <a:pPr algn="ctr"/>
                      <a:r>
                        <a:rPr lang="en-US" altLang="zh-CN" sz="1600" dirty="0"/>
                        <a:t>Overall goal (as it</a:t>
                      </a:r>
                    </a:p>
                    <a:p>
                      <a:pPr algn="ctr"/>
                      <a:r>
                        <a:rPr lang="en-US" altLang="zh-CN" sz="1600" dirty="0"/>
                        <a:t>relates to SOA)</a:t>
                      </a:r>
                      <a:endParaRPr lang="zh-CN" altLang="en-US" sz="1600" dirty="0"/>
                    </a:p>
                  </a:txBody>
                  <a:tcPr anchor="ctr"/>
                </a:tc>
                <a:tc>
                  <a:txBody>
                    <a:bodyPr/>
                    <a:lstStyle/>
                    <a:p>
                      <a:pPr algn="ctr"/>
                      <a:r>
                        <a:rPr lang="en-US" altLang="zh-CN" sz="1600" b="0" i="0" u="none" strike="noStrike" kern="1200" baseline="0" dirty="0">
                          <a:solidFill>
                            <a:schemeClr val="dk1"/>
                          </a:solidFill>
                          <a:latin typeface="+mn-lt"/>
                          <a:ea typeface="+mn-ea"/>
                          <a:cs typeface="+mn-cs"/>
                        </a:rPr>
                        <a:t>To further the</a:t>
                      </a:r>
                    </a:p>
                    <a:p>
                      <a:pPr algn="ctr"/>
                      <a:r>
                        <a:rPr lang="en-US" altLang="zh-CN" sz="1600" b="0" i="0" u="none" strike="noStrike" kern="1200" baseline="0" dirty="0">
                          <a:solidFill>
                            <a:schemeClr val="dk1"/>
                          </a:solidFill>
                          <a:latin typeface="+mn-lt"/>
                          <a:ea typeface="+mn-ea"/>
                          <a:cs typeface="+mn-cs"/>
                        </a:rPr>
                        <a:t>evolution of the Web,</a:t>
                      </a:r>
                    </a:p>
                    <a:p>
                      <a:pPr algn="ctr"/>
                      <a:r>
                        <a:rPr lang="en-US" altLang="zh-CN" sz="1600" b="0" i="0" u="none" strike="noStrike" kern="1200" baseline="0" dirty="0">
                          <a:solidFill>
                            <a:schemeClr val="dk1"/>
                          </a:solidFill>
                          <a:latin typeface="+mn-lt"/>
                          <a:ea typeface="+mn-ea"/>
                          <a:cs typeface="+mn-cs"/>
                        </a:rPr>
                        <a:t>by providing fundamental standards</a:t>
                      </a:r>
                    </a:p>
                    <a:p>
                      <a:pPr algn="ctr"/>
                      <a:r>
                        <a:rPr lang="en-US" altLang="zh-CN" sz="1600" b="0" i="0" u="none" strike="noStrike" kern="1200" baseline="0" dirty="0">
                          <a:solidFill>
                            <a:schemeClr val="dk1"/>
                          </a:solidFill>
                          <a:latin typeface="+mn-lt"/>
                          <a:ea typeface="+mn-ea"/>
                          <a:cs typeface="+mn-cs"/>
                        </a:rPr>
                        <a:t>that improve online</a:t>
                      </a:r>
                    </a:p>
                    <a:p>
                      <a:pPr algn="ctr"/>
                      <a:r>
                        <a:rPr lang="en-US" altLang="zh-CN" sz="1600" b="0" i="0" u="none" strike="noStrike" kern="1200" baseline="0" dirty="0">
                          <a:solidFill>
                            <a:schemeClr val="dk1"/>
                          </a:solidFill>
                          <a:latin typeface="+mn-lt"/>
                          <a:ea typeface="+mn-ea"/>
                          <a:cs typeface="+mn-cs"/>
                        </a:rPr>
                        <a:t>business and</a:t>
                      </a:r>
                    </a:p>
                    <a:p>
                      <a:pPr algn="ctr"/>
                      <a:r>
                        <a:rPr lang="en-US" altLang="zh-CN" sz="1600" b="0" i="0" u="none" strike="noStrike" kern="1200" baseline="0" dirty="0">
                          <a:solidFill>
                            <a:schemeClr val="dk1"/>
                          </a:solidFill>
                          <a:latin typeface="+mn-lt"/>
                          <a:ea typeface="+mn-ea"/>
                          <a:cs typeface="+mn-cs"/>
                        </a:rPr>
                        <a:t>information sharing.</a:t>
                      </a:r>
                      <a:endParaRPr lang="zh-CN" altLang="en-US" sz="1600" dirty="0"/>
                    </a:p>
                  </a:txBody>
                  <a:tcPr anchor="ctr"/>
                </a:tc>
                <a:tc>
                  <a:txBody>
                    <a:bodyPr/>
                    <a:lstStyle/>
                    <a:p>
                      <a:pPr algn="ctr"/>
                      <a:r>
                        <a:rPr lang="en-US" altLang="zh-CN" sz="1600" b="0" i="0" u="none" strike="noStrike" kern="1200" baseline="0" dirty="0">
                          <a:solidFill>
                            <a:schemeClr val="dk1"/>
                          </a:solidFill>
                          <a:latin typeface="+mn-lt"/>
                          <a:ea typeface="+mn-ea"/>
                          <a:cs typeface="+mn-cs"/>
                        </a:rPr>
                        <a:t>To promote online</a:t>
                      </a:r>
                    </a:p>
                    <a:p>
                      <a:pPr algn="ctr"/>
                      <a:r>
                        <a:rPr lang="en-US" altLang="zh-CN" sz="1600" b="0" i="0" u="none" strike="noStrike" kern="1200" baseline="0" dirty="0">
                          <a:solidFill>
                            <a:schemeClr val="dk1"/>
                          </a:solidFill>
                          <a:latin typeface="+mn-lt"/>
                          <a:ea typeface="+mn-ea"/>
                          <a:cs typeface="+mn-cs"/>
                        </a:rPr>
                        <a:t>trade and commerce</a:t>
                      </a:r>
                    </a:p>
                    <a:p>
                      <a:pPr algn="ctr"/>
                      <a:r>
                        <a:rPr lang="en-US" altLang="zh-CN" sz="1600" b="0" i="0" u="none" strike="noStrike" kern="1200" baseline="0" dirty="0">
                          <a:solidFill>
                            <a:schemeClr val="dk1"/>
                          </a:solidFill>
                          <a:latin typeface="+mn-lt"/>
                          <a:ea typeface="+mn-ea"/>
                          <a:cs typeface="+mn-cs"/>
                        </a:rPr>
                        <a:t>via specialized Web services standards.</a:t>
                      </a:r>
                      <a:endParaRPr lang="zh-CN" altLang="en-US" sz="1600" dirty="0"/>
                    </a:p>
                  </a:txBody>
                  <a:tcPr anchor="ctr"/>
                </a:tc>
                <a:tc>
                  <a:txBody>
                    <a:bodyPr/>
                    <a:lstStyle/>
                    <a:p>
                      <a:pPr algn="ctr"/>
                      <a:r>
                        <a:rPr lang="en-US" altLang="zh-CN" sz="1600" b="0" i="0" u="none" strike="noStrike" kern="1200" baseline="0" dirty="0">
                          <a:solidFill>
                            <a:schemeClr val="dk1"/>
                          </a:solidFill>
                          <a:latin typeface="+mn-lt"/>
                          <a:ea typeface="+mn-ea"/>
                          <a:cs typeface="+mn-cs"/>
                        </a:rPr>
                        <a:t>To foster standardized</a:t>
                      </a:r>
                    </a:p>
                    <a:p>
                      <a:pPr algn="ctr"/>
                      <a:r>
                        <a:rPr lang="en-US" altLang="zh-CN" sz="1600" b="0" i="0" u="none" strike="noStrike" kern="1200" baseline="0" dirty="0">
                          <a:solidFill>
                            <a:schemeClr val="dk1"/>
                          </a:solidFill>
                          <a:latin typeface="+mn-lt"/>
                          <a:ea typeface="+mn-ea"/>
                          <a:cs typeface="+mn-cs"/>
                        </a:rPr>
                        <a:t>interoperability using</a:t>
                      </a:r>
                    </a:p>
                    <a:p>
                      <a:pPr algn="ctr"/>
                      <a:r>
                        <a:rPr lang="en-US" altLang="zh-CN" sz="1600" b="0" i="0" u="none" strike="noStrike" kern="1200" baseline="0" dirty="0">
                          <a:solidFill>
                            <a:schemeClr val="dk1"/>
                          </a:solidFill>
                          <a:latin typeface="+mn-lt"/>
                          <a:ea typeface="+mn-ea"/>
                          <a:cs typeface="+mn-cs"/>
                        </a:rPr>
                        <a:t>Web services standards.</a:t>
                      </a:r>
                      <a:endParaRPr lang="zh-CN" altLang="en-US" sz="1600" dirty="0"/>
                    </a:p>
                  </a:txBody>
                  <a:tcPr anchor="ctr"/>
                </a:tc>
                <a:extLst>
                  <a:ext uri="{0D108BD9-81ED-4DB2-BD59-A6C34878D82A}">
                    <a16:rowId xmlns:a16="http://schemas.microsoft.com/office/drawing/2014/main" val="10003"/>
                  </a:ext>
                </a:extLst>
              </a:tr>
              <a:tr h="370840">
                <a:tc>
                  <a:txBody>
                    <a:bodyPr/>
                    <a:lstStyle/>
                    <a:p>
                      <a:pPr algn="ctr"/>
                      <a:r>
                        <a:rPr lang="en-US" altLang="zh-CN" sz="1600" dirty="0"/>
                        <a:t>Prominent deliverables</a:t>
                      </a:r>
                    </a:p>
                    <a:p>
                      <a:pPr algn="ctr"/>
                      <a:r>
                        <a:rPr lang="en-US" altLang="zh-CN" sz="1600" dirty="0"/>
                        <a:t>(related to SOA)</a:t>
                      </a:r>
                      <a:endParaRPr lang="zh-CN" altLang="en-US" sz="1600" dirty="0"/>
                    </a:p>
                  </a:txBody>
                  <a:tcPr anchor="ctr"/>
                </a:tc>
                <a:tc>
                  <a:txBody>
                    <a:bodyPr/>
                    <a:lstStyle/>
                    <a:p>
                      <a:pPr algn="ctr"/>
                      <a:r>
                        <a:rPr lang="en-US" altLang="zh-CN" sz="1600" dirty="0"/>
                        <a:t>XML, XML Schema,</a:t>
                      </a:r>
                    </a:p>
                    <a:p>
                      <a:pPr algn="ctr"/>
                      <a:r>
                        <a:rPr lang="en-US" altLang="zh-CN" sz="1600" dirty="0"/>
                        <a:t>XQuery, XML</a:t>
                      </a:r>
                    </a:p>
                    <a:p>
                      <a:pPr algn="ctr"/>
                      <a:r>
                        <a:rPr lang="en-US" altLang="zh-CN" sz="1600" dirty="0"/>
                        <a:t>Encryption, XML</a:t>
                      </a:r>
                    </a:p>
                    <a:p>
                      <a:pPr algn="ctr"/>
                      <a:r>
                        <a:rPr lang="en-US" altLang="zh-CN" sz="1600" dirty="0"/>
                        <a:t>Signature, </a:t>
                      </a:r>
                      <a:r>
                        <a:rPr lang="en-US" altLang="zh-CN" sz="1600" dirty="0" err="1"/>
                        <a:t>XPath</a:t>
                      </a:r>
                      <a:r>
                        <a:rPr lang="en-US" altLang="zh-CN" sz="1600" dirty="0"/>
                        <a:t>,</a:t>
                      </a:r>
                    </a:p>
                    <a:p>
                      <a:pPr algn="ctr"/>
                      <a:r>
                        <a:rPr lang="en-US" altLang="zh-CN" sz="1600" dirty="0"/>
                        <a:t>XSLT, WSDL, SOAP,</a:t>
                      </a:r>
                    </a:p>
                    <a:p>
                      <a:pPr algn="ctr"/>
                      <a:r>
                        <a:rPr lang="en-US" altLang="zh-CN" sz="1600" dirty="0"/>
                        <a:t>WS-CDL, WS-Addressing,</a:t>
                      </a:r>
                    </a:p>
                    <a:p>
                      <a:pPr algn="ctr"/>
                      <a:r>
                        <a:rPr lang="en-US" altLang="zh-CN" sz="1600" dirty="0"/>
                        <a:t>Web</a:t>
                      </a:r>
                    </a:p>
                    <a:p>
                      <a:pPr algn="ctr"/>
                      <a:r>
                        <a:rPr lang="en-US" altLang="zh-CN" sz="1600" dirty="0"/>
                        <a:t>Services Architecture</a:t>
                      </a:r>
                      <a:endParaRPr lang="zh-CN" altLang="en-US" sz="1600" dirty="0"/>
                    </a:p>
                  </a:txBody>
                  <a:tcPr anchor="ctr"/>
                </a:tc>
                <a:tc>
                  <a:txBody>
                    <a:bodyPr/>
                    <a:lstStyle/>
                    <a:p>
                      <a:pPr algn="ctr"/>
                      <a:r>
                        <a:rPr lang="en-US" altLang="zh-CN" sz="1600" b="0" i="0" u="none" strike="noStrike" kern="1200" baseline="0" dirty="0">
                          <a:solidFill>
                            <a:schemeClr val="dk1"/>
                          </a:solidFill>
                          <a:latin typeface="+mn-lt"/>
                          <a:ea typeface="+mn-ea"/>
                          <a:cs typeface="+mn-cs"/>
                        </a:rPr>
                        <a:t>UDDI, </a:t>
                      </a:r>
                      <a:r>
                        <a:rPr lang="en-US" altLang="zh-CN" sz="1600" b="0" i="0" u="none" strike="noStrike" kern="1200" baseline="0" dirty="0" err="1">
                          <a:solidFill>
                            <a:schemeClr val="dk1"/>
                          </a:solidFill>
                          <a:latin typeface="+mn-lt"/>
                          <a:ea typeface="+mn-ea"/>
                          <a:cs typeface="+mn-cs"/>
                        </a:rPr>
                        <a:t>ebXML</a:t>
                      </a:r>
                      <a:r>
                        <a:rPr lang="en-US" altLang="zh-CN" sz="1600" b="0" i="0" u="none" strike="noStrike" kern="1200" baseline="0" dirty="0">
                          <a:solidFill>
                            <a:schemeClr val="dk1"/>
                          </a:solidFill>
                          <a:latin typeface="+mn-lt"/>
                          <a:ea typeface="+mn-ea"/>
                          <a:cs typeface="+mn-cs"/>
                        </a:rPr>
                        <a:t>, SAML,</a:t>
                      </a:r>
                    </a:p>
                    <a:p>
                      <a:pPr algn="ctr"/>
                      <a:r>
                        <a:rPr lang="en-US" altLang="zh-CN" sz="1600" b="0" i="0" u="none" strike="noStrike" kern="1200" baseline="0" dirty="0">
                          <a:solidFill>
                            <a:schemeClr val="dk1"/>
                          </a:solidFill>
                          <a:latin typeface="+mn-lt"/>
                          <a:ea typeface="+mn-ea"/>
                          <a:cs typeface="+mn-cs"/>
                        </a:rPr>
                        <a:t>XACML, WS-BPEL, WS-Security</a:t>
                      </a:r>
                      <a:endParaRPr lang="zh-CN" altLang="en-US" sz="1600" dirty="0"/>
                    </a:p>
                  </a:txBody>
                  <a:tcPr anchor="ctr"/>
                </a:tc>
                <a:tc>
                  <a:txBody>
                    <a:bodyPr/>
                    <a:lstStyle/>
                    <a:p>
                      <a:pPr algn="ctr"/>
                      <a:r>
                        <a:rPr lang="en-US" altLang="zh-CN" sz="1600" b="0" i="0" u="none" strike="noStrike" kern="1200" baseline="0" dirty="0">
                          <a:solidFill>
                            <a:schemeClr val="dk1"/>
                          </a:solidFill>
                          <a:latin typeface="+mn-lt"/>
                          <a:ea typeface="+mn-ea"/>
                          <a:cs typeface="+mn-cs"/>
                        </a:rPr>
                        <a:t>Basic Profile, Basic</a:t>
                      </a:r>
                    </a:p>
                    <a:p>
                      <a:pPr algn="ctr"/>
                      <a:r>
                        <a:rPr lang="en-US" altLang="zh-CN" sz="1600" b="0" i="0" u="none" strike="noStrike" kern="1200" baseline="0" dirty="0">
                          <a:solidFill>
                            <a:schemeClr val="dk1"/>
                          </a:solidFill>
                          <a:latin typeface="+mn-lt"/>
                          <a:ea typeface="+mn-ea"/>
                          <a:cs typeface="+mn-cs"/>
                        </a:rPr>
                        <a:t>Security Profile</a:t>
                      </a:r>
                      <a:endParaRPr lang="zh-CN" altLang="en-US" sz="1600" dirty="0"/>
                    </a:p>
                  </a:txBody>
                  <a:tcPr anchor="ctr"/>
                </a:tc>
                <a:extLst>
                  <a:ext uri="{0D108BD9-81ED-4DB2-BD59-A6C34878D82A}">
                    <a16:rowId xmlns:a16="http://schemas.microsoft.com/office/drawing/2014/main" val="10004"/>
                  </a:ext>
                </a:extLst>
              </a:tr>
            </a:tbl>
          </a:graphicData>
        </a:graphic>
      </p:graphicFrame>
      <p:sp>
        <p:nvSpPr>
          <p:cNvPr id="4" name="灯片编号占位符 3"/>
          <p:cNvSpPr>
            <a:spLocks noGrp="1"/>
          </p:cNvSpPr>
          <p:nvPr>
            <p:ph type="sldNum" sz="quarter" idx="11"/>
          </p:nvPr>
        </p:nvSpPr>
        <p:spPr/>
        <p:txBody>
          <a:bodyPr/>
          <a:lstStyle/>
          <a:p>
            <a:pPr>
              <a:defRPr/>
            </a:pPr>
            <a:fld id="{66B0F35D-917E-49B9-A4EA-9976574525AD}" type="slidenum">
              <a:rPr lang="en-US" altLang="zh-CN" smtClean="0"/>
              <a:pPr>
                <a:defRPr/>
              </a:pPr>
              <a:t>6</a:t>
            </a:fld>
            <a:endParaRPr lang="en-US" altLang="zh-CN"/>
          </a:p>
        </p:txBody>
      </p:sp>
    </p:spTree>
    <p:extLst>
      <p:ext uri="{BB962C8B-B14F-4D97-AF65-F5344CB8AC3E}">
        <p14:creationId xmlns:p14="http://schemas.microsoft.com/office/powerpoint/2010/main" val="11866010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复合服务</a:t>
            </a:r>
          </a:p>
        </p:txBody>
      </p:sp>
      <p:sp>
        <p:nvSpPr>
          <p:cNvPr id="3" name="内容占位符 2"/>
          <p:cNvSpPr>
            <a:spLocks noGrp="1"/>
          </p:cNvSpPr>
          <p:nvPr>
            <p:ph idx="1"/>
          </p:nvPr>
        </p:nvSpPr>
        <p:spPr/>
        <p:txBody>
          <a:bodyPr>
            <a:normAutofit/>
          </a:bodyPr>
          <a:lstStyle/>
          <a:p>
            <a:pPr>
              <a:lnSpc>
                <a:spcPct val="110000"/>
              </a:lnSpc>
            </a:pPr>
            <a:r>
              <a:rPr lang="zh-CN" altLang="en-US" sz="2800" dirty="0"/>
              <a:t>为什么需要复合服务</a:t>
            </a:r>
            <a:r>
              <a:rPr lang="en-US" altLang="zh-CN" sz="2800" dirty="0"/>
              <a:t>?</a:t>
            </a:r>
          </a:p>
          <a:p>
            <a:pPr lvl="1">
              <a:lnSpc>
                <a:spcPct val="110000"/>
              </a:lnSpc>
            </a:pPr>
            <a:r>
              <a:rPr lang="zh-CN" altLang="en-US" sz="2400" dirty="0"/>
              <a:t>有些服务是垂直的，有些服务是水平的。为保证复用性，某些垂直服务被设计为由水平服务构造而来</a:t>
            </a:r>
            <a:endParaRPr lang="en-US" altLang="zh-CN" sz="2400" dirty="0"/>
          </a:p>
          <a:p>
            <a:pPr lvl="1">
              <a:lnSpc>
                <a:spcPct val="110000"/>
              </a:lnSpc>
            </a:pPr>
            <a:r>
              <a:rPr lang="zh-CN" altLang="en-US" sz="2400" dirty="0"/>
              <a:t>如果活动由服务实现，那么由活动构成的（商业）流程由复合服务实现</a:t>
            </a:r>
            <a:endParaRPr lang="en-US" altLang="zh-CN" sz="2400" dirty="0"/>
          </a:p>
          <a:p>
            <a:pPr lvl="1">
              <a:lnSpc>
                <a:spcPct val="110000"/>
              </a:lnSpc>
            </a:pPr>
            <a:r>
              <a:rPr lang="zh-CN" altLang="en-US" sz="2400" dirty="0"/>
              <a:t>简单的说，复用</a:t>
            </a:r>
            <a:r>
              <a:rPr lang="en-US" altLang="zh-CN" sz="2400" dirty="0"/>
              <a:t>&amp;</a:t>
            </a:r>
            <a:r>
              <a:rPr lang="zh-CN" altLang="en-US" sz="2400" dirty="0"/>
              <a:t>灵活</a:t>
            </a:r>
            <a:endParaRPr lang="en-US" altLang="zh-CN" sz="2400" dirty="0"/>
          </a:p>
          <a:p>
            <a:pPr>
              <a:lnSpc>
                <a:spcPct val="110000"/>
              </a:lnSpc>
            </a:pPr>
            <a:r>
              <a:rPr lang="zh-CN" altLang="en-US" sz="2800" dirty="0"/>
              <a:t>如何实现复合服务？</a:t>
            </a:r>
            <a:endParaRPr lang="en-US" altLang="zh-CN" sz="2800" dirty="0"/>
          </a:p>
          <a:p>
            <a:pPr lvl="1">
              <a:lnSpc>
                <a:spcPct val="110000"/>
              </a:lnSpc>
            </a:pPr>
            <a:r>
              <a:rPr lang="zh-CN" altLang="en-US" sz="2400" dirty="0"/>
              <a:t>一个可能的方法，在传统编程环境中，调用子服务，再把编程单元封装成服务以供调用</a:t>
            </a:r>
            <a:endParaRPr lang="en-US" altLang="zh-CN" sz="2400" dirty="0"/>
          </a:p>
          <a:p>
            <a:pPr lvl="1">
              <a:lnSpc>
                <a:spcPct val="110000"/>
              </a:lnSpc>
            </a:pPr>
            <a:r>
              <a:rPr lang="zh-CN" altLang="en-US" sz="2400" dirty="0"/>
              <a:t>采用标准协议的</a:t>
            </a:r>
            <a:r>
              <a:rPr lang="en-US" altLang="zh-CN" sz="2400" dirty="0"/>
              <a:t>XML</a:t>
            </a:r>
            <a:r>
              <a:rPr lang="zh-CN" altLang="en-US" sz="2400" dirty="0"/>
              <a:t>脚本描述服务组合方式</a:t>
            </a:r>
            <a:endParaRPr lang="en-US" altLang="zh-CN" sz="2400" dirty="0"/>
          </a:p>
        </p:txBody>
      </p:sp>
      <p:sp>
        <p:nvSpPr>
          <p:cNvPr id="4" name="灯片编号占位符 3"/>
          <p:cNvSpPr>
            <a:spLocks noGrp="1"/>
          </p:cNvSpPr>
          <p:nvPr>
            <p:ph type="sldNum" sz="quarter" idx="10"/>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fontAlgn="base">
              <a:spcBef>
                <a:spcPct val="0"/>
              </a:spcBef>
              <a:spcAft>
                <a:spcPct val="0"/>
              </a:spcAft>
              <a:defRPr sz="1200" kern="1200">
                <a:solidFill>
                  <a:schemeClr val="tx1"/>
                </a:solidFill>
                <a:latin typeface="+mj-lt"/>
                <a:ea typeface="宋体"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a:defRPr/>
            </a:pPr>
            <a:fld id="{C2FAFEC3-FCF9-4793-BD53-13ACF2C4D1E4}" type="slidenum">
              <a:rPr lang="en-US" altLang="zh-CN" smtClean="0"/>
              <a:pPr>
                <a:defRPr/>
              </a:pPr>
              <a:t>7</a:t>
            </a:fld>
            <a:endParaRPr lang="en-US" altLang="zh-CN"/>
          </a:p>
        </p:txBody>
      </p:sp>
    </p:spTree>
    <p:extLst>
      <p:ext uri="{BB962C8B-B14F-4D97-AF65-F5344CB8AC3E}">
        <p14:creationId xmlns:p14="http://schemas.microsoft.com/office/powerpoint/2010/main" val="490991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p:txBody>
          <a:bodyPr>
            <a:normAutofit fontScale="90000"/>
          </a:bodyPr>
          <a:lstStyle/>
          <a:p>
            <a:pPr>
              <a:defRPr/>
            </a:pPr>
            <a:r>
              <a:rPr lang="en-US" altLang="zh-CN" dirty="0"/>
              <a:t>Modeling a Composite Web Service</a:t>
            </a:r>
          </a:p>
        </p:txBody>
      </p:sp>
      <p:sp>
        <p:nvSpPr>
          <p:cNvPr id="41988" name="Rectangle 3"/>
          <p:cNvSpPr>
            <a:spLocks noGrp="1" noChangeArrowheads="1"/>
          </p:cNvSpPr>
          <p:nvPr>
            <p:ph idx="1"/>
          </p:nvPr>
        </p:nvSpPr>
        <p:spPr/>
        <p:txBody>
          <a:bodyPr/>
          <a:lstStyle/>
          <a:p>
            <a:pPr>
              <a:lnSpc>
                <a:spcPct val="90000"/>
              </a:lnSpc>
              <a:defRPr/>
            </a:pPr>
            <a:r>
              <a:rPr lang="en-US" altLang="zh-CN" dirty="0"/>
              <a:t>To model a business process involves multiple parties, multiple Web services may be required to collaborate with each other to form a composite Web services</a:t>
            </a:r>
          </a:p>
          <a:p>
            <a:pPr>
              <a:lnSpc>
                <a:spcPct val="90000"/>
              </a:lnSpc>
              <a:defRPr/>
            </a:pPr>
            <a:r>
              <a:rPr lang="en-US" altLang="zh-CN" dirty="0"/>
              <a:t>For example, a travel booking service may include:</a:t>
            </a:r>
          </a:p>
          <a:p>
            <a:pPr lvl="1">
              <a:lnSpc>
                <a:spcPct val="90000"/>
              </a:lnSpc>
              <a:defRPr/>
            </a:pPr>
            <a:r>
              <a:rPr lang="en-US" altLang="zh-CN" sz="2400" dirty="0"/>
              <a:t>Flight reservation</a:t>
            </a:r>
          </a:p>
          <a:p>
            <a:pPr lvl="1">
              <a:lnSpc>
                <a:spcPct val="90000"/>
              </a:lnSpc>
              <a:defRPr/>
            </a:pPr>
            <a:r>
              <a:rPr lang="en-US" altLang="zh-CN" sz="2400" dirty="0"/>
              <a:t>Hotel reservation</a:t>
            </a:r>
          </a:p>
          <a:p>
            <a:pPr lvl="1">
              <a:lnSpc>
                <a:spcPct val="90000"/>
              </a:lnSpc>
              <a:defRPr/>
            </a:pPr>
            <a:r>
              <a:rPr lang="en-US" altLang="zh-CN" sz="2400" dirty="0"/>
              <a:t>Car reservation</a:t>
            </a:r>
          </a:p>
          <a:p>
            <a:pPr>
              <a:lnSpc>
                <a:spcPct val="90000"/>
              </a:lnSpc>
              <a:defRPr/>
            </a:pPr>
            <a:r>
              <a:rPr lang="en-US" altLang="zh-CN" dirty="0"/>
              <a:t>They are logically individual and may be implemented by different providers</a:t>
            </a:r>
          </a:p>
        </p:txBody>
      </p:sp>
      <p:sp>
        <p:nvSpPr>
          <p:cNvPr id="44036" name="灯片编号占位符 5"/>
          <p:cNvSpPr>
            <a:spLocks noGrp="1"/>
          </p:cNvSpPr>
          <p:nvPr>
            <p:ph type="sldNum" sz="quarter" idx="10"/>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fontAlgn="base">
              <a:spcBef>
                <a:spcPct val="0"/>
              </a:spcBef>
              <a:spcAft>
                <a:spcPct val="0"/>
              </a:spcAft>
              <a:defRPr sz="1200" kern="1200">
                <a:solidFill>
                  <a:schemeClr val="tx1"/>
                </a:solidFill>
                <a:latin typeface="+mj-lt"/>
                <a:ea typeface="宋体"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eaLnBrk="1" hangingPunct="1"/>
            <a:fld id="{C2FAFEC3-FCF9-4793-BD53-13ACF2C4D1E4}" type="slidenum">
              <a:rPr lang="en-US" altLang="zh-CN" smtClean="0"/>
              <a:pPr>
                <a:defRPr/>
              </a:pPr>
              <a:t>8</a:t>
            </a:fld>
            <a:endParaRPr lang="en-US" altLang="zh-CN"/>
          </a:p>
        </p:txBody>
      </p:sp>
    </p:spTree>
    <p:extLst>
      <p:ext uri="{BB962C8B-B14F-4D97-AF65-F5344CB8AC3E}">
        <p14:creationId xmlns:p14="http://schemas.microsoft.com/office/powerpoint/2010/main" val="3860800947"/>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normAutofit fontScale="90000"/>
          </a:bodyPr>
          <a:lstStyle/>
          <a:p>
            <a:pPr eaLnBrk="1" hangingPunct="1"/>
            <a:r>
              <a:rPr lang="en-US" altLang="zh-CN" sz="4000" dirty="0">
                <a:ea typeface="宋体" charset="-122"/>
              </a:rPr>
              <a:t>Recall: Orchestration </a:t>
            </a:r>
            <a:r>
              <a:rPr lang="zh-CN" altLang="en-US" sz="4000" dirty="0">
                <a:ea typeface="宋体" charset="-122"/>
              </a:rPr>
              <a:t>编排</a:t>
            </a:r>
            <a:endParaRPr lang="zh-CN" altLang="en-US" dirty="0">
              <a:ea typeface="宋体" charset="-122"/>
            </a:endParaRPr>
          </a:p>
        </p:txBody>
      </p:sp>
      <p:graphicFrame>
        <p:nvGraphicFramePr>
          <p:cNvPr id="25603" name="内容占位符 6"/>
          <p:cNvGraphicFramePr>
            <a:graphicFrameLocks noGrp="1" noChangeAspect="1"/>
          </p:cNvGraphicFramePr>
          <p:nvPr>
            <p:ph idx="1"/>
          </p:nvPr>
        </p:nvGraphicFramePr>
        <p:xfrm>
          <a:off x="2101850" y="1646238"/>
          <a:ext cx="4940300" cy="4162425"/>
        </p:xfrm>
        <a:graphic>
          <a:graphicData uri="http://schemas.openxmlformats.org/presentationml/2006/ole">
            <mc:AlternateContent xmlns:mc="http://schemas.openxmlformats.org/markup-compatibility/2006">
              <mc:Choice xmlns:v="urn:schemas-microsoft-com:vml" Requires="v">
                <p:oleObj spid="_x0000_s14339" name="Visio" r:id="rId4" imgW="4939975" imgH="4162790" progId="Visio.Drawing.11">
                  <p:embed/>
                </p:oleObj>
              </mc:Choice>
              <mc:Fallback>
                <p:oleObj name="Visio" r:id="rId4" imgW="4939975" imgH="4162790" progId="Visio.Drawing.11">
                  <p:embed/>
                  <p:pic>
                    <p:nvPicPr>
                      <p:cNvPr id="25603" name="内容占位符 6"/>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01850" y="1646238"/>
                        <a:ext cx="4940300" cy="416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4" name="灯片编号占位符 3"/>
          <p:cNvSpPr>
            <a:spLocks noGrp="1"/>
          </p:cNvSpPr>
          <p:nvPr>
            <p:ph type="sldNum" sz="quarter" idx="10"/>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fontAlgn="base">
              <a:spcBef>
                <a:spcPct val="0"/>
              </a:spcBef>
              <a:spcAft>
                <a:spcPct val="0"/>
              </a:spcAft>
              <a:defRPr sz="1200" kern="1200">
                <a:solidFill>
                  <a:schemeClr val="tx1"/>
                </a:solidFill>
                <a:latin typeface="+mj-lt"/>
                <a:ea typeface="宋体"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eaLnBrk="1" hangingPunct="1"/>
            <a:fld id="{C2FAFEC3-FCF9-4793-BD53-13ACF2C4D1E4}" type="slidenum">
              <a:rPr lang="en-US" altLang="zh-CN" smtClean="0"/>
              <a:pPr>
                <a:defRPr/>
              </a:pPr>
              <a:t>9</a:t>
            </a:fld>
            <a:endParaRPr lang="en-US" altLang="zh-CN"/>
          </a:p>
        </p:txBody>
      </p:sp>
    </p:spTree>
    <p:extLst>
      <p:ext uri="{BB962C8B-B14F-4D97-AF65-F5344CB8AC3E}">
        <p14:creationId xmlns:p14="http://schemas.microsoft.com/office/powerpoint/2010/main" val="1577532368"/>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normAutofit fontScale="90000"/>
          </a:bodyPr>
          <a:lstStyle/>
          <a:p>
            <a:pPr eaLnBrk="1" hangingPunct="1"/>
            <a:r>
              <a:rPr lang="en-US" altLang="zh-CN" sz="4000" dirty="0">
                <a:ea typeface="宋体" charset="-122"/>
              </a:rPr>
              <a:t>Recall: Choreograph </a:t>
            </a:r>
            <a:r>
              <a:rPr lang="zh-CN" altLang="en-US" sz="4000" dirty="0">
                <a:ea typeface="宋体" charset="-122"/>
              </a:rPr>
              <a:t>编舞 编导</a:t>
            </a:r>
            <a:endParaRPr lang="zh-CN" altLang="en-US" dirty="0">
              <a:ea typeface="宋体" charset="-122"/>
            </a:endParaRPr>
          </a:p>
        </p:txBody>
      </p:sp>
      <p:graphicFrame>
        <p:nvGraphicFramePr>
          <p:cNvPr id="26627" name="内容占位符 4"/>
          <p:cNvGraphicFramePr>
            <a:graphicFrameLocks noGrp="1" noChangeAspect="1"/>
          </p:cNvGraphicFramePr>
          <p:nvPr>
            <p:ph idx="1"/>
          </p:nvPr>
        </p:nvGraphicFramePr>
        <p:xfrm>
          <a:off x="1547813" y="1484313"/>
          <a:ext cx="5751512" cy="4557712"/>
        </p:xfrm>
        <a:graphic>
          <a:graphicData uri="http://schemas.openxmlformats.org/presentationml/2006/ole">
            <mc:AlternateContent xmlns:mc="http://schemas.openxmlformats.org/markup-compatibility/2006">
              <mc:Choice xmlns:v="urn:schemas-microsoft-com:vml" Requires="v">
                <p:oleObj spid="_x0000_s15363" name="Visio" r:id="rId4" imgW="4804693" imgH="3809135" progId="Visio.Drawing.11">
                  <p:embed/>
                </p:oleObj>
              </mc:Choice>
              <mc:Fallback>
                <p:oleObj name="Visio" r:id="rId4" imgW="4804693" imgH="3809135" progId="Visio.Drawing.11">
                  <p:embed/>
                  <p:pic>
                    <p:nvPicPr>
                      <p:cNvPr id="26627" name="内容占位符 4"/>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7813" y="1484313"/>
                        <a:ext cx="5751512" cy="4557712"/>
                      </a:xfrm>
                      <a:prstGeom prst="rect">
                        <a:avLst/>
                      </a:prstGeom>
                      <a:noFill/>
                      <a:ln>
                        <a:noFill/>
                      </a:ln>
                      <a:effectLst/>
                    </p:spPr>
                  </p:pic>
                </p:oleObj>
              </mc:Fallback>
            </mc:AlternateContent>
          </a:graphicData>
        </a:graphic>
      </p:graphicFrame>
      <p:sp>
        <p:nvSpPr>
          <p:cNvPr id="26628" name="灯片编号占位符 3"/>
          <p:cNvSpPr>
            <a:spLocks noGrp="1"/>
          </p:cNvSpPr>
          <p:nvPr>
            <p:ph type="sldNum" sz="quarter" idx="10"/>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fontAlgn="base">
              <a:spcBef>
                <a:spcPct val="0"/>
              </a:spcBef>
              <a:spcAft>
                <a:spcPct val="0"/>
              </a:spcAft>
              <a:defRPr sz="1200" kern="1200">
                <a:solidFill>
                  <a:schemeClr val="tx1"/>
                </a:solidFill>
                <a:latin typeface="+mj-lt"/>
                <a:ea typeface="宋体"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eaLnBrk="1" hangingPunct="1"/>
            <a:fld id="{C2FAFEC3-FCF9-4793-BD53-13ACF2C4D1E4}" type="slidenum">
              <a:rPr lang="en-US" altLang="zh-CN" smtClean="0"/>
              <a:pPr>
                <a:defRPr/>
              </a:pPr>
              <a:t>10</a:t>
            </a:fld>
            <a:endParaRPr lang="en-US" altLang="zh-CN"/>
          </a:p>
        </p:txBody>
      </p:sp>
    </p:spTree>
    <p:extLst>
      <p:ext uri="{BB962C8B-B14F-4D97-AF65-F5344CB8AC3E}">
        <p14:creationId xmlns:p14="http://schemas.microsoft.com/office/powerpoint/2010/main" val="1026325526"/>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ltLang="zh-CN">
                <a:ea typeface="宋体" pitchFamily="2" charset="-122"/>
              </a:rPr>
              <a:t>BPEL (1/3)</a:t>
            </a:r>
          </a:p>
        </p:txBody>
      </p:sp>
      <p:sp>
        <p:nvSpPr>
          <p:cNvPr id="45059" name="Rectangle 3"/>
          <p:cNvSpPr>
            <a:spLocks noGrp="1" noChangeArrowheads="1"/>
          </p:cNvSpPr>
          <p:nvPr>
            <p:ph idx="1"/>
          </p:nvPr>
        </p:nvSpPr>
        <p:spPr/>
        <p:txBody>
          <a:bodyPr>
            <a:normAutofit fontScale="85000" lnSpcReduction="10000"/>
          </a:bodyPr>
          <a:lstStyle/>
          <a:p>
            <a:pPr>
              <a:lnSpc>
                <a:spcPct val="150000"/>
              </a:lnSpc>
            </a:pPr>
            <a:r>
              <a:rPr lang="en-US" altLang="zh-CN" dirty="0">
                <a:ea typeface="宋体" pitchFamily="2" charset="-122"/>
              </a:rPr>
              <a:t>The Business Process Execution Language for Web Services (BPEL4WS, WS4BPEL, BPEL or WS-BPEL) is such a flow presentation developed to facilitate coordination of Web services into a comprehensive business process</a:t>
            </a:r>
          </a:p>
          <a:p>
            <a:pPr>
              <a:lnSpc>
                <a:spcPct val="150000"/>
              </a:lnSpc>
            </a:pPr>
            <a:r>
              <a:rPr lang="en-US" altLang="zh-CN" dirty="0">
                <a:ea typeface="宋体" pitchFamily="2" charset="-122"/>
              </a:rPr>
              <a:t>Defines an interoperable integration model to facilitate the expansion of automated process integration in both intra-corporate and inter-corporate environments </a:t>
            </a:r>
          </a:p>
        </p:txBody>
      </p:sp>
      <p:sp>
        <p:nvSpPr>
          <p:cNvPr id="45060" name="灯片编号占位符 5"/>
          <p:cNvSpPr>
            <a:spLocks noGrp="1"/>
          </p:cNvSpPr>
          <p:nvPr>
            <p:ph type="sldNum" sz="quarter" idx="10"/>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fontAlgn="base">
              <a:spcBef>
                <a:spcPct val="0"/>
              </a:spcBef>
              <a:spcAft>
                <a:spcPct val="0"/>
              </a:spcAft>
              <a:defRPr sz="1200" kern="1200">
                <a:solidFill>
                  <a:schemeClr val="tx1"/>
                </a:solidFill>
                <a:latin typeface="+mj-lt"/>
                <a:ea typeface="宋体"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eaLnBrk="1" hangingPunct="1"/>
            <a:fld id="{C2FAFEC3-FCF9-4793-BD53-13ACF2C4D1E4}" type="slidenum">
              <a:rPr lang="en-US" altLang="zh-CN" smtClean="0"/>
              <a:pPr>
                <a:defRPr/>
              </a:pPr>
              <a:t>11</a:t>
            </a:fld>
            <a:endParaRPr lang="en-US" altLang="zh-CN"/>
          </a:p>
        </p:txBody>
      </p:sp>
    </p:spTree>
    <p:extLst>
      <p:ext uri="{BB962C8B-B14F-4D97-AF65-F5344CB8AC3E}">
        <p14:creationId xmlns:p14="http://schemas.microsoft.com/office/powerpoint/2010/main" val="3981063318"/>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altLang="zh-CN">
                <a:ea typeface="宋体" pitchFamily="2" charset="-122"/>
              </a:rPr>
              <a:t>BPEL (2/3)</a:t>
            </a:r>
          </a:p>
        </p:txBody>
      </p:sp>
      <p:sp>
        <p:nvSpPr>
          <p:cNvPr id="44036" name="Rectangle 3"/>
          <p:cNvSpPr>
            <a:spLocks noGrp="1" noChangeArrowheads="1"/>
          </p:cNvSpPr>
          <p:nvPr>
            <p:ph idx="1"/>
          </p:nvPr>
        </p:nvSpPr>
        <p:spPr/>
        <p:txBody>
          <a:bodyPr>
            <a:normAutofit fontScale="92500" lnSpcReduction="10000"/>
          </a:bodyPr>
          <a:lstStyle/>
          <a:p>
            <a:pPr>
              <a:lnSpc>
                <a:spcPct val="110000"/>
              </a:lnSpc>
            </a:pPr>
            <a:r>
              <a:rPr lang="en-US" altLang="zh-CN" dirty="0">
                <a:ea typeface="宋体" pitchFamily="2" charset="-122"/>
              </a:rPr>
              <a:t>A BPEL process defines how multiple business interactions are coordinated to achieve  a common business goal with</a:t>
            </a:r>
          </a:p>
          <a:p>
            <a:pPr lvl="1">
              <a:lnSpc>
                <a:spcPct val="110000"/>
              </a:lnSpc>
            </a:pPr>
            <a:r>
              <a:rPr lang="en-US" altLang="zh-CN" sz="2400" dirty="0">
                <a:latin typeface="Arial" charset="0"/>
                <a:ea typeface="宋体" pitchFamily="2" charset="-122"/>
              </a:rPr>
              <a:t>Status and </a:t>
            </a:r>
          </a:p>
          <a:p>
            <a:pPr lvl="1">
              <a:lnSpc>
                <a:spcPct val="110000"/>
              </a:lnSpc>
            </a:pPr>
            <a:r>
              <a:rPr lang="en-US" altLang="zh-CN" sz="2400" dirty="0">
                <a:latin typeface="Arial" charset="0"/>
                <a:ea typeface="宋体" pitchFamily="2" charset="-122"/>
              </a:rPr>
              <a:t>Logic necessary for this coordination</a:t>
            </a:r>
          </a:p>
          <a:p>
            <a:pPr>
              <a:lnSpc>
                <a:spcPct val="110000"/>
              </a:lnSpc>
            </a:pPr>
            <a:r>
              <a:rPr lang="en-US" altLang="zh-CN" dirty="0">
                <a:ea typeface="宋体" pitchFamily="2" charset="-122"/>
              </a:rPr>
              <a:t>Precisely define essential service behaviors for cross-enterprise business protocols, such as </a:t>
            </a:r>
          </a:p>
          <a:p>
            <a:pPr lvl="1">
              <a:lnSpc>
                <a:spcPct val="110000"/>
              </a:lnSpc>
            </a:pPr>
            <a:r>
              <a:rPr lang="en-US" altLang="zh-CN" sz="2400" dirty="0">
                <a:latin typeface="Arial" charset="0"/>
                <a:ea typeface="宋体" pitchFamily="2" charset="-122"/>
              </a:rPr>
              <a:t>Data-dependent behaviors</a:t>
            </a:r>
          </a:p>
          <a:p>
            <a:pPr lvl="1">
              <a:lnSpc>
                <a:spcPct val="110000"/>
              </a:lnSpc>
            </a:pPr>
            <a:r>
              <a:rPr lang="en-US" altLang="zh-CN" sz="2400" dirty="0">
                <a:latin typeface="Arial" charset="0"/>
                <a:ea typeface="宋体" pitchFamily="2" charset="-122"/>
              </a:rPr>
              <a:t>Exceptional conditions and their consequence </a:t>
            </a:r>
          </a:p>
          <a:p>
            <a:pPr lvl="1">
              <a:lnSpc>
                <a:spcPct val="110000"/>
              </a:lnSpc>
            </a:pPr>
            <a:r>
              <a:rPr lang="en-US" altLang="zh-CN" sz="2400" dirty="0">
                <a:latin typeface="Arial" charset="0"/>
                <a:ea typeface="宋体" pitchFamily="2" charset="-122"/>
              </a:rPr>
              <a:t>Long-running interactions at various levels of granularity</a:t>
            </a:r>
          </a:p>
        </p:txBody>
      </p:sp>
      <p:sp>
        <p:nvSpPr>
          <p:cNvPr id="46084" name="灯片编号占位符 5"/>
          <p:cNvSpPr>
            <a:spLocks noGrp="1"/>
          </p:cNvSpPr>
          <p:nvPr>
            <p:ph type="sldNum" sz="quarter" idx="10"/>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fontAlgn="base">
              <a:spcBef>
                <a:spcPct val="0"/>
              </a:spcBef>
              <a:spcAft>
                <a:spcPct val="0"/>
              </a:spcAft>
              <a:defRPr sz="1200" kern="1200">
                <a:solidFill>
                  <a:schemeClr val="tx1"/>
                </a:solidFill>
                <a:latin typeface="+mj-lt"/>
                <a:ea typeface="宋体"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eaLnBrk="1" hangingPunct="1"/>
            <a:fld id="{C2FAFEC3-FCF9-4793-BD53-13ACF2C4D1E4}" type="slidenum">
              <a:rPr lang="en-US" altLang="zh-CN" smtClean="0"/>
              <a:pPr>
                <a:defRPr/>
              </a:pPr>
              <a:t>12</a:t>
            </a:fld>
            <a:endParaRPr lang="en-US" altLang="zh-CN"/>
          </a:p>
        </p:txBody>
      </p:sp>
    </p:spTree>
    <p:extLst>
      <p:ext uri="{BB962C8B-B14F-4D97-AF65-F5344CB8AC3E}">
        <p14:creationId xmlns:p14="http://schemas.microsoft.com/office/powerpoint/2010/main" val="330246911"/>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altLang="zh-CN">
                <a:ea typeface="宋体" pitchFamily="2" charset="-122"/>
              </a:rPr>
              <a:t>BPEL (3/3)</a:t>
            </a:r>
          </a:p>
        </p:txBody>
      </p:sp>
      <p:sp>
        <p:nvSpPr>
          <p:cNvPr id="45060" name="Rectangle 3"/>
          <p:cNvSpPr>
            <a:spLocks noGrp="1" noChangeArrowheads="1"/>
          </p:cNvSpPr>
          <p:nvPr>
            <p:ph idx="1"/>
          </p:nvPr>
        </p:nvSpPr>
        <p:spPr/>
        <p:txBody>
          <a:bodyPr/>
          <a:lstStyle/>
          <a:p>
            <a:pPr>
              <a:lnSpc>
                <a:spcPct val="90000"/>
              </a:lnSpc>
              <a:defRPr/>
            </a:pPr>
            <a:r>
              <a:rPr lang="en-US" altLang="zh-CN" sz="2800" dirty="0"/>
              <a:t>Separates the public behaviors of a business process from its internal implements.</a:t>
            </a:r>
          </a:p>
          <a:p>
            <a:pPr>
              <a:lnSpc>
                <a:spcPct val="90000"/>
              </a:lnSpc>
              <a:defRPr/>
            </a:pPr>
            <a:r>
              <a:rPr lang="en-US" altLang="zh-CN" sz="2800" dirty="0"/>
              <a:t>Two ways to model a business process</a:t>
            </a:r>
          </a:p>
          <a:p>
            <a:pPr lvl="1">
              <a:lnSpc>
                <a:spcPct val="90000"/>
              </a:lnSpc>
              <a:defRPr/>
            </a:pPr>
            <a:r>
              <a:rPr lang="en-US" altLang="zh-CN" sz="2400" dirty="0"/>
              <a:t>An executable process model</a:t>
            </a:r>
          </a:p>
          <a:p>
            <a:pPr lvl="2">
              <a:lnSpc>
                <a:spcPct val="90000"/>
              </a:lnSpc>
              <a:defRPr/>
            </a:pPr>
            <a:r>
              <a:rPr lang="en-US" altLang="zh-CN" sz="2000" dirty="0"/>
              <a:t>Model actual behaviors of the participates in a business interaction</a:t>
            </a:r>
          </a:p>
          <a:p>
            <a:pPr lvl="1">
              <a:lnSpc>
                <a:spcPct val="90000"/>
              </a:lnSpc>
              <a:defRPr/>
            </a:pPr>
            <a:r>
              <a:rPr lang="en-US" altLang="zh-CN" sz="2400" dirty="0"/>
              <a:t>An abstract model</a:t>
            </a:r>
          </a:p>
          <a:p>
            <a:pPr lvl="2">
              <a:lnSpc>
                <a:spcPct val="90000"/>
              </a:lnSpc>
              <a:defRPr/>
            </a:pPr>
            <a:r>
              <a:rPr lang="en-US" altLang="zh-CN" sz="2000" dirty="0"/>
              <a:t>Specifies the mutually visible message exchange behaviors of involved parties without revealing their internal behaviors</a:t>
            </a:r>
          </a:p>
          <a:p>
            <a:pPr>
              <a:lnSpc>
                <a:spcPct val="90000"/>
              </a:lnSpc>
              <a:defRPr/>
            </a:pPr>
            <a:r>
              <a:rPr lang="en-US" altLang="zh-CN" sz="2800" dirty="0"/>
              <a:t>A two-phase procedure in order to create the business process in BPEL</a:t>
            </a:r>
          </a:p>
          <a:p>
            <a:pPr lvl="1">
              <a:lnSpc>
                <a:spcPct val="90000"/>
              </a:lnSpc>
              <a:defRPr/>
            </a:pPr>
            <a:r>
              <a:rPr lang="en-US" altLang="zh-CN" sz="2400" dirty="0"/>
              <a:t>Create service descriptions</a:t>
            </a:r>
          </a:p>
          <a:p>
            <a:pPr lvl="1">
              <a:lnSpc>
                <a:spcPct val="90000"/>
              </a:lnSpc>
              <a:defRPr/>
            </a:pPr>
            <a:r>
              <a:rPr lang="en-US" altLang="zh-CN" sz="2400" dirty="0"/>
              <a:t>Create business processes</a:t>
            </a:r>
          </a:p>
        </p:txBody>
      </p:sp>
      <p:sp>
        <p:nvSpPr>
          <p:cNvPr id="47108" name="灯片编号占位符 5"/>
          <p:cNvSpPr>
            <a:spLocks noGrp="1"/>
          </p:cNvSpPr>
          <p:nvPr>
            <p:ph type="sldNum" sz="quarter" idx="10"/>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fontAlgn="base">
              <a:spcBef>
                <a:spcPct val="0"/>
              </a:spcBef>
              <a:spcAft>
                <a:spcPct val="0"/>
              </a:spcAft>
              <a:defRPr sz="1200" kern="1200">
                <a:solidFill>
                  <a:schemeClr val="tx1"/>
                </a:solidFill>
                <a:latin typeface="+mj-lt"/>
                <a:ea typeface="宋体"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eaLnBrk="1" hangingPunct="1"/>
            <a:fld id="{C2FAFEC3-FCF9-4793-BD53-13ACF2C4D1E4}" type="slidenum">
              <a:rPr lang="en-US" altLang="zh-CN" smtClean="0"/>
              <a:pPr>
                <a:defRPr/>
              </a:pPr>
              <a:t>13</a:t>
            </a:fld>
            <a:endParaRPr lang="en-US" altLang="zh-CN"/>
          </a:p>
        </p:txBody>
      </p:sp>
    </p:spTree>
    <p:extLst>
      <p:ext uri="{BB962C8B-B14F-4D97-AF65-F5344CB8AC3E}">
        <p14:creationId xmlns:p14="http://schemas.microsoft.com/office/powerpoint/2010/main" val="891158867"/>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BPEL</a:t>
            </a:r>
            <a:r>
              <a:rPr lang="zh-CN" altLang="en-US" dirty="0"/>
              <a:t>的历史</a:t>
            </a:r>
          </a:p>
        </p:txBody>
      </p:sp>
      <p:sp>
        <p:nvSpPr>
          <p:cNvPr id="3" name="内容占位符 2"/>
          <p:cNvSpPr>
            <a:spLocks noGrp="1"/>
          </p:cNvSpPr>
          <p:nvPr>
            <p:ph idx="1"/>
          </p:nvPr>
        </p:nvSpPr>
        <p:spPr/>
        <p:txBody>
          <a:bodyPr/>
          <a:lstStyle/>
          <a:p>
            <a:r>
              <a:rPr lang="en-US" altLang="zh-CN" dirty="0"/>
              <a:t>WSFL</a:t>
            </a:r>
            <a:r>
              <a:rPr lang="zh-CN" altLang="en-US" dirty="0"/>
              <a:t>（</a:t>
            </a:r>
            <a:r>
              <a:rPr lang="en-US" altLang="zh-CN" dirty="0"/>
              <a:t>Web Services flow language</a:t>
            </a:r>
            <a:r>
              <a:rPr lang="zh-CN" altLang="en-US" dirty="0"/>
              <a:t>）和</a:t>
            </a:r>
            <a:r>
              <a:rPr lang="en-US" altLang="zh-CN" dirty="0"/>
              <a:t>XLANG</a:t>
            </a:r>
            <a:r>
              <a:rPr lang="zh-CN" altLang="en-US" dirty="0"/>
              <a:t>，</a:t>
            </a:r>
            <a:r>
              <a:rPr lang="en-US" altLang="zh-CN" dirty="0"/>
              <a:t> 2002 </a:t>
            </a:r>
            <a:r>
              <a:rPr lang="zh-CN" altLang="en-US" dirty="0"/>
              <a:t>年，</a:t>
            </a:r>
            <a:r>
              <a:rPr lang="en-US" altLang="zh-CN" dirty="0"/>
              <a:t>IBM</a:t>
            </a:r>
            <a:r>
              <a:rPr lang="zh-CN" altLang="en-US" dirty="0"/>
              <a:t>、微软和</a:t>
            </a:r>
            <a:r>
              <a:rPr lang="en-US" altLang="zh-CN" dirty="0"/>
              <a:t>BEA</a:t>
            </a:r>
            <a:r>
              <a:rPr lang="zh-CN" altLang="en-US" dirty="0"/>
              <a:t>提出</a:t>
            </a:r>
            <a:r>
              <a:rPr lang="en-US" altLang="zh-CN" dirty="0"/>
              <a:t>BPEL4WS 1.0</a:t>
            </a:r>
          </a:p>
          <a:p>
            <a:r>
              <a:rPr lang="en-US" altLang="zh-CN" dirty="0"/>
              <a:t>2003</a:t>
            </a:r>
            <a:r>
              <a:rPr lang="zh-CN" altLang="en-US" dirty="0"/>
              <a:t>年，</a:t>
            </a:r>
            <a:r>
              <a:rPr lang="en-US" altLang="zh-CN" dirty="0"/>
              <a:t>SAP</a:t>
            </a:r>
            <a:r>
              <a:rPr lang="zh-CN" altLang="en-US" dirty="0"/>
              <a:t>和</a:t>
            </a:r>
            <a:r>
              <a:rPr lang="en-US" altLang="zh-CN" dirty="0"/>
              <a:t>Siebel System</a:t>
            </a:r>
            <a:r>
              <a:rPr lang="zh-CN" altLang="en-US" dirty="0"/>
              <a:t>等加入，</a:t>
            </a:r>
            <a:r>
              <a:rPr lang="en-US" altLang="zh-CN" dirty="0"/>
              <a:t>BPEL4WS 1.1 </a:t>
            </a:r>
            <a:r>
              <a:rPr lang="zh-CN" altLang="en-US" dirty="0"/>
              <a:t>向</a:t>
            </a:r>
            <a:r>
              <a:rPr lang="en-US" altLang="zh-CN" dirty="0"/>
              <a:t>OASIS</a:t>
            </a:r>
            <a:r>
              <a:rPr lang="zh-CN" altLang="en-US" dirty="0"/>
              <a:t>提交</a:t>
            </a:r>
            <a:endParaRPr lang="en-US" altLang="zh-CN" dirty="0"/>
          </a:p>
          <a:p>
            <a:pPr algn="just"/>
            <a:r>
              <a:rPr lang="en-US" altLang="zh-CN" dirty="0"/>
              <a:t>2004</a:t>
            </a:r>
            <a:r>
              <a:rPr lang="zh-CN" altLang="en-US" dirty="0"/>
              <a:t>年，从</a:t>
            </a:r>
            <a:r>
              <a:rPr lang="en-US" altLang="zh-CN" dirty="0"/>
              <a:t>BPEL4WS 1.1 </a:t>
            </a:r>
            <a:r>
              <a:rPr lang="zh-CN" altLang="en-US" dirty="0"/>
              <a:t>到</a:t>
            </a:r>
            <a:r>
              <a:rPr lang="en-US" altLang="zh-CN" dirty="0"/>
              <a:t>WS-BPEL 2.0, </a:t>
            </a:r>
            <a:r>
              <a:rPr lang="zh-CN" altLang="en-US" dirty="0"/>
              <a:t>（基本和</a:t>
            </a:r>
            <a:r>
              <a:rPr lang="en-US" altLang="zh-CN" dirty="0"/>
              <a:t>WDSL 2.0 </a:t>
            </a:r>
            <a:r>
              <a:rPr lang="zh-CN" altLang="en-US" dirty="0"/>
              <a:t>同时期），兼容</a:t>
            </a:r>
            <a:r>
              <a:rPr lang="en-US" altLang="zh-CN" dirty="0"/>
              <a:t>WSDL 1.1</a:t>
            </a:r>
          </a:p>
          <a:p>
            <a:r>
              <a:rPr lang="en-US" altLang="zh-CN" dirty="0"/>
              <a:t>2007</a:t>
            </a:r>
            <a:r>
              <a:rPr lang="zh-CN" altLang="en-US" dirty="0"/>
              <a:t>年，为考虑人的交互，补充规范</a:t>
            </a:r>
            <a:r>
              <a:rPr lang="en-US" altLang="zh-CN" dirty="0"/>
              <a:t>BPEL4People</a:t>
            </a:r>
            <a:r>
              <a:rPr lang="zh-CN" altLang="en-US" dirty="0"/>
              <a:t>和</a:t>
            </a:r>
            <a:r>
              <a:rPr lang="en-US" altLang="zh-CN" dirty="0"/>
              <a:t>WS-</a:t>
            </a:r>
            <a:r>
              <a:rPr lang="en-US" altLang="zh-CN" dirty="0" err="1"/>
              <a:t>HumanTask</a:t>
            </a:r>
            <a:r>
              <a:rPr lang="zh-CN" altLang="en-US" dirty="0"/>
              <a:t>提出</a:t>
            </a:r>
            <a:endParaRPr lang="en-US" altLang="zh-CN" dirty="0"/>
          </a:p>
        </p:txBody>
      </p:sp>
      <p:sp>
        <p:nvSpPr>
          <p:cNvPr id="4" name="灯片编号占位符 3"/>
          <p:cNvSpPr>
            <a:spLocks noGrp="1"/>
          </p:cNvSpPr>
          <p:nvPr>
            <p:ph type="sldNum" sz="quarter" idx="10"/>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fontAlgn="base">
              <a:spcBef>
                <a:spcPct val="0"/>
              </a:spcBef>
              <a:spcAft>
                <a:spcPct val="0"/>
              </a:spcAft>
              <a:defRPr sz="1200" kern="1200">
                <a:solidFill>
                  <a:schemeClr val="tx1"/>
                </a:solidFill>
                <a:latin typeface="+mj-lt"/>
                <a:ea typeface="宋体"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a:defRPr/>
            </a:pPr>
            <a:fld id="{C2FAFEC3-FCF9-4793-BD53-13ACF2C4D1E4}" type="slidenum">
              <a:rPr lang="en-US" altLang="zh-CN" smtClean="0"/>
              <a:pPr>
                <a:defRPr/>
              </a:pPr>
              <a:t>14</a:t>
            </a:fld>
            <a:endParaRPr lang="en-US" altLang="zh-CN"/>
          </a:p>
        </p:txBody>
      </p:sp>
    </p:spTree>
    <p:extLst>
      <p:ext uri="{BB962C8B-B14F-4D97-AF65-F5344CB8AC3E}">
        <p14:creationId xmlns:p14="http://schemas.microsoft.com/office/powerpoint/2010/main" val="18260766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US" altLang="zh-CN">
                <a:ea typeface="宋体" pitchFamily="2" charset="-122"/>
              </a:rPr>
              <a:t>A simple composite Web service</a:t>
            </a:r>
          </a:p>
        </p:txBody>
      </p:sp>
      <p:graphicFrame>
        <p:nvGraphicFramePr>
          <p:cNvPr id="48131" name="Object 4"/>
          <p:cNvGraphicFramePr>
            <a:graphicFrameLocks noGrp="1" noChangeAspect="1"/>
          </p:cNvGraphicFramePr>
          <p:nvPr>
            <p:ph idx="1"/>
          </p:nvPr>
        </p:nvGraphicFramePr>
        <p:xfrm>
          <a:off x="2051050" y="1341438"/>
          <a:ext cx="4733925" cy="1993900"/>
        </p:xfrm>
        <a:graphic>
          <a:graphicData uri="http://schemas.openxmlformats.org/presentationml/2006/ole">
            <mc:AlternateContent xmlns:mc="http://schemas.openxmlformats.org/markup-compatibility/2006">
              <mc:Choice xmlns:v="urn:schemas-microsoft-com:vml" Requires="v">
                <p:oleObj spid="_x0000_s16388" name="Visio" r:id="rId4" imgW="4734283" imgH="1993496" progId="Visio.Drawing.11">
                  <p:embed/>
                </p:oleObj>
              </mc:Choice>
              <mc:Fallback>
                <p:oleObj name="Visio" r:id="rId4" imgW="4734283" imgH="1993496" progId="Visio.Drawing.11">
                  <p:embed/>
                  <p:pic>
                    <p:nvPicPr>
                      <p:cNvPr id="48131" name="Object 4"/>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1050" y="1341438"/>
                        <a:ext cx="4733925" cy="199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132" name="灯片编号占位符 7"/>
          <p:cNvSpPr>
            <a:spLocks noGrp="1"/>
          </p:cNvSpPr>
          <p:nvPr>
            <p:ph type="sldNum" sz="quarter" idx="10"/>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fontAlgn="base">
              <a:spcBef>
                <a:spcPct val="0"/>
              </a:spcBef>
              <a:spcAft>
                <a:spcPct val="0"/>
              </a:spcAft>
              <a:defRPr sz="1200" kern="1200">
                <a:solidFill>
                  <a:schemeClr val="tx1"/>
                </a:solidFill>
                <a:latin typeface="+mj-lt"/>
                <a:ea typeface="宋体"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eaLnBrk="1" hangingPunct="1"/>
            <a:fld id="{C2FAFEC3-FCF9-4793-BD53-13ACF2C4D1E4}" type="slidenum">
              <a:rPr lang="en-US" altLang="zh-CN" smtClean="0"/>
              <a:pPr>
                <a:defRPr/>
              </a:pPr>
              <a:t>15</a:t>
            </a:fld>
            <a:endParaRPr lang="en-US" altLang="zh-CN"/>
          </a:p>
        </p:txBody>
      </p:sp>
      <p:graphicFrame>
        <p:nvGraphicFramePr>
          <p:cNvPr id="48133" name="Object 13"/>
          <p:cNvGraphicFramePr>
            <a:graphicFrameLocks noGrp="1" noChangeAspect="1"/>
          </p:cNvGraphicFramePr>
          <p:nvPr>
            <p:ph sz="quarter" idx="4294967295"/>
          </p:nvPr>
        </p:nvGraphicFramePr>
        <p:xfrm>
          <a:off x="1296194" y="3422650"/>
          <a:ext cx="6551612" cy="3038475"/>
        </p:xfrm>
        <a:graphic>
          <a:graphicData uri="http://schemas.openxmlformats.org/presentationml/2006/ole">
            <mc:AlternateContent xmlns:mc="http://schemas.openxmlformats.org/markup-compatibility/2006">
              <mc:Choice xmlns:v="urn:schemas-microsoft-com:vml" Requires="v">
                <p:oleObj spid="_x0000_s16389" name="Visio" r:id="rId6" imgW="5069251" imgH="2350943" progId="Visio.Drawing.11">
                  <p:embed/>
                </p:oleObj>
              </mc:Choice>
              <mc:Fallback>
                <p:oleObj name="Visio" r:id="rId6" imgW="5069251" imgH="2350943" progId="Visio.Drawing.11">
                  <p:embed/>
                  <p:pic>
                    <p:nvPicPr>
                      <p:cNvPr id="48133" name="Object 13"/>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96194" y="3422650"/>
                        <a:ext cx="6551612" cy="303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639985591"/>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US" altLang="zh-CN" dirty="0">
                <a:ea typeface="宋体" pitchFamily="2" charset="-122"/>
              </a:rPr>
              <a:t>Create Service Descriptions (1/5)</a:t>
            </a:r>
          </a:p>
        </p:txBody>
      </p:sp>
      <p:sp>
        <p:nvSpPr>
          <p:cNvPr id="49155" name="Rectangle 3"/>
          <p:cNvSpPr>
            <a:spLocks noGrp="1" noChangeArrowheads="1"/>
          </p:cNvSpPr>
          <p:nvPr>
            <p:ph idx="1"/>
          </p:nvPr>
        </p:nvSpPr>
        <p:spPr>
          <a:xfrm>
            <a:off x="457200" y="1052513"/>
            <a:ext cx="8229600" cy="1080343"/>
          </a:xfrm>
        </p:spPr>
        <p:txBody>
          <a:bodyPr/>
          <a:lstStyle/>
          <a:p>
            <a:pPr>
              <a:lnSpc>
                <a:spcPct val="80000"/>
              </a:lnSpc>
            </a:pPr>
            <a:r>
              <a:rPr lang="en-US" altLang="zh-CN" sz="2400" dirty="0">
                <a:ea typeface="宋体" pitchFamily="2" charset="-122"/>
              </a:rPr>
              <a:t>Define the involved parties and the messages with WSDL (for payment and shipping provider)</a:t>
            </a:r>
          </a:p>
        </p:txBody>
      </p:sp>
      <p:sp>
        <p:nvSpPr>
          <p:cNvPr id="49156" name="灯片编号占位符 5"/>
          <p:cNvSpPr>
            <a:spLocks noGrp="1"/>
          </p:cNvSpPr>
          <p:nvPr>
            <p:ph type="sldNum" sz="quarter" idx="10"/>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fontAlgn="base">
              <a:spcBef>
                <a:spcPct val="0"/>
              </a:spcBef>
              <a:spcAft>
                <a:spcPct val="0"/>
              </a:spcAft>
              <a:defRPr sz="1200" kern="1200">
                <a:solidFill>
                  <a:schemeClr val="tx1"/>
                </a:solidFill>
                <a:latin typeface="+mj-lt"/>
                <a:ea typeface="宋体"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eaLnBrk="1" hangingPunct="1"/>
            <a:fld id="{C2FAFEC3-FCF9-4793-BD53-13ACF2C4D1E4}" type="slidenum">
              <a:rPr lang="en-US" altLang="zh-CN" smtClean="0"/>
              <a:pPr>
                <a:defRPr/>
              </a:pPr>
              <a:t>16</a:t>
            </a:fld>
            <a:endParaRPr lang="en-US" altLang="zh-CN"/>
          </a:p>
        </p:txBody>
      </p:sp>
      <p:sp>
        <p:nvSpPr>
          <p:cNvPr id="251908" name="Text Box 4"/>
          <p:cNvSpPr txBox="1">
            <a:spLocks noChangeArrowheads="1"/>
          </p:cNvSpPr>
          <p:nvPr/>
        </p:nvSpPr>
        <p:spPr bwMode="auto">
          <a:xfrm>
            <a:off x="697053" y="1988840"/>
            <a:ext cx="7560840" cy="258532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dirty="0">
                <a:solidFill>
                  <a:srgbClr val="0000FF"/>
                </a:solidFill>
                <a:latin typeface="宋体" pitchFamily="2" charset="-122"/>
                <a:ea typeface="Arial Unicode MS" pitchFamily="34" charset="-122"/>
                <a:cs typeface="Arial Unicode MS" pitchFamily="34" charset="-122"/>
              </a:rPr>
              <a:t>&lt;!--</a:t>
            </a:r>
            <a:r>
              <a:rPr lang="en-US" altLang="zh-CN" dirty="0">
                <a:solidFill>
                  <a:srgbClr val="808080"/>
                </a:solidFill>
                <a:ea typeface="Arial Unicode MS" pitchFamily="34" charset="-122"/>
                <a:cs typeface="Arial Unicode MS" pitchFamily="34" charset="-122"/>
              </a:rPr>
              <a:t> </a:t>
            </a:r>
            <a:r>
              <a:rPr lang="en-US" altLang="zh-CN" dirty="0" err="1">
                <a:solidFill>
                  <a:srgbClr val="808080"/>
                </a:solidFill>
                <a:ea typeface="Arial Unicode MS" pitchFamily="34" charset="-122"/>
                <a:cs typeface="Arial Unicode MS" pitchFamily="34" charset="-122"/>
              </a:rPr>
              <a:t>portType</a:t>
            </a:r>
            <a:r>
              <a:rPr lang="en-US" altLang="zh-CN" dirty="0">
                <a:solidFill>
                  <a:srgbClr val="808080"/>
                </a:solidFill>
                <a:ea typeface="Arial Unicode MS" pitchFamily="34" charset="-122"/>
                <a:cs typeface="Arial Unicode MS" pitchFamily="34" charset="-122"/>
              </a:rPr>
              <a:t> supported by the payment service provider</a:t>
            </a:r>
            <a:r>
              <a:rPr lang="en-US" altLang="zh-CN" dirty="0">
                <a:solidFill>
                  <a:srgbClr val="0000FF"/>
                </a:solidFill>
                <a:ea typeface="Arial Unicode MS" pitchFamily="34" charset="-122"/>
                <a:cs typeface="Arial Unicode MS" pitchFamily="34" charset="-122"/>
              </a:rPr>
              <a:t>--&gt;</a:t>
            </a:r>
            <a:endParaRPr lang="en-US" altLang="zh-CN" dirty="0">
              <a:solidFill>
                <a:srgbClr val="000000"/>
              </a:solidFill>
              <a:ea typeface="Arial Unicode MS" pitchFamily="34" charset="-122"/>
              <a:cs typeface="Arial Unicode MS" pitchFamily="34" charset="-122"/>
            </a:endParaRPr>
          </a:p>
          <a:p>
            <a:pPr eaLnBrk="1" hangingPunct="1"/>
            <a:r>
              <a:rPr lang="en-US" altLang="zh-CN" dirty="0">
                <a:solidFill>
                  <a:srgbClr val="0000FF"/>
                </a:solidFill>
                <a:ea typeface="Arial Unicode MS" pitchFamily="34" charset="-122"/>
                <a:cs typeface="Arial Unicode MS" pitchFamily="34" charset="-122"/>
              </a:rPr>
              <a:t>&lt;</a:t>
            </a:r>
            <a:r>
              <a:rPr lang="en-US" altLang="zh-CN" dirty="0">
                <a:solidFill>
                  <a:srgbClr val="800000"/>
                </a:solidFill>
                <a:ea typeface="Arial Unicode MS" pitchFamily="34" charset="-122"/>
                <a:cs typeface="Arial Unicode MS" pitchFamily="34" charset="-122"/>
              </a:rPr>
              <a:t> </a:t>
            </a:r>
            <a:r>
              <a:rPr lang="en-US" altLang="zh-CN" dirty="0" err="1">
                <a:solidFill>
                  <a:srgbClr val="800000"/>
                </a:solidFill>
                <a:ea typeface="Arial Unicode MS" pitchFamily="34" charset="-122"/>
                <a:cs typeface="Arial Unicode MS" pitchFamily="34" charset="-122"/>
              </a:rPr>
              <a:t>portType</a:t>
            </a:r>
            <a:r>
              <a:rPr lang="en-US" altLang="zh-CN" dirty="0">
                <a:solidFill>
                  <a:srgbClr val="800000"/>
                </a:solidFill>
                <a:ea typeface="Arial Unicode MS" pitchFamily="34" charset="-122"/>
                <a:cs typeface="Arial Unicode MS" pitchFamily="34" charset="-122"/>
              </a:rPr>
              <a:t> </a:t>
            </a:r>
            <a:r>
              <a:rPr lang="en-US" altLang="zh-CN" dirty="0">
                <a:solidFill>
                  <a:srgbClr val="FF0000"/>
                </a:solidFill>
                <a:ea typeface="Arial Unicode MS" pitchFamily="34" charset="-122"/>
                <a:cs typeface="Arial Unicode MS" pitchFamily="34" charset="-122"/>
              </a:rPr>
              <a:t>name</a:t>
            </a:r>
            <a:r>
              <a:rPr lang="en-US" altLang="zh-CN" dirty="0">
                <a:solidFill>
                  <a:srgbClr val="0000FF"/>
                </a:solidFill>
                <a:ea typeface="Arial Unicode MS" pitchFamily="34" charset="-122"/>
                <a:cs typeface="Arial Unicode MS" pitchFamily="34" charset="-122"/>
              </a:rPr>
              <a:t>="</a:t>
            </a:r>
            <a:r>
              <a:rPr lang="en-US" altLang="zh-CN" dirty="0" err="1">
                <a:solidFill>
                  <a:srgbClr val="000000"/>
                </a:solidFill>
                <a:ea typeface="Arial Unicode MS" pitchFamily="34" charset="-122"/>
                <a:cs typeface="Arial Unicode MS" pitchFamily="34" charset="-122"/>
              </a:rPr>
              <a:t>paymentPT</a:t>
            </a:r>
            <a:r>
              <a:rPr lang="en-US" altLang="zh-CN" dirty="0">
                <a:solidFill>
                  <a:srgbClr val="0000FF"/>
                </a:solidFill>
                <a:ea typeface="Arial Unicode MS" pitchFamily="34" charset="-122"/>
                <a:cs typeface="Arial Unicode MS" pitchFamily="34" charset="-122"/>
              </a:rPr>
              <a:t>"&gt;</a:t>
            </a:r>
            <a:br>
              <a:rPr lang="en-US" altLang="zh-CN" dirty="0">
                <a:solidFill>
                  <a:srgbClr val="000000"/>
                </a:solidFill>
                <a:ea typeface="Arial Unicode MS" pitchFamily="34" charset="-122"/>
                <a:cs typeface="Arial Unicode MS" pitchFamily="34" charset="-122"/>
              </a:rPr>
            </a:br>
            <a:r>
              <a:rPr lang="en-US" altLang="zh-CN" dirty="0">
                <a:solidFill>
                  <a:srgbClr val="000000"/>
                </a:solidFill>
                <a:ea typeface="Arial Unicode MS" pitchFamily="34" charset="-122"/>
                <a:cs typeface="Arial Unicode MS" pitchFamily="34" charset="-122"/>
              </a:rPr>
              <a:t>	</a:t>
            </a:r>
            <a:r>
              <a:rPr lang="en-US" altLang="zh-CN" dirty="0">
                <a:solidFill>
                  <a:srgbClr val="0000FF"/>
                </a:solidFill>
                <a:ea typeface="Arial Unicode MS" pitchFamily="34" charset="-122"/>
                <a:cs typeface="Arial Unicode MS" pitchFamily="34" charset="-122"/>
              </a:rPr>
              <a:t>&lt;</a:t>
            </a:r>
            <a:r>
              <a:rPr lang="en-US" altLang="zh-CN" dirty="0">
                <a:solidFill>
                  <a:srgbClr val="800000"/>
                </a:solidFill>
                <a:ea typeface="Arial Unicode MS" pitchFamily="34" charset="-122"/>
                <a:cs typeface="Arial Unicode MS" pitchFamily="34" charset="-122"/>
              </a:rPr>
              <a:t>operation</a:t>
            </a:r>
            <a:r>
              <a:rPr lang="en-US" altLang="zh-CN" dirty="0">
                <a:solidFill>
                  <a:srgbClr val="FF0000"/>
                </a:solidFill>
                <a:ea typeface="Arial Unicode MS" pitchFamily="34" charset="-122"/>
                <a:cs typeface="Arial Unicode MS" pitchFamily="34" charset="-122"/>
              </a:rPr>
              <a:t> name</a:t>
            </a:r>
            <a:r>
              <a:rPr lang="en-US" altLang="zh-CN" dirty="0">
                <a:solidFill>
                  <a:srgbClr val="0000FF"/>
                </a:solidFill>
                <a:ea typeface="Arial Unicode MS" pitchFamily="34" charset="-122"/>
                <a:cs typeface="Arial Unicode MS" pitchFamily="34" charset="-122"/>
              </a:rPr>
              <a:t>="</a:t>
            </a:r>
            <a:r>
              <a:rPr lang="en-US" altLang="zh-CN" dirty="0" err="1">
                <a:solidFill>
                  <a:srgbClr val="000000"/>
                </a:solidFill>
                <a:ea typeface="Arial Unicode MS" pitchFamily="34" charset="-122"/>
                <a:cs typeface="Arial Unicode MS" pitchFamily="34" charset="-122"/>
              </a:rPr>
              <a:t>submitPayment</a:t>
            </a:r>
            <a:r>
              <a:rPr lang="en-US" altLang="zh-CN" dirty="0">
                <a:solidFill>
                  <a:srgbClr val="0000FF"/>
                </a:solidFill>
                <a:ea typeface="Arial Unicode MS" pitchFamily="34" charset="-122"/>
                <a:cs typeface="Arial Unicode MS" pitchFamily="34" charset="-122"/>
              </a:rPr>
              <a:t>“</a:t>
            </a:r>
            <a:r>
              <a:rPr lang="en-US" altLang="zh-CN" dirty="0">
                <a:solidFill>
                  <a:srgbClr val="FF0000"/>
                </a:solidFill>
                <a:ea typeface="Arial Unicode MS" pitchFamily="34" charset="-122"/>
                <a:cs typeface="Arial Unicode MS" pitchFamily="34" charset="-122"/>
              </a:rPr>
              <a:t> </a:t>
            </a:r>
          </a:p>
          <a:p>
            <a:pPr eaLnBrk="1" hangingPunct="1"/>
            <a:r>
              <a:rPr lang="en-US" altLang="zh-CN" dirty="0">
                <a:solidFill>
                  <a:srgbClr val="FF0000"/>
                </a:solidFill>
                <a:ea typeface="Arial Unicode MS" pitchFamily="34" charset="-122"/>
                <a:cs typeface="Arial Unicode MS" pitchFamily="34" charset="-122"/>
              </a:rPr>
              <a:t>		pattern</a:t>
            </a:r>
            <a:r>
              <a:rPr lang="en-US" altLang="zh-CN" dirty="0">
                <a:solidFill>
                  <a:srgbClr val="0000FF"/>
                </a:solidFill>
                <a:ea typeface="Arial Unicode MS" pitchFamily="34" charset="-122"/>
                <a:cs typeface="Arial Unicode MS" pitchFamily="34" charset="-122"/>
              </a:rPr>
              <a:t>="</a:t>
            </a:r>
            <a:r>
              <a:rPr lang="en-US" altLang="zh-CN" dirty="0">
                <a:solidFill>
                  <a:srgbClr val="000000"/>
                </a:solidFill>
                <a:ea typeface="Arial Unicode MS" pitchFamily="34" charset="-122"/>
                <a:cs typeface="Arial Unicode MS" pitchFamily="34" charset="-122"/>
              </a:rPr>
              <a:t> http://www.w3.org/ns/wsdl/in-out</a:t>
            </a:r>
            <a:r>
              <a:rPr lang="en-US" altLang="zh-CN" dirty="0">
                <a:solidFill>
                  <a:srgbClr val="0000FF"/>
                </a:solidFill>
                <a:ea typeface="Arial Unicode MS" pitchFamily="34" charset="-122"/>
                <a:cs typeface="Arial Unicode MS" pitchFamily="34" charset="-122"/>
              </a:rPr>
              <a:t>"&gt;</a:t>
            </a:r>
            <a:endParaRPr lang="en-US" altLang="zh-CN" dirty="0">
              <a:solidFill>
                <a:srgbClr val="000000"/>
              </a:solidFill>
              <a:ea typeface="Arial Unicode MS" pitchFamily="34" charset="-122"/>
              <a:cs typeface="Arial Unicode MS" pitchFamily="34" charset="-122"/>
            </a:endParaRPr>
          </a:p>
          <a:p>
            <a:pPr eaLnBrk="1" hangingPunct="1"/>
            <a:r>
              <a:rPr lang="en-US" altLang="zh-CN" dirty="0">
                <a:solidFill>
                  <a:srgbClr val="000000"/>
                </a:solidFill>
                <a:ea typeface="Arial Unicode MS" pitchFamily="34" charset="-122"/>
                <a:cs typeface="Arial Unicode MS" pitchFamily="34" charset="-122"/>
              </a:rPr>
              <a:t>		</a:t>
            </a:r>
            <a:r>
              <a:rPr lang="en-US" altLang="zh-CN" dirty="0">
                <a:solidFill>
                  <a:srgbClr val="0000FF"/>
                </a:solidFill>
                <a:ea typeface="Arial Unicode MS" pitchFamily="34" charset="-122"/>
                <a:cs typeface="Arial Unicode MS" pitchFamily="34" charset="-122"/>
              </a:rPr>
              <a:t>&lt;</a:t>
            </a:r>
            <a:r>
              <a:rPr lang="en-US" altLang="zh-CN" dirty="0">
                <a:solidFill>
                  <a:srgbClr val="800000"/>
                </a:solidFill>
                <a:ea typeface="Arial Unicode MS" pitchFamily="34" charset="-122"/>
                <a:cs typeface="Arial Unicode MS" pitchFamily="34" charset="-122"/>
              </a:rPr>
              <a:t>input</a:t>
            </a:r>
            <a:r>
              <a:rPr lang="en-US" altLang="zh-CN" dirty="0">
                <a:solidFill>
                  <a:srgbClr val="FF0000"/>
                </a:solidFill>
                <a:ea typeface="Arial Unicode MS" pitchFamily="34" charset="-122"/>
                <a:cs typeface="Arial Unicode MS" pitchFamily="34" charset="-122"/>
              </a:rPr>
              <a:t> element</a:t>
            </a:r>
            <a:r>
              <a:rPr lang="en-US" altLang="zh-CN" dirty="0">
                <a:solidFill>
                  <a:srgbClr val="0000FF"/>
                </a:solidFill>
                <a:ea typeface="Arial Unicode MS" pitchFamily="34" charset="-122"/>
                <a:cs typeface="Arial Unicode MS" pitchFamily="34" charset="-122"/>
              </a:rPr>
              <a:t>="</a:t>
            </a:r>
            <a:r>
              <a:rPr lang="en-US" altLang="zh-CN" dirty="0" err="1">
                <a:solidFill>
                  <a:srgbClr val="000000"/>
                </a:solidFill>
                <a:ea typeface="Arial Unicode MS" pitchFamily="34" charset="-122"/>
                <a:cs typeface="Arial Unicode MS" pitchFamily="34" charset="-122"/>
              </a:rPr>
              <a:t>pos:paymentRequestMessage</a:t>
            </a:r>
            <a:r>
              <a:rPr lang="en-US" altLang="zh-CN" dirty="0">
                <a:solidFill>
                  <a:srgbClr val="0000FF"/>
                </a:solidFill>
                <a:ea typeface="Arial Unicode MS" pitchFamily="34" charset="-122"/>
                <a:cs typeface="Arial Unicode MS" pitchFamily="34" charset="-122"/>
              </a:rPr>
              <a:t>"/&gt;</a:t>
            </a:r>
            <a:endParaRPr lang="en-US" altLang="zh-CN" dirty="0">
              <a:solidFill>
                <a:srgbClr val="000000"/>
              </a:solidFill>
              <a:ea typeface="Arial Unicode MS" pitchFamily="34" charset="-122"/>
              <a:cs typeface="Arial Unicode MS" pitchFamily="34" charset="-122"/>
            </a:endParaRPr>
          </a:p>
          <a:p>
            <a:pPr eaLnBrk="1" hangingPunct="1"/>
            <a:r>
              <a:rPr lang="en-US" altLang="zh-CN" dirty="0">
                <a:solidFill>
                  <a:srgbClr val="000000"/>
                </a:solidFill>
                <a:ea typeface="Arial Unicode MS" pitchFamily="34" charset="-122"/>
                <a:cs typeface="Arial Unicode MS" pitchFamily="34" charset="-122"/>
              </a:rPr>
              <a:t>		</a:t>
            </a:r>
            <a:r>
              <a:rPr lang="en-US" altLang="zh-CN" dirty="0">
                <a:solidFill>
                  <a:srgbClr val="0000FF"/>
                </a:solidFill>
                <a:ea typeface="Arial Unicode MS" pitchFamily="34" charset="-122"/>
                <a:cs typeface="Arial Unicode MS" pitchFamily="34" charset="-122"/>
              </a:rPr>
              <a:t>&lt;</a:t>
            </a:r>
            <a:r>
              <a:rPr lang="en-US" altLang="zh-CN" dirty="0">
                <a:solidFill>
                  <a:srgbClr val="800000"/>
                </a:solidFill>
                <a:ea typeface="Arial Unicode MS" pitchFamily="34" charset="-122"/>
                <a:cs typeface="Arial Unicode MS" pitchFamily="34" charset="-122"/>
              </a:rPr>
              <a:t>output</a:t>
            </a:r>
            <a:r>
              <a:rPr lang="en-US" altLang="zh-CN" dirty="0">
                <a:solidFill>
                  <a:srgbClr val="FF0000"/>
                </a:solidFill>
                <a:ea typeface="Arial Unicode MS" pitchFamily="34" charset="-122"/>
                <a:cs typeface="Arial Unicode MS" pitchFamily="34" charset="-122"/>
              </a:rPr>
              <a:t> element</a:t>
            </a:r>
            <a:r>
              <a:rPr lang="en-US" altLang="zh-CN" dirty="0">
                <a:solidFill>
                  <a:srgbClr val="0000FF"/>
                </a:solidFill>
                <a:ea typeface="Arial Unicode MS" pitchFamily="34" charset="-122"/>
                <a:cs typeface="Arial Unicode MS" pitchFamily="34" charset="-122"/>
              </a:rPr>
              <a:t>="</a:t>
            </a:r>
            <a:r>
              <a:rPr lang="en-US" altLang="zh-CN" dirty="0" err="1">
                <a:solidFill>
                  <a:srgbClr val="000000"/>
                </a:solidFill>
                <a:ea typeface="Arial Unicode MS" pitchFamily="34" charset="-122"/>
                <a:cs typeface="Arial Unicode MS" pitchFamily="34" charset="-122"/>
              </a:rPr>
              <a:t>pos:paymentResponseMessage</a:t>
            </a:r>
            <a:r>
              <a:rPr lang="en-US" altLang="zh-CN" dirty="0">
                <a:solidFill>
                  <a:srgbClr val="0000FF"/>
                </a:solidFill>
                <a:ea typeface="Arial Unicode MS" pitchFamily="34" charset="-122"/>
                <a:cs typeface="Arial Unicode MS" pitchFamily="34" charset="-122"/>
              </a:rPr>
              <a:t>"/&gt;</a:t>
            </a:r>
            <a:endParaRPr lang="en-US" altLang="zh-CN" dirty="0">
              <a:solidFill>
                <a:srgbClr val="000000"/>
              </a:solidFill>
              <a:ea typeface="Arial Unicode MS" pitchFamily="34" charset="-122"/>
              <a:cs typeface="Arial Unicode MS" pitchFamily="34" charset="-122"/>
            </a:endParaRPr>
          </a:p>
          <a:p>
            <a:pPr eaLnBrk="1" hangingPunct="1"/>
            <a:r>
              <a:rPr lang="en-US" altLang="zh-CN" dirty="0">
                <a:solidFill>
                  <a:srgbClr val="000000"/>
                </a:solidFill>
                <a:ea typeface="Arial Unicode MS" pitchFamily="34" charset="-122"/>
                <a:cs typeface="Arial Unicode MS" pitchFamily="34" charset="-122"/>
              </a:rPr>
              <a:t>	</a:t>
            </a:r>
            <a:r>
              <a:rPr lang="en-US" altLang="zh-CN" dirty="0">
                <a:solidFill>
                  <a:srgbClr val="0000FF"/>
                </a:solidFill>
                <a:ea typeface="Arial Unicode MS" pitchFamily="34" charset="-122"/>
                <a:cs typeface="Arial Unicode MS" pitchFamily="34" charset="-122"/>
              </a:rPr>
              <a:t>&lt;/</a:t>
            </a:r>
            <a:r>
              <a:rPr lang="en-US" altLang="zh-CN" dirty="0">
                <a:solidFill>
                  <a:srgbClr val="800000"/>
                </a:solidFill>
                <a:ea typeface="Arial Unicode MS" pitchFamily="34" charset="-122"/>
                <a:cs typeface="Arial Unicode MS" pitchFamily="34" charset="-122"/>
              </a:rPr>
              <a:t>operation</a:t>
            </a:r>
            <a:r>
              <a:rPr lang="en-US" altLang="zh-CN" dirty="0">
                <a:solidFill>
                  <a:srgbClr val="0000FF"/>
                </a:solidFill>
                <a:ea typeface="Arial Unicode MS" pitchFamily="34" charset="-122"/>
                <a:cs typeface="Arial Unicode MS" pitchFamily="34" charset="-122"/>
              </a:rPr>
              <a:t>&gt;</a:t>
            </a:r>
            <a:endParaRPr lang="en-US" altLang="zh-CN" dirty="0">
              <a:solidFill>
                <a:srgbClr val="000000"/>
              </a:solidFill>
              <a:ea typeface="Arial Unicode MS" pitchFamily="34" charset="-122"/>
              <a:cs typeface="Arial Unicode MS" pitchFamily="34" charset="-122"/>
            </a:endParaRPr>
          </a:p>
          <a:p>
            <a:pPr eaLnBrk="1" hangingPunct="1"/>
            <a:r>
              <a:rPr lang="en-US" altLang="zh-CN" dirty="0">
                <a:solidFill>
                  <a:srgbClr val="0000FF"/>
                </a:solidFill>
                <a:ea typeface="Arial Unicode MS" pitchFamily="34" charset="-122"/>
                <a:cs typeface="Arial Unicode MS" pitchFamily="34" charset="-122"/>
              </a:rPr>
              <a:t>&lt;/</a:t>
            </a:r>
            <a:r>
              <a:rPr lang="en-US" altLang="zh-CN" dirty="0" err="1">
                <a:solidFill>
                  <a:srgbClr val="800000"/>
                </a:solidFill>
                <a:ea typeface="Arial Unicode MS" pitchFamily="34" charset="-122"/>
                <a:cs typeface="Arial Unicode MS" pitchFamily="34" charset="-122"/>
              </a:rPr>
              <a:t>portType</a:t>
            </a:r>
            <a:r>
              <a:rPr lang="en-US" altLang="zh-CN" dirty="0">
                <a:solidFill>
                  <a:srgbClr val="0000FF"/>
                </a:solidFill>
                <a:ea typeface="Arial Unicode MS" pitchFamily="34" charset="-122"/>
                <a:cs typeface="Arial Unicode MS" pitchFamily="34" charset="-122"/>
              </a:rPr>
              <a:t>&gt;</a:t>
            </a:r>
            <a:endParaRPr lang="en-US" altLang="zh-CN" dirty="0">
              <a:solidFill>
                <a:srgbClr val="000000"/>
              </a:solidFill>
              <a:ea typeface="Arial Unicode MS" pitchFamily="34" charset="-122"/>
              <a:cs typeface="Arial Unicode MS" pitchFamily="34" charset="-122"/>
            </a:endParaRPr>
          </a:p>
          <a:p>
            <a:pPr eaLnBrk="1" hangingPunct="1"/>
            <a:endParaRPr lang="en-US" altLang="zh-CN" dirty="0">
              <a:solidFill>
                <a:srgbClr val="000000"/>
              </a:solidFill>
              <a:ea typeface="Arial Unicode MS" pitchFamily="34" charset="-122"/>
              <a:cs typeface="Arial Unicode MS" pitchFamily="34" charset="-122"/>
            </a:endParaRPr>
          </a:p>
        </p:txBody>
      </p:sp>
      <p:sp>
        <p:nvSpPr>
          <p:cNvPr id="251909" name="Text Box 5"/>
          <p:cNvSpPr txBox="1">
            <a:spLocks noChangeArrowheads="1"/>
          </p:cNvSpPr>
          <p:nvPr/>
        </p:nvSpPr>
        <p:spPr bwMode="auto">
          <a:xfrm>
            <a:off x="1403648" y="4077072"/>
            <a:ext cx="7488832" cy="2308324"/>
          </a:xfrm>
          <a:prstGeom prst="rect">
            <a:avLst/>
          </a:prstGeom>
          <a:solidFill>
            <a:schemeClr val="bg1"/>
          </a:solidFill>
          <a:ln w="19050">
            <a:solidFill>
              <a:schemeClr val="tx1"/>
            </a:solidFill>
            <a:miter lim="800000"/>
            <a:headEnd/>
            <a:tailEnd/>
          </a:ln>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dirty="0">
                <a:solidFill>
                  <a:srgbClr val="0000FF"/>
                </a:solidFill>
                <a:ea typeface="Arial Unicode MS" pitchFamily="34" charset="-122"/>
                <a:cs typeface="Arial Unicode MS" pitchFamily="34" charset="-122"/>
              </a:rPr>
              <a:t>&lt;!--</a:t>
            </a:r>
            <a:r>
              <a:rPr lang="en-US" altLang="zh-CN" dirty="0" err="1">
                <a:solidFill>
                  <a:srgbClr val="808080"/>
                </a:solidFill>
                <a:ea typeface="Arial Unicode MS" pitchFamily="34" charset="-122"/>
                <a:cs typeface="Arial Unicode MS" pitchFamily="34" charset="-122"/>
              </a:rPr>
              <a:t>portType</a:t>
            </a:r>
            <a:r>
              <a:rPr lang="en-US" altLang="zh-CN" dirty="0">
                <a:solidFill>
                  <a:srgbClr val="808080"/>
                </a:solidFill>
                <a:ea typeface="Arial Unicode MS" pitchFamily="34" charset="-122"/>
                <a:cs typeface="Arial Unicode MS" pitchFamily="34" charset="-122"/>
              </a:rPr>
              <a:t> supported by </a:t>
            </a:r>
            <a:r>
              <a:rPr lang="en-US" altLang="zh-CN">
                <a:solidFill>
                  <a:srgbClr val="808080"/>
                </a:solidFill>
                <a:ea typeface="Arial Unicode MS" pitchFamily="34" charset="-122"/>
                <a:cs typeface="Arial Unicode MS" pitchFamily="34" charset="-122"/>
              </a:rPr>
              <a:t>the shipping </a:t>
            </a:r>
            <a:r>
              <a:rPr lang="en-US" altLang="zh-CN" dirty="0">
                <a:solidFill>
                  <a:srgbClr val="808080"/>
                </a:solidFill>
                <a:ea typeface="Arial Unicode MS" pitchFamily="34" charset="-122"/>
                <a:cs typeface="Arial Unicode MS" pitchFamily="34" charset="-122"/>
              </a:rPr>
              <a:t>service provider</a:t>
            </a:r>
            <a:r>
              <a:rPr lang="en-US" altLang="zh-CN" dirty="0">
                <a:solidFill>
                  <a:srgbClr val="0000FF"/>
                </a:solidFill>
                <a:ea typeface="Arial Unicode MS" pitchFamily="34" charset="-122"/>
                <a:cs typeface="Arial Unicode MS" pitchFamily="34" charset="-122"/>
              </a:rPr>
              <a:t>--&gt;</a:t>
            </a:r>
            <a:endParaRPr lang="en-US" altLang="zh-CN" dirty="0">
              <a:solidFill>
                <a:srgbClr val="000000"/>
              </a:solidFill>
              <a:ea typeface="Arial Unicode MS" pitchFamily="34" charset="-122"/>
              <a:cs typeface="Arial Unicode MS" pitchFamily="34" charset="-122"/>
            </a:endParaRPr>
          </a:p>
          <a:p>
            <a:pPr eaLnBrk="1" hangingPunct="1"/>
            <a:r>
              <a:rPr lang="en-US" altLang="zh-CN" dirty="0">
                <a:solidFill>
                  <a:srgbClr val="0000FF"/>
                </a:solidFill>
                <a:ea typeface="Arial Unicode MS" pitchFamily="34" charset="-122"/>
                <a:cs typeface="Arial Unicode MS" pitchFamily="34" charset="-122"/>
              </a:rPr>
              <a:t>&lt;</a:t>
            </a:r>
            <a:r>
              <a:rPr lang="en-US" altLang="zh-CN" dirty="0" err="1">
                <a:solidFill>
                  <a:srgbClr val="800000"/>
                </a:solidFill>
                <a:ea typeface="Arial Unicode MS" pitchFamily="34" charset="-122"/>
                <a:cs typeface="Arial Unicode MS" pitchFamily="34" charset="-122"/>
              </a:rPr>
              <a:t>portType</a:t>
            </a:r>
            <a:r>
              <a:rPr lang="en-US" altLang="zh-CN" dirty="0">
                <a:solidFill>
                  <a:srgbClr val="FF0000"/>
                </a:solidFill>
                <a:ea typeface="Arial Unicode MS" pitchFamily="34" charset="-122"/>
                <a:cs typeface="Arial Unicode MS" pitchFamily="34" charset="-122"/>
              </a:rPr>
              <a:t> name</a:t>
            </a:r>
            <a:r>
              <a:rPr lang="en-US" altLang="zh-CN" dirty="0">
                <a:solidFill>
                  <a:srgbClr val="0000FF"/>
                </a:solidFill>
                <a:ea typeface="Arial Unicode MS" pitchFamily="34" charset="-122"/>
                <a:cs typeface="Arial Unicode MS" pitchFamily="34" charset="-122"/>
              </a:rPr>
              <a:t>="</a:t>
            </a:r>
            <a:r>
              <a:rPr lang="en-US" altLang="zh-CN" dirty="0" err="1">
                <a:solidFill>
                  <a:srgbClr val="000000"/>
                </a:solidFill>
                <a:ea typeface="Arial Unicode MS" pitchFamily="34" charset="-122"/>
                <a:cs typeface="Arial Unicode MS" pitchFamily="34" charset="-122"/>
              </a:rPr>
              <a:t>shippingPT</a:t>
            </a:r>
            <a:r>
              <a:rPr lang="en-US" altLang="zh-CN" dirty="0">
                <a:solidFill>
                  <a:srgbClr val="0000FF"/>
                </a:solidFill>
                <a:ea typeface="Arial Unicode MS" pitchFamily="34" charset="-122"/>
                <a:cs typeface="Arial Unicode MS" pitchFamily="34" charset="-122"/>
              </a:rPr>
              <a:t>"&gt;</a:t>
            </a:r>
            <a:endParaRPr lang="en-US" altLang="zh-CN" dirty="0">
              <a:solidFill>
                <a:srgbClr val="000000"/>
              </a:solidFill>
              <a:ea typeface="Arial Unicode MS" pitchFamily="34" charset="-122"/>
              <a:cs typeface="Arial Unicode MS" pitchFamily="34" charset="-122"/>
            </a:endParaRPr>
          </a:p>
          <a:p>
            <a:pPr eaLnBrk="1" hangingPunct="1"/>
            <a:r>
              <a:rPr lang="en-US" altLang="zh-CN" dirty="0">
                <a:solidFill>
                  <a:srgbClr val="000000"/>
                </a:solidFill>
                <a:ea typeface="Arial Unicode MS" pitchFamily="34" charset="-122"/>
                <a:cs typeface="Arial Unicode MS" pitchFamily="34" charset="-122"/>
              </a:rPr>
              <a:t>	</a:t>
            </a:r>
            <a:r>
              <a:rPr lang="en-US" altLang="zh-CN" dirty="0">
                <a:solidFill>
                  <a:srgbClr val="0000FF"/>
                </a:solidFill>
                <a:ea typeface="Arial Unicode MS" pitchFamily="34" charset="-122"/>
                <a:cs typeface="Arial Unicode MS" pitchFamily="34" charset="-122"/>
              </a:rPr>
              <a:t>&lt;</a:t>
            </a:r>
            <a:r>
              <a:rPr lang="en-US" altLang="zh-CN" dirty="0">
                <a:solidFill>
                  <a:srgbClr val="800000"/>
                </a:solidFill>
                <a:ea typeface="Arial Unicode MS" pitchFamily="34" charset="-122"/>
                <a:cs typeface="Arial Unicode MS" pitchFamily="34" charset="-122"/>
              </a:rPr>
              <a:t>operation</a:t>
            </a:r>
            <a:r>
              <a:rPr lang="en-US" altLang="zh-CN" dirty="0">
                <a:solidFill>
                  <a:srgbClr val="FF0000"/>
                </a:solidFill>
                <a:ea typeface="Arial Unicode MS" pitchFamily="34" charset="-122"/>
                <a:cs typeface="Arial Unicode MS" pitchFamily="34" charset="-122"/>
              </a:rPr>
              <a:t> name</a:t>
            </a:r>
            <a:r>
              <a:rPr lang="en-US" altLang="zh-CN" dirty="0">
                <a:solidFill>
                  <a:srgbClr val="0000FF"/>
                </a:solidFill>
                <a:ea typeface="Arial Unicode MS" pitchFamily="34" charset="-122"/>
                <a:cs typeface="Arial Unicode MS" pitchFamily="34" charset="-122"/>
              </a:rPr>
              <a:t>="</a:t>
            </a:r>
            <a:r>
              <a:rPr lang="en-US" altLang="zh-CN" dirty="0" err="1">
                <a:solidFill>
                  <a:srgbClr val="000000"/>
                </a:solidFill>
                <a:ea typeface="Arial Unicode MS" pitchFamily="34" charset="-122"/>
                <a:cs typeface="Arial Unicode MS" pitchFamily="34" charset="-122"/>
              </a:rPr>
              <a:t>requestShipping</a:t>
            </a:r>
            <a:r>
              <a:rPr lang="en-US" altLang="zh-CN" dirty="0">
                <a:solidFill>
                  <a:srgbClr val="0000FF"/>
                </a:solidFill>
                <a:ea typeface="Arial Unicode MS" pitchFamily="34" charset="-122"/>
                <a:cs typeface="Arial Unicode MS" pitchFamily="34" charset="-122"/>
              </a:rPr>
              <a:t>"&gt;</a:t>
            </a:r>
            <a:endParaRPr lang="en-US" altLang="zh-CN" dirty="0">
              <a:solidFill>
                <a:srgbClr val="000000"/>
              </a:solidFill>
              <a:ea typeface="Arial Unicode MS" pitchFamily="34" charset="-122"/>
              <a:cs typeface="Arial Unicode MS" pitchFamily="34" charset="-122"/>
            </a:endParaRPr>
          </a:p>
          <a:p>
            <a:pPr eaLnBrk="1" hangingPunct="1"/>
            <a:r>
              <a:rPr lang="en-US" altLang="zh-CN" dirty="0">
                <a:solidFill>
                  <a:srgbClr val="000000"/>
                </a:solidFill>
                <a:ea typeface="Arial Unicode MS" pitchFamily="34" charset="-122"/>
                <a:cs typeface="Arial Unicode MS" pitchFamily="34" charset="-122"/>
              </a:rPr>
              <a:t>		</a:t>
            </a:r>
            <a:r>
              <a:rPr lang="en-US" altLang="zh-CN" dirty="0">
                <a:solidFill>
                  <a:srgbClr val="0000FF"/>
                </a:solidFill>
                <a:ea typeface="Arial Unicode MS" pitchFamily="34" charset="-122"/>
                <a:cs typeface="Arial Unicode MS" pitchFamily="34" charset="-122"/>
              </a:rPr>
              <a:t>&lt;</a:t>
            </a:r>
            <a:r>
              <a:rPr lang="en-US" altLang="zh-CN" dirty="0">
                <a:solidFill>
                  <a:srgbClr val="800000"/>
                </a:solidFill>
                <a:ea typeface="Arial Unicode MS" pitchFamily="34" charset="-122"/>
                <a:cs typeface="Arial Unicode MS" pitchFamily="34" charset="-122"/>
              </a:rPr>
              <a:t>input</a:t>
            </a:r>
            <a:r>
              <a:rPr lang="en-US" altLang="zh-CN" dirty="0">
                <a:solidFill>
                  <a:srgbClr val="FF0000"/>
                </a:solidFill>
                <a:ea typeface="Arial Unicode MS" pitchFamily="34" charset="-122"/>
                <a:cs typeface="Arial Unicode MS" pitchFamily="34" charset="-122"/>
              </a:rPr>
              <a:t> message</a:t>
            </a:r>
            <a:r>
              <a:rPr lang="en-US" altLang="zh-CN" dirty="0">
                <a:solidFill>
                  <a:srgbClr val="0000FF"/>
                </a:solidFill>
                <a:ea typeface="Arial Unicode MS" pitchFamily="34" charset="-122"/>
                <a:cs typeface="Arial Unicode MS" pitchFamily="34" charset="-122"/>
              </a:rPr>
              <a:t>="</a:t>
            </a:r>
            <a:r>
              <a:rPr lang="en-US" altLang="zh-CN" dirty="0" err="1">
                <a:solidFill>
                  <a:srgbClr val="000000"/>
                </a:solidFill>
                <a:ea typeface="Arial Unicode MS" pitchFamily="34" charset="-122"/>
                <a:cs typeface="Arial Unicode MS" pitchFamily="34" charset="-122"/>
              </a:rPr>
              <a:t>pos:shippingRequestMessage</a:t>
            </a:r>
            <a:r>
              <a:rPr lang="en-US" altLang="zh-CN" dirty="0">
                <a:solidFill>
                  <a:srgbClr val="0000FF"/>
                </a:solidFill>
                <a:ea typeface="Arial Unicode MS" pitchFamily="34" charset="-122"/>
                <a:cs typeface="Arial Unicode MS" pitchFamily="34" charset="-122"/>
              </a:rPr>
              <a:t>"/&gt;</a:t>
            </a:r>
            <a:endParaRPr lang="en-US" altLang="zh-CN" dirty="0">
              <a:solidFill>
                <a:srgbClr val="000000"/>
              </a:solidFill>
              <a:ea typeface="Arial Unicode MS" pitchFamily="34" charset="-122"/>
              <a:cs typeface="Arial Unicode MS" pitchFamily="34" charset="-122"/>
            </a:endParaRPr>
          </a:p>
          <a:p>
            <a:pPr eaLnBrk="1" hangingPunct="1"/>
            <a:r>
              <a:rPr lang="en-US" altLang="zh-CN" dirty="0">
                <a:solidFill>
                  <a:srgbClr val="000000"/>
                </a:solidFill>
                <a:ea typeface="Arial Unicode MS" pitchFamily="34" charset="-122"/>
                <a:cs typeface="Arial Unicode MS" pitchFamily="34" charset="-122"/>
              </a:rPr>
              <a:t>		</a:t>
            </a:r>
            <a:r>
              <a:rPr lang="en-US" altLang="zh-CN" dirty="0">
                <a:solidFill>
                  <a:srgbClr val="0000FF"/>
                </a:solidFill>
                <a:ea typeface="Arial Unicode MS" pitchFamily="34" charset="-122"/>
                <a:cs typeface="Arial Unicode MS" pitchFamily="34" charset="-122"/>
              </a:rPr>
              <a:t>&lt;</a:t>
            </a:r>
            <a:r>
              <a:rPr lang="en-US" altLang="zh-CN" dirty="0">
                <a:solidFill>
                  <a:srgbClr val="800000"/>
                </a:solidFill>
                <a:ea typeface="Arial Unicode MS" pitchFamily="34" charset="-122"/>
                <a:cs typeface="Arial Unicode MS" pitchFamily="34" charset="-122"/>
              </a:rPr>
              <a:t>output</a:t>
            </a:r>
            <a:r>
              <a:rPr lang="en-US" altLang="zh-CN" dirty="0">
                <a:solidFill>
                  <a:srgbClr val="FF0000"/>
                </a:solidFill>
                <a:ea typeface="Arial Unicode MS" pitchFamily="34" charset="-122"/>
                <a:cs typeface="Arial Unicode MS" pitchFamily="34" charset="-122"/>
              </a:rPr>
              <a:t> message</a:t>
            </a:r>
            <a:r>
              <a:rPr lang="en-US" altLang="zh-CN" dirty="0">
                <a:solidFill>
                  <a:srgbClr val="0000FF"/>
                </a:solidFill>
                <a:ea typeface="Arial Unicode MS" pitchFamily="34" charset="-122"/>
                <a:cs typeface="Arial Unicode MS" pitchFamily="34" charset="-122"/>
              </a:rPr>
              <a:t>="</a:t>
            </a:r>
            <a:r>
              <a:rPr lang="en-US" altLang="zh-CN" dirty="0" err="1">
                <a:solidFill>
                  <a:srgbClr val="000000"/>
                </a:solidFill>
                <a:ea typeface="Arial Unicode MS" pitchFamily="34" charset="-122"/>
                <a:cs typeface="Arial Unicode MS" pitchFamily="34" charset="-122"/>
              </a:rPr>
              <a:t>pos:shippingResponseMessage</a:t>
            </a:r>
            <a:r>
              <a:rPr lang="en-US" altLang="zh-CN" dirty="0">
                <a:solidFill>
                  <a:srgbClr val="0000FF"/>
                </a:solidFill>
                <a:ea typeface="Arial Unicode MS" pitchFamily="34" charset="-122"/>
                <a:cs typeface="Arial Unicode MS" pitchFamily="34" charset="-122"/>
              </a:rPr>
              <a:t>"/&gt;</a:t>
            </a:r>
            <a:endParaRPr lang="en-US" altLang="zh-CN" dirty="0">
              <a:solidFill>
                <a:srgbClr val="000000"/>
              </a:solidFill>
              <a:ea typeface="Arial Unicode MS" pitchFamily="34" charset="-122"/>
              <a:cs typeface="Arial Unicode MS" pitchFamily="34" charset="-122"/>
            </a:endParaRPr>
          </a:p>
          <a:p>
            <a:pPr eaLnBrk="1" hangingPunct="1"/>
            <a:r>
              <a:rPr lang="en-US" altLang="zh-CN" dirty="0">
                <a:solidFill>
                  <a:srgbClr val="000000"/>
                </a:solidFill>
                <a:ea typeface="Arial Unicode MS" pitchFamily="34" charset="-122"/>
                <a:cs typeface="Arial Unicode MS" pitchFamily="34" charset="-122"/>
              </a:rPr>
              <a:t>	</a:t>
            </a:r>
            <a:r>
              <a:rPr lang="en-US" altLang="zh-CN" dirty="0">
                <a:solidFill>
                  <a:srgbClr val="0000FF"/>
                </a:solidFill>
                <a:ea typeface="Arial Unicode MS" pitchFamily="34" charset="-122"/>
                <a:cs typeface="Arial Unicode MS" pitchFamily="34" charset="-122"/>
              </a:rPr>
              <a:t>&lt;/</a:t>
            </a:r>
            <a:r>
              <a:rPr lang="en-US" altLang="zh-CN" dirty="0">
                <a:solidFill>
                  <a:srgbClr val="800000"/>
                </a:solidFill>
                <a:ea typeface="Arial Unicode MS" pitchFamily="34" charset="-122"/>
                <a:cs typeface="Arial Unicode MS" pitchFamily="34" charset="-122"/>
              </a:rPr>
              <a:t>operation</a:t>
            </a:r>
            <a:r>
              <a:rPr lang="en-US" altLang="zh-CN" dirty="0">
                <a:solidFill>
                  <a:srgbClr val="0000FF"/>
                </a:solidFill>
                <a:ea typeface="Arial Unicode MS" pitchFamily="34" charset="-122"/>
                <a:cs typeface="Arial Unicode MS" pitchFamily="34" charset="-122"/>
              </a:rPr>
              <a:t>&gt;</a:t>
            </a:r>
            <a:endParaRPr lang="en-US" altLang="zh-CN" dirty="0">
              <a:solidFill>
                <a:srgbClr val="000000"/>
              </a:solidFill>
              <a:ea typeface="Arial Unicode MS" pitchFamily="34" charset="-122"/>
              <a:cs typeface="Arial Unicode MS" pitchFamily="34" charset="-122"/>
            </a:endParaRPr>
          </a:p>
          <a:p>
            <a:pPr eaLnBrk="1" hangingPunct="1"/>
            <a:r>
              <a:rPr lang="en-US" altLang="zh-CN" dirty="0">
                <a:solidFill>
                  <a:srgbClr val="0000FF"/>
                </a:solidFill>
                <a:ea typeface="Arial Unicode MS" pitchFamily="34" charset="-122"/>
                <a:cs typeface="Arial Unicode MS" pitchFamily="34" charset="-122"/>
              </a:rPr>
              <a:t>&lt;/</a:t>
            </a:r>
            <a:r>
              <a:rPr lang="en-US" altLang="zh-CN" dirty="0" err="1">
                <a:solidFill>
                  <a:srgbClr val="800000"/>
                </a:solidFill>
                <a:ea typeface="Arial Unicode MS" pitchFamily="34" charset="-122"/>
                <a:cs typeface="Arial Unicode MS" pitchFamily="34" charset="-122"/>
              </a:rPr>
              <a:t>portType</a:t>
            </a:r>
            <a:r>
              <a:rPr lang="en-US" altLang="zh-CN" dirty="0">
                <a:solidFill>
                  <a:srgbClr val="0000FF"/>
                </a:solidFill>
                <a:ea typeface="Arial Unicode MS" pitchFamily="34" charset="-122"/>
                <a:cs typeface="Arial Unicode MS" pitchFamily="34" charset="-122"/>
              </a:rPr>
              <a:t>&gt;</a:t>
            </a:r>
          </a:p>
        </p:txBody>
      </p:sp>
    </p:spTree>
    <p:custDataLst>
      <p:tags r:id="rId1"/>
    </p:custDataLst>
    <p:extLst>
      <p:ext uri="{BB962C8B-B14F-4D97-AF65-F5344CB8AC3E}">
        <p14:creationId xmlns:p14="http://schemas.microsoft.com/office/powerpoint/2010/main" val="8249128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1908"/>
                                        </p:tgtEl>
                                        <p:attrNameLst>
                                          <p:attrName>style.visibility</p:attrName>
                                        </p:attrNameLst>
                                      </p:cBhvr>
                                      <p:to>
                                        <p:strVal val="visible"/>
                                      </p:to>
                                    </p:set>
                                    <p:animEffect transition="in" filter="blinds(horizontal)">
                                      <p:cBhvr>
                                        <p:cTn id="7" dur="500"/>
                                        <p:tgtEl>
                                          <p:spTgt spid="2519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1909"/>
                                        </p:tgtEl>
                                        <p:attrNameLst>
                                          <p:attrName>style.visibility</p:attrName>
                                        </p:attrNameLst>
                                      </p:cBhvr>
                                      <p:to>
                                        <p:strVal val="visible"/>
                                      </p:to>
                                    </p:set>
                                    <p:animEffect transition="in" filter="blinds(horizontal)">
                                      <p:cBhvr>
                                        <p:cTn id="12" dur="500"/>
                                        <p:tgtEl>
                                          <p:spTgt spid="2519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08" grpId="0" animBg="1"/>
      <p:bldP spid="25190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US" altLang="zh-CN">
                <a:ea typeface="宋体" pitchFamily="2" charset="-122"/>
              </a:rPr>
              <a:t>Create Service Descriptions (2/5)</a:t>
            </a:r>
          </a:p>
        </p:txBody>
      </p:sp>
      <p:sp>
        <p:nvSpPr>
          <p:cNvPr id="50179" name="Rectangle 3"/>
          <p:cNvSpPr>
            <a:spLocks noGrp="1" noChangeArrowheads="1"/>
          </p:cNvSpPr>
          <p:nvPr>
            <p:ph idx="1"/>
          </p:nvPr>
        </p:nvSpPr>
        <p:spPr>
          <a:xfrm>
            <a:off x="457200" y="1600200"/>
            <a:ext cx="8291513" cy="388938"/>
          </a:xfrm>
        </p:spPr>
        <p:txBody>
          <a:bodyPr/>
          <a:lstStyle/>
          <a:p>
            <a:pPr>
              <a:lnSpc>
                <a:spcPct val="80000"/>
              </a:lnSpc>
            </a:pPr>
            <a:r>
              <a:rPr lang="en-US" altLang="zh-CN" sz="2400">
                <a:ea typeface="宋体" pitchFamily="2" charset="-122"/>
              </a:rPr>
              <a:t>WSDL definitions for the supplier</a:t>
            </a:r>
          </a:p>
        </p:txBody>
      </p:sp>
      <p:sp>
        <p:nvSpPr>
          <p:cNvPr id="50180" name="灯片编号占位符 5"/>
          <p:cNvSpPr>
            <a:spLocks noGrp="1"/>
          </p:cNvSpPr>
          <p:nvPr>
            <p:ph type="sldNum" sz="quarter" idx="10"/>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fontAlgn="base">
              <a:spcBef>
                <a:spcPct val="0"/>
              </a:spcBef>
              <a:spcAft>
                <a:spcPct val="0"/>
              </a:spcAft>
              <a:defRPr sz="1200" kern="1200">
                <a:solidFill>
                  <a:schemeClr val="tx1"/>
                </a:solidFill>
                <a:latin typeface="+mj-lt"/>
                <a:ea typeface="宋体"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eaLnBrk="1" hangingPunct="1"/>
            <a:fld id="{C2FAFEC3-FCF9-4793-BD53-13ACF2C4D1E4}" type="slidenum">
              <a:rPr lang="en-US" altLang="zh-CN" smtClean="0"/>
              <a:pPr>
                <a:defRPr/>
              </a:pPr>
              <a:t>17</a:t>
            </a:fld>
            <a:endParaRPr lang="en-US" altLang="zh-CN"/>
          </a:p>
        </p:txBody>
      </p:sp>
      <p:sp>
        <p:nvSpPr>
          <p:cNvPr id="50181" name="Text Box 4"/>
          <p:cNvSpPr txBox="1">
            <a:spLocks noChangeArrowheads="1"/>
          </p:cNvSpPr>
          <p:nvPr/>
        </p:nvSpPr>
        <p:spPr bwMode="auto">
          <a:xfrm>
            <a:off x="107950" y="2565400"/>
            <a:ext cx="8928100" cy="25828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dirty="0">
                <a:solidFill>
                  <a:srgbClr val="0000FF"/>
                </a:solidFill>
                <a:latin typeface="宋体" pitchFamily="2" charset="-122"/>
                <a:ea typeface="Arial Unicode MS" pitchFamily="34" charset="-122"/>
                <a:cs typeface="Arial Unicode MS" pitchFamily="34" charset="-122"/>
              </a:rPr>
              <a:t>&lt;</a:t>
            </a:r>
            <a:r>
              <a:rPr lang="en-US" altLang="zh-CN" dirty="0">
                <a:solidFill>
                  <a:srgbClr val="800000"/>
                </a:solidFill>
                <a:ea typeface="Arial Unicode MS" pitchFamily="34" charset="-122"/>
                <a:cs typeface="Arial Unicode MS" pitchFamily="34" charset="-122"/>
              </a:rPr>
              <a:t>definitions</a:t>
            </a:r>
            <a:r>
              <a:rPr lang="en-US" altLang="zh-CN" dirty="0">
                <a:solidFill>
                  <a:srgbClr val="FF0000"/>
                </a:solidFill>
                <a:ea typeface="Arial Unicode MS" pitchFamily="34" charset="-122"/>
                <a:cs typeface="Arial Unicode MS" pitchFamily="34" charset="-122"/>
              </a:rPr>
              <a:t> </a:t>
            </a:r>
            <a:r>
              <a:rPr lang="en-US" altLang="zh-CN" dirty="0" err="1">
                <a:solidFill>
                  <a:srgbClr val="FF0000"/>
                </a:solidFill>
                <a:ea typeface="Arial Unicode MS" pitchFamily="34" charset="-122"/>
                <a:cs typeface="Arial Unicode MS" pitchFamily="34" charset="-122"/>
              </a:rPr>
              <a:t>targetNamespace</a:t>
            </a:r>
            <a:r>
              <a:rPr lang="en-US" altLang="zh-CN" dirty="0">
                <a:solidFill>
                  <a:srgbClr val="0000FF"/>
                </a:solidFill>
                <a:ea typeface="Arial Unicode MS" pitchFamily="34" charset="-122"/>
                <a:cs typeface="Arial Unicode MS" pitchFamily="34" charset="-122"/>
              </a:rPr>
              <a:t>="</a:t>
            </a:r>
            <a:r>
              <a:rPr lang="en-US" altLang="zh-CN" dirty="0">
                <a:solidFill>
                  <a:srgbClr val="000000"/>
                </a:solidFill>
                <a:ea typeface="Arial Unicode MS" pitchFamily="34" charset="-122"/>
                <a:cs typeface="Arial Unicode MS" pitchFamily="34" charset="-122"/>
              </a:rPr>
              <a:t>http://servicescomputing.org/</a:t>
            </a:r>
            <a:r>
              <a:rPr lang="en-US" altLang="zh-CN" dirty="0" err="1">
                <a:solidFill>
                  <a:srgbClr val="000000"/>
                </a:solidFill>
                <a:ea typeface="Arial Unicode MS" pitchFamily="34" charset="-122"/>
                <a:cs typeface="Arial Unicode MS" pitchFamily="34" charset="-122"/>
              </a:rPr>
              <a:t>wsdl</a:t>
            </a:r>
            <a:r>
              <a:rPr lang="en-US" altLang="zh-CN" dirty="0">
                <a:solidFill>
                  <a:srgbClr val="000000"/>
                </a:solidFill>
                <a:ea typeface="Arial Unicode MS" pitchFamily="34" charset="-122"/>
                <a:cs typeface="Arial Unicode MS" pitchFamily="34" charset="-122"/>
              </a:rPr>
              <a:t>/</a:t>
            </a:r>
            <a:r>
              <a:rPr lang="en-US" altLang="zh-CN" dirty="0" err="1">
                <a:solidFill>
                  <a:srgbClr val="000000"/>
                </a:solidFill>
                <a:ea typeface="Arial Unicode MS" pitchFamily="34" charset="-122"/>
                <a:cs typeface="Arial Unicode MS" pitchFamily="34" charset="-122"/>
              </a:rPr>
              <a:t>po</a:t>
            </a:r>
            <a:r>
              <a:rPr lang="en-US" altLang="zh-CN" dirty="0">
                <a:solidFill>
                  <a:srgbClr val="0000FF"/>
                </a:solidFill>
                <a:ea typeface="Arial Unicode MS" pitchFamily="34" charset="-122"/>
                <a:cs typeface="Arial Unicode MS" pitchFamily="34" charset="-122"/>
              </a:rPr>
              <a:t>"</a:t>
            </a:r>
            <a:endParaRPr lang="en-US" altLang="zh-CN" dirty="0">
              <a:solidFill>
                <a:srgbClr val="FF0000"/>
              </a:solidFill>
              <a:ea typeface="Arial Unicode MS" pitchFamily="34" charset="-122"/>
              <a:cs typeface="Arial Unicode MS" pitchFamily="34" charset="-122"/>
            </a:endParaRPr>
          </a:p>
          <a:p>
            <a:pPr eaLnBrk="1" hangingPunct="1"/>
            <a:r>
              <a:rPr lang="en-US" altLang="zh-CN" dirty="0">
                <a:solidFill>
                  <a:srgbClr val="FF0000"/>
                </a:solidFill>
                <a:ea typeface="Arial Unicode MS" pitchFamily="34" charset="-122"/>
                <a:cs typeface="Arial Unicode MS" pitchFamily="34" charset="-122"/>
              </a:rPr>
              <a:t>	</a:t>
            </a:r>
            <a:r>
              <a:rPr lang="en-US" altLang="zh-CN" dirty="0" err="1">
                <a:solidFill>
                  <a:srgbClr val="FF0000"/>
                </a:solidFill>
                <a:ea typeface="Arial Unicode MS" pitchFamily="34" charset="-122"/>
                <a:cs typeface="Arial Unicode MS" pitchFamily="34" charset="-122"/>
              </a:rPr>
              <a:t>xmlns:sns</a:t>
            </a:r>
            <a:r>
              <a:rPr lang="en-US" altLang="zh-CN" dirty="0">
                <a:solidFill>
                  <a:srgbClr val="0000FF"/>
                </a:solidFill>
                <a:ea typeface="Arial Unicode MS" pitchFamily="34" charset="-122"/>
                <a:cs typeface="Arial Unicode MS" pitchFamily="34" charset="-122"/>
              </a:rPr>
              <a:t>="</a:t>
            </a:r>
            <a:r>
              <a:rPr lang="en-US" altLang="zh-CN" dirty="0">
                <a:solidFill>
                  <a:srgbClr val="000000"/>
                </a:solidFill>
                <a:ea typeface="Arial Unicode MS" pitchFamily="34" charset="-122"/>
                <a:cs typeface="Arial Unicode MS" pitchFamily="34" charset="-122"/>
              </a:rPr>
              <a:t>http://servicescomputing.org/</a:t>
            </a:r>
            <a:r>
              <a:rPr lang="en-US" altLang="zh-CN" dirty="0" err="1">
                <a:solidFill>
                  <a:srgbClr val="000000"/>
                </a:solidFill>
                <a:ea typeface="Arial Unicode MS" pitchFamily="34" charset="-122"/>
                <a:cs typeface="Arial Unicode MS" pitchFamily="34" charset="-122"/>
              </a:rPr>
              <a:t>xsd</a:t>
            </a:r>
            <a:r>
              <a:rPr lang="en-US" altLang="zh-CN" dirty="0">
                <a:solidFill>
                  <a:srgbClr val="000000"/>
                </a:solidFill>
                <a:ea typeface="Arial Unicode MS" pitchFamily="34" charset="-122"/>
                <a:cs typeface="Arial Unicode MS" pitchFamily="34" charset="-122"/>
              </a:rPr>
              <a:t>/</a:t>
            </a:r>
            <a:r>
              <a:rPr lang="en-US" altLang="zh-CN" dirty="0" err="1">
                <a:solidFill>
                  <a:srgbClr val="000000"/>
                </a:solidFill>
                <a:ea typeface="Arial Unicode MS" pitchFamily="34" charset="-122"/>
                <a:cs typeface="Arial Unicode MS" pitchFamily="34" charset="-122"/>
              </a:rPr>
              <a:t>po</a:t>
            </a:r>
            <a:r>
              <a:rPr lang="en-US" altLang="zh-CN" dirty="0">
                <a:solidFill>
                  <a:srgbClr val="0000FF"/>
                </a:solidFill>
                <a:ea typeface="Arial Unicode MS" pitchFamily="34" charset="-122"/>
                <a:cs typeface="Arial Unicode MS" pitchFamily="34" charset="-122"/>
              </a:rPr>
              <a:t>"</a:t>
            </a:r>
            <a:endParaRPr lang="en-US" altLang="zh-CN" dirty="0">
              <a:solidFill>
                <a:srgbClr val="FF0000"/>
              </a:solidFill>
              <a:ea typeface="Arial Unicode MS" pitchFamily="34" charset="-122"/>
              <a:cs typeface="Arial Unicode MS" pitchFamily="34" charset="-122"/>
            </a:endParaRPr>
          </a:p>
          <a:p>
            <a:pPr eaLnBrk="1" hangingPunct="1"/>
            <a:r>
              <a:rPr lang="en-US" altLang="zh-CN" dirty="0">
                <a:solidFill>
                  <a:srgbClr val="FF0000"/>
                </a:solidFill>
                <a:latin typeface="宋体" pitchFamily="2" charset="-122"/>
                <a:ea typeface="Arial Unicode MS" pitchFamily="34" charset="-122"/>
                <a:cs typeface="Arial Unicode MS" pitchFamily="34" charset="-122"/>
              </a:rPr>
              <a:t>	</a:t>
            </a:r>
            <a:r>
              <a:rPr lang="en-US" altLang="zh-CN" dirty="0" err="1">
                <a:solidFill>
                  <a:srgbClr val="FF0000"/>
                </a:solidFill>
                <a:ea typeface="Arial Unicode MS" pitchFamily="34" charset="-122"/>
                <a:cs typeface="Arial Unicode MS" pitchFamily="34" charset="-122"/>
              </a:rPr>
              <a:t>xmlns:pos</a:t>
            </a:r>
            <a:r>
              <a:rPr lang="en-US" altLang="zh-CN" dirty="0">
                <a:solidFill>
                  <a:srgbClr val="0000FF"/>
                </a:solidFill>
                <a:ea typeface="Arial Unicode MS" pitchFamily="34" charset="-122"/>
                <a:cs typeface="Arial Unicode MS" pitchFamily="34" charset="-122"/>
              </a:rPr>
              <a:t>="</a:t>
            </a:r>
            <a:r>
              <a:rPr lang="en-US" altLang="zh-CN" dirty="0">
                <a:solidFill>
                  <a:srgbClr val="000000"/>
                </a:solidFill>
                <a:ea typeface="Arial Unicode MS" pitchFamily="34" charset="-122"/>
                <a:cs typeface="Arial Unicode MS" pitchFamily="34" charset="-122"/>
              </a:rPr>
              <a:t>http://servicescomputing.org/</a:t>
            </a:r>
            <a:r>
              <a:rPr lang="en-US" altLang="zh-CN" dirty="0" err="1">
                <a:solidFill>
                  <a:srgbClr val="000000"/>
                </a:solidFill>
                <a:ea typeface="Arial Unicode MS" pitchFamily="34" charset="-122"/>
                <a:cs typeface="Arial Unicode MS" pitchFamily="34" charset="-122"/>
              </a:rPr>
              <a:t>wsdl</a:t>
            </a:r>
            <a:r>
              <a:rPr lang="en-US" altLang="zh-CN" dirty="0">
                <a:solidFill>
                  <a:srgbClr val="000000"/>
                </a:solidFill>
                <a:ea typeface="Arial Unicode MS" pitchFamily="34" charset="-122"/>
                <a:cs typeface="Arial Unicode MS" pitchFamily="34" charset="-122"/>
              </a:rPr>
              <a:t>/</a:t>
            </a:r>
            <a:r>
              <a:rPr lang="en-US" altLang="zh-CN" dirty="0" err="1">
                <a:solidFill>
                  <a:srgbClr val="000000"/>
                </a:solidFill>
                <a:ea typeface="Arial Unicode MS" pitchFamily="34" charset="-122"/>
                <a:cs typeface="Arial Unicode MS" pitchFamily="34" charset="-122"/>
              </a:rPr>
              <a:t>po</a:t>
            </a:r>
            <a:r>
              <a:rPr lang="en-US" altLang="zh-CN" dirty="0">
                <a:solidFill>
                  <a:srgbClr val="0000FF"/>
                </a:solidFill>
                <a:ea typeface="Arial Unicode MS" pitchFamily="34" charset="-122"/>
                <a:cs typeface="Arial Unicode MS" pitchFamily="34" charset="-122"/>
              </a:rPr>
              <a:t>"</a:t>
            </a:r>
            <a:endParaRPr lang="en-US" altLang="zh-CN" dirty="0">
              <a:solidFill>
                <a:srgbClr val="FF0000"/>
              </a:solidFill>
              <a:ea typeface="Arial Unicode MS" pitchFamily="34" charset="-122"/>
              <a:cs typeface="Arial Unicode MS" pitchFamily="34" charset="-122"/>
            </a:endParaRPr>
          </a:p>
          <a:p>
            <a:pPr eaLnBrk="1" hangingPunct="1"/>
            <a:r>
              <a:rPr lang="en-US" altLang="zh-CN" dirty="0">
                <a:solidFill>
                  <a:srgbClr val="FF0000"/>
                </a:solidFill>
                <a:latin typeface="宋体" pitchFamily="2" charset="-122"/>
                <a:ea typeface="Arial Unicode MS" pitchFamily="34" charset="-122"/>
                <a:cs typeface="Arial Unicode MS" pitchFamily="34" charset="-122"/>
              </a:rPr>
              <a:t>	</a:t>
            </a:r>
            <a:r>
              <a:rPr lang="en-US" altLang="zh-CN" dirty="0" err="1">
                <a:solidFill>
                  <a:srgbClr val="FF0000"/>
                </a:solidFill>
                <a:ea typeface="Arial Unicode MS" pitchFamily="34" charset="-122"/>
                <a:cs typeface="Arial Unicode MS" pitchFamily="34" charset="-122"/>
              </a:rPr>
              <a:t>xmlns:xsd</a:t>
            </a:r>
            <a:r>
              <a:rPr lang="en-US" altLang="zh-CN" dirty="0">
                <a:solidFill>
                  <a:srgbClr val="0000FF"/>
                </a:solidFill>
                <a:ea typeface="Arial Unicode MS" pitchFamily="34" charset="-122"/>
                <a:cs typeface="Arial Unicode MS" pitchFamily="34" charset="-122"/>
              </a:rPr>
              <a:t>="</a:t>
            </a:r>
            <a:r>
              <a:rPr lang="en-US" altLang="zh-CN" dirty="0">
                <a:solidFill>
                  <a:srgbClr val="000000"/>
                </a:solidFill>
                <a:ea typeface="Arial Unicode MS" pitchFamily="34" charset="-122"/>
                <a:cs typeface="Arial Unicode MS" pitchFamily="34" charset="-122"/>
              </a:rPr>
              <a:t>http://www.w3.org/2001/XMLSchema</a:t>
            </a:r>
            <a:r>
              <a:rPr lang="en-US" altLang="zh-CN" dirty="0">
                <a:solidFill>
                  <a:srgbClr val="0000FF"/>
                </a:solidFill>
                <a:ea typeface="Arial Unicode MS" pitchFamily="34" charset="-122"/>
                <a:cs typeface="Arial Unicode MS" pitchFamily="34" charset="-122"/>
              </a:rPr>
              <a:t>"</a:t>
            </a:r>
            <a:endParaRPr lang="en-US" altLang="zh-CN" dirty="0">
              <a:solidFill>
                <a:srgbClr val="FF0000"/>
              </a:solidFill>
              <a:ea typeface="Arial Unicode MS" pitchFamily="34" charset="-122"/>
              <a:cs typeface="Arial Unicode MS" pitchFamily="34" charset="-122"/>
            </a:endParaRPr>
          </a:p>
          <a:p>
            <a:pPr eaLnBrk="1" hangingPunct="1"/>
            <a:r>
              <a:rPr lang="en-US" altLang="zh-CN" dirty="0">
                <a:solidFill>
                  <a:srgbClr val="FF0000"/>
                </a:solidFill>
                <a:latin typeface="宋体" pitchFamily="2" charset="-122"/>
                <a:ea typeface="Arial Unicode MS" pitchFamily="34" charset="-122"/>
                <a:cs typeface="Arial Unicode MS" pitchFamily="34" charset="-122"/>
              </a:rPr>
              <a:t>	</a:t>
            </a:r>
            <a:r>
              <a:rPr lang="en-US" altLang="zh-CN" dirty="0" err="1">
                <a:solidFill>
                  <a:srgbClr val="FF0000"/>
                </a:solidFill>
                <a:ea typeface="Arial Unicode MS" pitchFamily="34" charset="-122"/>
                <a:cs typeface="Arial Unicode MS" pitchFamily="34" charset="-122"/>
              </a:rPr>
              <a:t>xmlns</a:t>
            </a:r>
            <a:r>
              <a:rPr lang="en-US" altLang="zh-CN" dirty="0">
                <a:solidFill>
                  <a:srgbClr val="0000FF"/>
                </a:solidFill>
                <a:ea typeface="Arial Unicode MS" pitchFamily="34" charset="-122"/>
                <a:cs typeface="Arial Unicode MS" pitchFamily="34" charset="-122"/>
              </a:rPr>
              <a:t>="</a:t>
            </a:r>
            <a:r>
              <a:rPr lang="en-US" altLang="zh-CN" dirty="0">
                <a:solidFill>
                  <a:srgbClr val="000000"/>
                </a:solidFill>
                <a:ea typeface="Arial Unicode MS" pitchFamily="34" charset="-122"/>
                <a:cs typeface="Arial Unicode MS" pitchFamily="34" charset="-122"/>
              </a:rPr>
              <a:t>http://schema.xmlsoap.org/</a:t>
            </a:r>
            <a:r>
              <a:rPr lang="en-US" altLang="zh-CN" dirty="0" err="1">
                <a:solidFill>
                  <a:srgbClr val="000000"/>
                </a:solidFill>
                <a:ea typeface="Arial Unicode MS" pitchFamily="34" charset="-122"/>
                <a:cs typeface="Arial Unicode MS" pitchFamily="34" charset="-122"/>
              </a:rPr>
              <a:t>wsdl</a:t>
            </a:r>
            <a:r>
              <a:rPr lang="en-US" altLang="zh-CN" dirty="0">
                <a:solidFill>
                  <a:srgbClr val="0000FF"/>
                </a:solidFill>
                <a:ea typeface="Arial Unicode MS" pitchFamily="34" charset="-122"/>
                <a:cs typeface="Arial Unicode MS" pitchFamily="34" charset="-122"/>
              </a:rPr>
              <a:t>"</a:t>
            </a:r>
            <a:endParaRPr lang="en-US" altLang="zh-CN" dirty="0">
              <a:solidFill>
                <a:srgbClr val="FF0000"/>
              </a:solidFill>
              <a:ea typeface="Arial Unicode MS" pitchFamily="34" charset="-122"/>
              <a:cs typeface="Arial Unicode MS" pitchFamily="34" charset="-122"/>
            </a:endParaRPr>
          </a:p>
          <a:p>
            <a:pPr eaLnBrk="1" hangingPunct="1"/>
            <a:r>
              <a:rPr lang="en-US" altLang="zh-CN" dirty="0">
                <a:solidFill>
                  <a:srgbClr val="FF0000"/>
                </a:solidFill>
                <a:latin typeface="宋体" pitchFamily="2" charset="-122"/>
                <a:ea typeface="Arial Unicode MS" pitchFamily="34" charset="-122"/>
                <a:cs typeface="Arial Unicode MS" pitchFamily="34" charset="-122"/>
              </a:rPr>
              <a:t>	</a:t>
            </a:r>
            <a:r>
              <a:rPr lang="en-US" altLang="zh-CN" dirty="0" err="1">
                <a:solidFill>
                  <a:srgbClr val="FF0000"/>
                </a:solidFill>
                <a:ea typeface="Arial Unicode MS" pitchFamily="34" charset="-122"/>
                <a:cs typeface="Arial Unicode MS" pitchFamily="34" charset="-122"/>
              </a:rPr>
              <a:t>xmlns:plnk</a:t>
            </a:r>
            <a:r>
              <a:rPr lang="en-US" altLang="zh-CN" dirty="0">
                <a:solidFill>
                  <a:srgbClr val="0000FF"/>
                </a:solidFill>
                <a:ea typeface="Arial Unicode MS" pitchFamily="34" charset="-122"/>
                <a:cs typeface="Arial Unicode MS" pitchFamily="34" charset="-122"/>
              </a:rPr>
              <a:t>="</a:t>
            </a:r>
            <a:r>
              <a:rPr lang="en-US" altLang="zh-CN" dirty="0">
                <a:solidFill>
                  <a:srgbClr val="000000"/>
                </a:solidFill>
                <a:ea typeface="Arial Unicode MS" pitchFamily="34" charset="-122"/>
                <a:cs typeface="Arial Unicode MS" pitchFamily="34" charset="-122"/>
              </a:rPr>
              <a:t>http://schemas.xmlsoap.org/</a:t>
            </a:r>
            <a:r>
              <a:rPr lang="en-US" altLang="zh-CN" dirty="0" err="1">
                <a:solidFill>
                  <a:srgbClr val="000000"/>
                </a:solidFill>
                <a:ea typeface="Arial Unicode MS" pitchFamily="34" charset="-122"/>
                <a:cs typeface="Arial Unicode MS" pitchFamily="34" charset="-122"/>
              </a:rPr>
              <a:t>ws</a:t>
            </a:r>
            <a:r>
              <a:rPr lang="en-US" altLang="zh-CN" dirty="0">
                <a:solidFill>
                  <a:srgbClr val="000000"/>
                </a:solidFill>
                <a:ea typeface="Arial Unicode MS" pitchFamily="34" charset="-122"/>
                <a:cs typeface="Arial Unicode MS" pitchFamily="34" charset="-122"/>
              </a:rPr>
              <a:t>/2003/05/partner-link/</a:t>
            </a:r>
            <a:r>
              <a:rPr lang="en-US" altLang="zh-CN" dirty="0">
                <a:solidFill>
                  <a:srgbClr val="0000FF"/>
                </a:solidFill>
                <a:ea typeface="Arial Unicode MS" pitchFamily="34" charset="-122"/>
                <a:cs typeface="Arial Unicode MS" pitchFamily="34" charset="-122"/>
              </a:rPr>
              <a:t>"&gt;</a:t>
            </a:r>
            <a:endParaRPr lang="en-US" altLang="zh-CN" dirty="0">
              <a:solidFill>
                <a:srgbClr val="000000"/>
              </a:solidFill>
              <a:ea typeface="Arial Unicode MS" pitchFamily="34" charset="-122"/>
              <a:cs typeface="Arial Unicode MS" pitchFamily="34" charset="-122"/>
            </a:endParaRPr>
          </a:p>
          <a:p>
            <a:pPr eaLnBrk="1" hangingPunct="1"/>
            <a:r>
              <a:rPr lang="en-US" altLang="zh-CN" dirty="0">
                <a:solidFill>
                  <a:srgbClr val="000000"/>
                </a:solidFill>
                <a:ea typeface="Arial Unicode MS" pitchFamily="34" charset="-122"/>
                <a:cs typeface="Arial Unicode MS" pitchFamily="34" charset="-122"/>
              </a:rPr>
              <a:t>	</a:t>
            </a:r>
            <a:r>
              <a:rPr lang="en-US" altLang="zh-CN" dirty="0">
                <a:solidFill>
                  <a:srgbClr val="0000FF"/>
                </a:solidFill>
                <a:ea typeface="Arial Unicode MS" pitchFamily="34" charset="-122"/>
                <a:cs typeface="Arial Unicode MS" pitchFamily="34" charset="-122"/>
              </a:rPr>
              <a:t>&lt;</a:t>
            </a:r>
            <a:r>
              <a:rPr lang="en-US" altLang="zh-CN" dirty="0">
                <a:solidFill>
                  <a:srgbClr val="800000"/>
                </a:solidFill>
                <a:ea typeface="Arial Unicode MS" pitchFamily="34" charset="-122"/>
                <a:cs typeface="Arial Unicode MS" pitchFamily="34" charset="-122"/>
              </a:rPr>
              <a:t>import</a:t>
            </a:r>
            <a:r>
              <a:rPr lang="en-US" altLang="zh-CN" dirty="0">
                <a:solidFill>
                  <a:srgbClr val="FF0000"/>
                </a:solidFill>
                <a:ea typeface="Arial Unicode MS" pitchFamily="34" charset="-122"/>
                <a:cs typeface="Arial Unicode MS" pitchFamily="34" charset="-122"/>
              </a:rPr>
              <a:t> namespace</a:t>
            </a:r>
            <a:r>
              <a:rPr lang="en-US" altLang="zh-CN" dirty="0">
                <a:solidFill>
                  <a:srgbClr val="0000FF"/>
                </a:solidFill>
                <a:ea typeface="Arial Unicode MS" pitchFamily="34" charset="-122"/>
                <a:cs typeface="Arial Unicode MS" pitchFamily="34" charset="-122"/>
              </a:rPr>
              <a:t>="</a:t>
            </a:r>
            <a:r>
              <a:rPr lang="en-US" altLang="zh-CN" dirty="0">
                <a:solidFill>
                  <a:srgbClr val="000000"/>
                </a:solidFill>
                <a:ea typeface="Arial Unicode MS" pitchFamily="34" charset="-122"/>
                <a:cs typeface="Arial Unicode MS" pitchFamily="34" charset="-122"/>
              </a:rPr>
              <a:t>http://servicescomputing.org/</a:t>
            </a:r>
            <a:r>
              <a:rPr lang="en-US" altLang="zh-CN" dirty="0" err="1">
                <a:solidFill>
                  <a:srgbClr val="000000"/>
                </a:solidFill>
                <a:ea typeface="Arial Unicode MS" pitchFamily="34" charset="-122"/>
                <a:cs typeface="Arial Unicode MS" pitchFamily="34" charset="-122"/>
              </a:rPr>
              <a:t>xsd</a:t>
            </a:r>
            <a:r>
              <a:rPr lang="en-US" altLang="zh-CN" dirty="0">
                <a:solidFill>
                  <a:srgbClr val="000000"/>
                </a:solidFill>
                <a:ea typeface="Arial Unicode MS" pitchFamily="34" charset="-122"/>
                <a:cs typeface="Arial Unicode MS" pitchFamily="34" charset="-122"/>
              </a:rPr>
              <a:t>/</a:t>
            </a:r>
            <a:r>
              <a:rPr lang="en-US" altLang="zh-CN" dirty="0" err="1">
                <a:solidFill>
                  <a:srgbClr val="000000"/>
                </a:solidFill>
                <a:ea typeface="Arial Unicode MS" pitchFamily="34" charset="-122"/>
                <a:cs typeface="Arial Unicode MS" pitchFamily="34" charset="-122"/>
              </a:rPr>
              <a:t>po</a:t>
            </a:r>
            <a:r>
              <a:rPr lang="en-US" altLang="zh-CN" dirty="0">
                <a:solidFill>
                  <a:srgbClr val="0000FF"/>
                </a:solidFill>
                <a:ea typeface="Arial Unicode MS" pitchFamily="34" charset="-122"/>
                <a:cs typeface="Arial Unicode MS" pitchFamily="34" charset="-122"/>
              </a:rPr>
              <a:t>"</a:t>
            </a:r>
            <a:endParaRPr lang="en-US" altLang="zh-CN" dirty="0">
              <a:solidFill>
                <a:srgbClr val="FF0000"/>
              </a:solidFill>
              <a:ea typeface="Arial Unicode MS" pitchFamily="34" charset="-122"/>
              <a:cs typeface="Arial Unicode MS" pitchFamily="34" charset="-122"/>
            </a:endParaRPr>
          </a:p>
          <a:p>
            <a:pPr eaLnBrk="1" hangingPunct="1"/>
            <a:r>
              <a:rPr lang="en-US" altLang="zh-CN" dirty="0">
                <a:solidFill>
                  <a:srgbClr val="FF0000"/>
                </a:solidFill>
                <a:ea typeface="Arial Unicode MS" pitchFamily="34" charset="-122"/>
                <a:cs typeface="Arial Unicode MS" pitchFamily="34" charset="-122"/>
              </a:rPr>
              <a:t>		location</a:t>
            </a:r>
            <a:r>
              <a:rPr lang="en-US" altLang="zh-CN" dirty="0">
                <a:solidFill>
                  <a:srgbClr val="0000FF"/>
                </a:solidFill>
                <a:ea typeface="Arial Unicode MS" pitchFamily="34" charset="-122"/>
                <a:cs typeface="Arial Unicode MS" pitchFamily="34" charset="-122"/>
              </a:rPr>
              <a:t>="</a:t>
            </a:r>
            <a:r>
              <a:rPr lang="en-US" altLang="zh-CN" dirty="0">
                <a:solidFill>
                  <a:srgbClr val="000000"/>
                </a:solidFill>
                <a:ea typeface="Arial Unicode MS" pitchFamily="34" charset="-122"/>
                <a:cs typeface="Arial Unicode MS" pitchFamily="34" charset="-122"/>
              </a:rPr>
              <a:t>http://servicescomputing.org/</a:t>
            </a:r>
            <a:r>
              <a:rPr lang="en-US" altLang="zh-CN" dirty="0" err="1">
                <a:solidFill>
                  <a:srgbClr val="000000"/>
                </a:solidFill>
                <a:ea typeface="Arial Unicode MS" pitchFamily="34" charset="-122"/>
                <a:cs typeface="Arial Unicode MS" pitchFamily="34" charset="-122"/>
              </a:rPr>
              <a:t>xsd</a:t>
            </a:r>
            <a:r>
              <a:rPr lang="en-US" altLang="zh-CN" dirty="0">
                <a:solidFill>
                  <a:srgbClr val="000000"/>
                </a:solidFill>
                <a:ea typeface="Arial Unicode MS" pitchFamily="34" charset="-122"/>
                <a:cs typeface="Arial Unicode MS" pitchFamily="34" charset="-122"/>
              </a:rPr>
              <a:t>/po.xsd</a:t>
            </a:r>
            <a:r>
              <a:rPr lang="en-US" altLang="zh-CN" dirty="0">
                <a:solidFill>
                  <a:srgbClr val="0000FF"/>
                </a:solidFill>
                <a:ea typeface="Arial Unicode MS" pitchFamily="34" charset="-122"/>
                <a:cs typeface="Arial Unicode MS" pitchFamily="34" charset="-122"/>
              </a:rPr>
              <a:t>"/&gt;</a:t>
            </a:r>
            <a:endParaRPr lang="en-US" altLang="zh-CN" dirty="0">
              <a:solidFill>
                <a:srgbClr val="000000"/>
              </a:solidFill>
              <a:ea typeface="Arial Unicode MS" pitchFamily="34" charset="-122"/>
              <a:cs typeface="Arial Unicode MS" pitchFamily="34" charset="-122"/>
            </a:endParaRPr>
          </a:p>
          <a:p>
            <a:pPr eaLnBrk="1" hangingPunct="1"/>
            <a:r>
              <a:rPr lang="en-US" altLang="zh-CN" dirty="0">
                <a:solidFill>
                  <a:srgbClr val="000000"/>
                </a:solidFill>
                <a:ea typeface="Arial Unicode MS" pitchFamily="34" charset="-122"/>
                <a:cs typeface="Arial Unicode MS" pitchFamily="34" charset="-122"/>
              </a:rPr>
              <a:t>……</a:t>
            </a:r>
          </a:p>
        </p:txBody>
      </p:sp>
      <p:sp>
        <p:nvSpPr>
          <p:cNvPr id="253957" name="Line 5"/>
          <p:cNvSpPr>
            <a:spLocks noChangeShapeType="1"/>
          </p:cNvSpPr>
          <p:nvPr/>
        </p:nvSpPr>
        <p:spPr bwMode="auto">
          <a:xfrm flipH="1">
            <a:off x="6588224" y="2276474"/>
            <a:ext cx="792064" cy="1224533"/>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3958" name="Text Box 6"/>
          <p:cNvSpPr txBox="1">
            <a:spLocks noChangeArrowheads="1"/>
          </p:cNvSpPr>
          <p:nvPr/>
        </p:nvSpPr>
        <p:spPr bwMode="auto">
          <a:xfrm>
            <a:off x="6659563" y="1557338"/>
            <a:ext cx="191928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dirty="0"/>
              <a:t>Namespace for later reference</a:t>
            </a:r>
          </a:p>
        </p:txBody>
      </p:sp>
    </p:spTree>
    <p:custDataLst>
      <p:tags r:id="rId1"/>
    </p:custDataLst>
    <p:extLst>
      <p:ext uri="{BB962C8B-B14F-4D97-AF65-F5344CB8AC3E}">
        <p14:creationId xmlns:p14="http://schemas.microsoft.com/office/powerpoint/2010/main" val="136228424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3957"/>
                                        </p:tgtEl>
                                        <p:attrNameLst>
                                          <p:attrName>style.visibility</p:attrName>
                                        </p:attrNameLst>
                                      </p:cBhvr>
                                      <p:to>
                                        <p:strVal val="visible"/>
                                      </p:to>
                                    </p:set>
                                    <p:animEffect transition="in" filter="blinds(horizontal)">
                                      <p:cBhvr>
                                        <p:cTn id="7" dur="500"/>
                                        <p:tgtEl>
                                          <p:spTgt spid="25395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53958"/>
                                        </p:tgtEl>
                                        <p:attrNameLst>
                                          <p:attrName>style.visibility</p:attrName>
                                        </p:attrNameLst>
                                      </p:cBhvr>
                                      <p:to>
                                        <p:strVal val="visible"/>
                                      </p:to>
                                    </p:set>
                                    <p:animEffect transition="in" filter="blinds(horizontal)">
                                      <p:cBhvr>
                                        <p:cTn id="10" dur="500"/>
                                        <p:tgtEl>
                                          <p:spTgt spid="2539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57" grpId="0" animBg="1"/>
      <p:bldP spid="25395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altLang="zh-CN">
                <a:ea typeface="宋体" pitchFamily="2" charset="-122"/>
              </a:rPr>
              <a:t>Create Service Descriptions (3/5)</a:t>
            </a:r>
          </a:p>
        </p:txBody>
      </p:sp>
      <p:sp>
        <p:nvSpPr>
          <p:cNvPr id="51203" name="灯片编号占位符 5"/>
          <p:cNvSpPr>
            <a:spLocks noGrp="1"/>
          </p:cNvSpPr>
          <p:nvPr>
            <p:ph type="sldNum" sz="quarter" idx="10"/>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fontAlgn="base">
              <a:spcBef>
                <a:spcPct val="0"/>
              </a:spcBef>
              <a:spcAft>
                <a:spcPct val="0"/>
              </a:spcAft>
              <a:defRPr sz="1200" kern="1200">
                <a:solidFill>
                  <a:schemeClr val="tx1"/>
                </a:solidFill>
                <a:latin typeface="+mj-lt"/>
                <a:ea typeface="宋体"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eaLnBrk="1" hangingPunct="1"/>
            <a:fld id="{C2FAFEC3-FCF9-4793-BD53-13ACF2C4D1E4}" type="slidenum">
              <a:rPr lang="en-US" altLang="zh-CN" smtClean="0"/>
              <a:pPr>
                <a:defRPr/>
              </a:pPr>
              <a:t>18</a:t>
            </a:fld>
            <a:endParaRPr lang="en-US" altLang="zh-CN"/>
          </a:p>
        </p:txBody>
      </p:sp>
      <p:sp>
        <p:nvSpPr>
          <p:cNvPr id="51204" name="Text Box 4"/>
          <p:cNvSpPr txBox="1">
            <a:spLocks noChangeArrowheads="1"/>
          </p:cNvSpPr>
          <p:nvPr/>
        </p:nvSpPr>
        <p:spPr bwMode="auto">
          <a:xfrm>
            <a:off x="107950" y="1312863"/>
            <a:ext cx="8928100" cy="532923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FF"/>
                </a:solidFill>
                <a:ea typeface="Arial Unicode MS" pitchFamily="34" charset="-122"/>
                <a:cs typeface="Arial Unicode MS" pitchFamily="34" charset="-122"/>
              </a:rPr>
              <a:t>&lt;!--</a:t>
            </a:r>
            <a:r>
              <a:rPr lang="en-US" altLang="zh-CN">
                <a:solidFill>
                  <a:srgbClr val="808080"/>
                </a:solidFill>
                <a:ea typeface="Arial Unicode MS" pitchFamily="34" charset="-122"/>
                <a:cs typeface="Arial Unicode MS" pitchFamily="34" charset="-122"/>
              </a:rPr>
              <a:t> definitions of messages </a:t>
            </a:r>
            <a:r>
              <a:rPr lang="en-US" altLang="zh-CN">
                <a:solidFill>
                  <a:srgbClr val="0000FF"/>
                </a:solidFill>
                <a:ea typeface="Arial Unicode MS" pitchFamily="34" charset="-122"/>
                <a:cs typeface="Arial Unicode MS" pitchFamily="34" charset="-122"/>
              </a:rPr>
              <a:t>--&gt;</a:t>
            </a:r>
            <a:r>
              <a:rPr lang="en-US" altLang="zh-CN">
                <a:solidFill>
                  <a:srgbClr val="000000"/>
                </a:solidFill>
                <a:ea typeface="Arial Unicode MS" pitchFamily="34" charset="-122"/>
                <a:cs typeface="Arial Unicode MS" pitchFamily="34" charset="-122"/>
              </a:rPr>
              <a:t>	</a:t>
            </a:r>
          </a:p>
          <a:p>
            <a:pPr eaLnBrk="1" hangingPunct="1"/>
            <a:r>
              <a:rPr lang="en-US" altLang="zh-CN">
                <a:solidFill>
                  <a:srgbClr val="000000"/>
                </a:solidFill>
                <a:ea typeface="Arial Unicode MS" pitchFamily="34" charset="-122"/>
                <a:cs typeface="Arial Unicode MS" pitchFamily="34" charset="-122"/>
              </a:rPr>
              <a:t>	</a:t>
            </a:r>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message</a:t>
            </a:r>
            <a:r>
              <a:rPr lang="en-US" altLang="zh-CN">
                <a:solidFill>
                  <a:srgbClr val="FF0000"/>
                </a:solidFill>
                <a:ea typeface="Arial Unicode MS" pitchFamily="34" charset="-122"/>
                <a:cs typeface="Arial Unicode MS" pitchFamily="34" charset="-122"/>
              </a:rPr>
              <a:t> name</a:t>
            </a:r>
            <a:r>
              <a:rPr lang="en-US" altLang="zh-CN">
                <a:solidFill>
                  <a:srgbClr val="0000FF"/>
                </a:solidFill>
                <a:ea typeface="Arial Unicode MS" pitchFamily="34" charset="-122"/>
                <a:cs typeface="Arial Unicode MS" pitchFamily="34" charset="-122"/>
              </a:rPr>
              <a:t>="</a:t>
            </a:r>
            <a:r>
              <a:rPr lang="en-US" altLang="zh-CN">
                <a:solidFill>
                  <a:srgbClr val="000000"/>
                </a:solidFill>
                <a:ea typeface="Arial Unicode MS" pitchFamily="34" charset="-122"/>
                <a:cs typeface="Arial Unicode MS" pitchFamily="34" charset="-122"/>
              </a:rPr>
              <a:t>PurchaseOrderMessage</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a:p>
            <a:pPr eaLnBrk="1" hangingPunct="1"/>
            <a:r>
              <a:rPr lang="en-US" altLang="zh-CN">
                <a:solidFill>
                  <a:srgbClr val="000000"/>
                </a:solidFill>
                <a:ea typeface="Arial Unicode MS" pitchFamily="34" charset="-122"/>
                <a:cs typeface="Arial Unicode MS" pitchFamily="34" charset="-122"/>
              </a:rPr>
              <a:t>		</a:t>
            </a:r>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part</a:t>
            </a:r>
            <a:r>
              <a:rPr lang="en-US" altLang="zh-CN">
                <a:solidFill>
                  <a:srgbClr val="FF0000"/>
                </a:solidFill>
                <a:ea typeface="Arial Unicode MS" pitchFamily="34" charset="-122"/>
                <a:cs typeface="Arial Unicode MS" pitchFamily="34" charset="-122"/>
              </a:rPr>
              <a:t> name</a:t>
            </a:r>
            <a:r>
              <a:rPr lang="en-US" altLang="zh-CN">
                <a:solidFill>
                  <a:srgbClr val="0000FF"/>
                </a:solidFill>
                <a:ea typeface="Arial Unicode MS" pitchFamily="34" charset="-122"/>
                <a:cs typeface="Arial Unicode MS" pitchFamily="34" charset="-122"/>
              </a:rPr>
              <a:t>="</a:t>
            </a:r>
            <a:r>
              <a:rPr lang="en-US" altLang="zh-CN">
                <a:solidFill>
                  <a:srgbClr val="000000"/>
                </a:solidFill>
                <a:ea typeface="Arial Unicode MS" pitchFamily="34" charset="-122"/>
                <a:cs typeface="Arial Unicode MS" pitchFamily="34" charset="-122"/>
              </a:rPr>
              <a:t>purchaseOrder</a:t>
            </a:r>
            <a:r>
              <a:rPr lang="en-US" altLang="zh-CN">
                <a:solidFill>
                  <a:srgbClr val="0000FF"/>
                </a:solidFill>
                <a:ea typeface="Arial Unicode MS" pitchFamily="34" charset="-122"/>
                <a:cs typeface="Arial Unicode MS" pitchFamily="34" charset="-122"/>
              </a:rPr>
              <a:t>"</a:t>
            </a:r>
            <a:r>
              <a:rPr lang="en-US" altLang="zh-CN">
                <a:solidFill>
                  <a:srgbClr val="FF0000"/>
                </a:solidFill>
                <a:ea typeface="Arial Unicode MS" pitchFamily="34" charset="-122"/>
                <a:cs typeface="Arial Unicode MS" pitchFamily="34" charset="-122"/>
              </a:rPr>
              <a:t> type</a:t>
            </a:r>
            <a:r>
              <a:rPr lang="en-US" altLang="zh-CN">
                <a:solidFill>
                  <a:srgbClr val="0000FF"/>
                </a:solidFill>
                <a:ea typeface="Arial Unicode MS" pitchFamily="34" charset="-122"/>
                <a:cs typeface="Arial Unicode MS" pitchFamily="34" charset="-122"/>
              </a:rPr>
              <a:t>="</a:t>
            </a:r>
            <a:r>
              <a:rPr lang="en-US" altLang="zh-CN">
                <a:solidFill>
                  <a:srgbClr val="000000"/>
                </a:solidFill>
                <a:ea typeface="Arial Unicode MS" pitchFamily="34" charset="-122"/>
                <a:cs typeface="Arial Unicode MS" pitchFamily="34" charset="-122"/>
              </a:rPr>
              <a:t>sns:purchaseOrder</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a:p>
            <a:pPr eaLnBrk="1" hangingPunct="1"/>
            <a:r>
              <a:rPr lang="en-US" altLang="zh-CN">
                <a:solidFill>
                  <a:srgbClr val="000000"/>
                </a:solidFill>
                <a:ea typeface="Arial Unicode MS" pitchFamily="34" charset="-122"/>
                <a:cs typeface="Arial Unicode MS" pitchFamily="34" charset="-122"/>
              </a:rPr>
              <a:t>	</a:t>
            </a:r>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message</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a:p>
            <a:pPr eaLnBrk="1" hangingPunct="1"/>
            <a:r>
              <a:rPr lang="en-US" altLang="zh-CN">
                <a:solidFill>
                  <a:srgbClr val="000000"/>
                </a:solidFill>
                <a:ea typeface="Arial Unicode MS" pitchFamily="34" charset="-122"/>
                <a:cs typeface="Arial Unicode MS" pitchFamily="34" charset="-122"/>
              </a:rPr>
              <a:t>	</a:t>
            </a:r>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message</a:t>
            </a:r>
            <a:r>
              <a:rPr lang="en-US" altLang="zh-CN">
                <a:solidFill>
                  <a:srgbClr val="FF0000"/>
                </a:solidFill>
                <a:ea typeface="Arial Unicode MS" pitchFamily="34" charset="-122"/>
                <a:cs typeface="Arial Unicode MS" pitchFamily="34" charset="-122"/>
              </a:rPr>
              <a:t> name</a:t>
            </a:r>
            <a:r>
              <a:rPr lang="en-US" altLang="zh-CN">
                <a:solidFill>
                  <a:srgbClr val="0000FF"/>
                </a:solidFill>
                <a:ea typeface="Arial Unicode MS" pitchFamily="34" charset="-122"/>
                <a:cs typeface="Arial Unicode MS" pitchFamily="34" charset="-122"/>
              </a:rPr>
              <a:t>="</a:t>
            </a:r>
            <a:r>
              <a:rPr lang="en-US" altLang="zh-CN">
                <a:solidFill>
                  <a:srgbClr val="000000"/>
                </a:solidFill>
                <a:ea typeface="Arial Unicode MS" pitchFamily="34" charset="-122"/>
                <a:cs typeface="Arial Unicode MS" pitchFamily="34" charset="-122"/>
              </a:rPr>
              <a:t>ResultMessage</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a:p>
            <a:pPr eaLnBrk="1" hangingPunct="1"/>
            <a:r>
              <a:rPr lang="en-US" altLang="zh-CN">
                <a:solidFill>
                  <a:srgbClr val="000000"/>
                </a:solidFill>
                <a:ea typeface="Arial Unicode MS" pitchFamily="34" charset="-122"/>
                <a:cs typeface="Arial Unicode MS" pitchFamily="34" charset="-122"/>
              </a:rPr>
              <a:t>		</a:t>
            </a:r>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part</a:t>
            </a:r>
            <a:r>
              <a:rPr lang="en-US" altLang="zh-CN">
                <a:solidFill>
                  <a:srgbClr val="FF0000"/>
                </a:solidFill>
                <a:ea typeface="Arial Unicode MS" pitchFamily="34" charset="-122"/>
                <a:cs typeface="Arial Unicode MS" pitchFamily="34" charset="-122"/>
              </a:rPr>
              <a:t> name</a:t>
            </a:r>
            <a:r>
              <a:rPr lang="en-US" altLang="zh-CN">
                <a:solidFill>
                  <a:srgbClr val="0000FF"/>
                </a:solidFill>
                <a:ea typeface="Arial Unicode MS" pitchFamily="34" charset="-122"/>
                <a:cs typeface="Arial Unicode MS" pitchFamily="34" charset="-122"/>
              </a:rPr>
              <a:t>="</a:t>
            </a:r>
            <a:r>
              <a:rPr lang="en-US" altLang="zh-CN">
                <a:solidFill>
                  <a:srgbClr val="000000"/>
                </a:solidFill>
                <a:ea typeface="Arial Unicode MS" pitchFamily="34" charset="-122"/>
                <a:cs typeface="Arial Unicode MS" pitchFamily="34" charset="-122"/>
              </a:rPr>
              <a:t>result</a:t>
            </a:r>
            <a:r>
              <a:rPr lang="en-US" altLang="zh-CN">
                <a:solidFill>
                  <a:srgbClr val="0000FF"/>
                </a:solidFill>
                <a:ea typeface="Arial Unicode MS" pitchFamily="34" charset="-122"/>
                <a:cs typeface="Arial Unicode MS" pitchFamily="34" charset="-122"/>
              </a:rPr>
              <a:t>"</a:t>
            </a:r>
            <a:r>
              <a:rPr lang="en-US" altLang="zh-CN">
                <a:solidFill>
                  <a:srgbClr val="FF0000"/>
                </a:solidFill>
                <a:ea typeface="Arial Unicode MS" pitchFamily="34" charset="-122"/>
                <a:cs typeface="Arial Unicode MS" pitchFamily="34" charset="-122"/>
              </a:rPr>
              <a:t> type</a:t>
            </a:r>
            <a:r>
              <a:rPr lang="en-US" altLang="zh-CN">
                <a:solidFill>
                  <a:srgbClr val="0000FF"/>
                </a:solidFill>
                <a:ea typeface="Arial Unicode MS" pitchFamily="34" charset="-122"/>
                <a:cs typeface="Arial Unicode MS" pitchFamily="34" charset="-122"/>
              </a:rPr>
              <a:t>="</a:t>
            </a:r>
            <a:r>
              <a:rPr lang="en-US" altLang="zh-CN">
                <a:solidFill>
                  <a:srgbClr val="000000"/>
                </a:solidFill>
                <a:ea typeface="Arial Unicode MS" pitchFamily="34" charset="-122"/>
                <a:cs typeface="Arial Unicode MS" pitchFamily="34" charset="-122"/>
              </a:rPr>
              <a:t>sns:Result</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a:p>
            <a:pPr eaLnBrk="1" hangingPunct="1"/>
            <a:r>
              <a:rPr lang="en-US" altLang="zh-CN">
                <a:solidFill>
                  <a:srgbClr val="000000"/>
                </a:solidFill>
                <a:ea typeface="Arial Unicode MS" pitchFamily="34" charset="-122"/>
                <a:cs typeface="Arial Unicode MS" pitchFamily="34" charset="-122"/>
              </a:rPr>
              <a:t>	</a:t>
            </a:r>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message</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a:p>
            <a:pPr eaLnBrk="1" hangingPunct="1"/>
            <a:r>
              <a:rPr lang="en-US" altLang="zh-CN">
                <a:solidFill>
                  <a:srgbClr val="000000"/>
                </a:solidFill>
                <a:ea typeface="Arial Unicode MS" pitchFamily="34" charset="-122"/>
                <a:cs typeface="Arial Unicode MS" pitchFamily="34" charset="-122"/>
              </a:rPr>
              <a:t>	</a:t>
            </a:r>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message</a:t>
            </a:r>
            <a:r>
              <a:rPr lang="en-US" altLang="zh-CN">
                <a:solidFill>
                  <a:srgbClr val="FF0000"/>
                </a:solidFill>
                <a:ea typeface="Arial Unicode MS" pitchFamily="34" charset="-122"/>
                <a:cs typeface="Arial Unicode MS" pitchFamily="34" charset="-122"/>
              </a:rPr>
              <a:t> name</a:t>
            </a:r>
            <a:r>
              <a:rPr lang="en-US" altLang="zh-CN">
                <a:solidFill>
                  <a:srgbClr val="0000FF"/>
                </a:solidFill>
                <a:ea typeface="Arial Unicode MS" pitchFamily="34" charset="-122"/>
                <a:cs typeface="Arial Unicode MS" pitchFamily="34" charset="-122"/>
              </a:rPr>
              <a:t>="</a:t>
            </a:r>
            <a:r>
              <a:rPr lang="en-US" altLang="zh-CN">
                <a:solidFill>
                  <a:srgbClr val="000000"/>
                </a:solidFill>
                <a:ea typeface="Arial Unicode MS" pitchFamily="34" charset="-122"/>
                <a:cs typeface="Arial Unicode MS" pitchFamily="34" charset="-122"/>
              </a:rPr>
              <a:t>shippingRequestMessage</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a:p>
            <a:pPr eaLnBrk="1" hangingPunct="1"/>
            <a:r>
              <a:rPr lang="en-US" altLang="zh-CN">
                <a:solidFill>
                  <a:srgbClr val="000000"/>
                </a:solidFill>
                <a:ea typeface="Arial Unicode MS" pitchFamily="34" charset="-122"/>
                <a:cs typeface="Arial Unicode MS" pitchFamily="34" charset="-122"/>
              </a:rPr>
              <a:t>		</a:t>
            </a:r>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part</a:t>
            </a:r>
            <a:r>
              <a:rPr lang="en-US" altLang="zh-CN">
                <a:solidFill>
                  <a:srgbClr val="FF0000"/>
                </a:solidFill>
                <a:ea typeface="Arial Unicode MS" pitchFamily="34" charset="-122"/>
                <a:cs typeface="Arial Unicode MS" pitchFamily="34" charset="-122"/>
              </a:rPr>
              <a:t> name</a:t>
            </a:r>
            <a:r>
              <a:rPr lang="en-US" altLang="zh-CN">
                <a:solidFill>
                  <a:srgbClr val="0000FF"/>
                </a:solidFill>
                <a:ea typeface="Arial Unicode MS" pitchFamily="34" charset="-122"/>
                <a:cs typeface="Arial Unicode MS" pitchFamily="34" charset="-122"/>
              </a:rPr>
              <a:t>="</a:t>
            </a:r>
            <a:r>
              <a:rPr lang="en-US" altLang="zh-CN">
                <a:solidFill>
                  <a:srgbClr val="000000"/>
                </a:solidFill>
                <a:ea typeface="Arial Unicode MS" pitchFamily="34" charset="-122"/>
                <a:cs typeface="Arial Unicode MS" pitchFamily="34" charset="-122"/>
              </a:rPr>
              <a:t>purchaseOrder</a:t>
            </a:r>
            <a:r>
              <a:rPr lang="en-US" altLang="zh-CN">
                <a:solidFill>
                  <a:srgbClr val="0000FF"/>
                </a:solidFill>
                <a:ea typeface="Arial Unicode MS" pitchFamily="34" charset="-122"/>
                <a:cs typeface="Arial Unicode MS" pitchFamily="34" charset="-122"/>
              </a:rPr>
              <a:t>"</a:t>
            </a:r>
            <a:r>
              <a:rPr lang="en-US" altLang="zh-CN">
                <a:solidFill>
                  <a:srgbClr val="FF0000"/>
                </a:solidFill>
                <a:ea typeface="Arial Unicode MS" pitchFamily="34" charset="-122"/>
                <a:cs typeface="Arial Unicode MS" pitchFamily="34" charset="-122"/>
              </a:rPr>
              <a:t> type</a:t>
            </a:r>
            <a:r>
              <a:rPr lang="en-US" altLang="zh-CN">
                <a:solidFill>
                  <a:srgbClr val="0000FF"/>
                </a:solidFill>
                <a:ea typeface="Arial Unicode MS" pitchFamily="34" charset="-122"/>
                <a:cs typeface="Arial Unicode MS" pitchFamily="34" charset="-122"/>
              </a:rPr>
              <a:t>="</a:t>
            </a:r>
            <a:r>
              <a:rPr lang="en-US" altLang="zh-CN">
                <a:solidFill>
                  <a:srgbClr val="000000"/>
                </a:solidFill>
                <a:ea typeface="Arial Unicode MS" pitchFamily="34" charset="-122"/>
                <a:cs typeface="Arial Unicode MS" pitchFamily="34" charset="-122"/>
              </a:rPr>
              <a:t>sns:purchaseOrder</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a:p>
            <a:pPr eaLnBrk="1" hangingPunct="1"/>
            <a:r>
              <a:rPr lang="en-US" altLang="zh-CN">
                <a:solidFill>
                  <a:srgbClr val="000000"/>
                </a:solidFill>
                <a:ea typeface="Arial Unicode MS" pitchFamily="34" charset="-122"/>
                <a:cs typeface="Arial Unicode MS" pitchFamily="34" charset="-122"/>
              </a:rPr>
              <a:t>	</a:t>
            </a:r>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message</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a:p>
            <a:pPr eaLnBrk="1" hangingPunct="1"/>
            <a:r>
              <a:rPr lang="en-US" altLang="zh-CN">
                <a:solidFill>
                  <a:srgbClr val="000000"/>
                </a:solidFill>
                <a:ea typeface="Arial Unicode MS" pitchFamily="34" charset="-122"/>
                <a:cs typeface="Arial Unicode MS" pitchFamily="34" charset="-122"/>
              </a:rPr>
              <a:t>	</a:t>
            </a:r>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message</a:t>
            </a:r>
            <a:r>
              <a:rPr lang="en-US" altLang="zh-CN">
                <a:solidFill>
                  <a:srgbClr val="FF0000"/>
                </a:solidFill>
                <a:ea typeface="Arial Unicode MS" pitchFamily="34" charset="-122"/>
                <a:cs typeface="Arial Unicode MS" pitchFamily="34" charset="-122"/>
              </a:rPr>
              <a:t> name</a:t>
            </a:r>
            <a:r>
              <a:rPr lang="en-US" altLang="zh-CN">
                <a:solidFill>
                  <a:srgbClr val="0000FF"/>
                </a:solidFill>
                <a:ea typeface="Arial Unicode MS" pitchFamily="34" charset="-122"/>
                <a:cs typeface="Arial Unicode MS" pitchFamily="34" charset="-122"/>
              </a:rPr>
              <a:t>="</a:t>
            </a:r>
            <a:r>
              <a:rPr lang="en-US" altLang="zh-CN">
                <a:solidFill>
                  <a:srgbClr val="000000"/>
                </a:solidFill>
                <a:ea typeface="Arial Unicode MS" pitchFamily="34" charset="-122"/>
                <a:cs typeface="Arial Unicode MS" pitchFamily="34" charset="-122"/>
              </a:rPr>
              <a:t>shippingResponseMessage</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a:p>
            <a:pPr eaLnBrk="1" hangingPunct="1"/>
            <a:r>
              <a:rPr lang="en-US" altLang="zh-CN">
                <a:solidFill>
                  <a:srgbClr val="000000"/>
                </a:solidFill>
                <a:ea typeface="Arial Unicode MS" pitchFamily="34" charset="-122"/>
                <a:cs typeface="Arial Unicode MS" pitchFamily="34" charset="-122"/>
              </a:rPr>
              <a:t>		</a:t>
            </a:r>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part</a:t>
            </a:r>
            <a:r>
              <a:rPr lang="en-US" altLang="zh-CN">
                <a:solidFill>
                  <a:srgbClr val="FF0000"/>
                </a:solidFill>
                <a:ea typeface="Arial Unicode MS" pitchFamily="34" charset="-122"/>
                <a:cs typeface="Arial Unicode MS" pitchFamily="34" charset="-122"/>
              </a:rPr>
              <a:t> name</a:t>
            </a:r>
            <a:r>
              <a:rPr lang="en-US" altLang="zh-CN">
                <a:solidFill>
                  <a:srgbClr val="0000FF"/>
                </a:solidFill>
                <a:ea typeface="Arial Unicode MS" pitchFamily="34" charset="-122"/>
                <a:cs typeface="Arial Unicode MS" pitchFamily="34" charset="-122"/>
              </a:rPr>
              <a:t>="</a:t>
            </a:r>
            <a:r>
              <a:rPr lang="en-US" altLang="zh-CN">
                <a:solidFill>
                  <a:srgbClr val="000000"/>
                </a:solidFill>
                <a:ea typeface="Arial Unicode MS" pitchFamily="34" charset="-122"/>
                <a:cs typeface="Arial Unicode MS" pitchFamily="34" charset="-122"/>
              </a:rPr>
              <a:t>shippingSchedule</a:t>
            </a:r>
            <a:r>
              <a:rPr lang="en-US" altLang="zh-CN">
                <a:solidFill>
                  <a:srgbClr val="0000FF"/>
                </a:solidFill>
                <a:ea typeface="Arial Unicode MS" pitchFamily="34" charset="-122"/>
                <a:cs typeface="Arial Unicode MS" pitchFamily="34" charset="-122"/>
              </a:rPr>
              <a:t>"</a:t>
            </a:r>
            <a:r>
              <a:rPr lang="en-US" altLang="zh-CN">
                <a:solidFill>
                  <a:srgbClr val="FF0000"/>
                </a:solidFill>
                <a:ea typeface="Arial Unicode MS" pitchFamily="34" charset="-122"/>
                <a:cs typeface="Arial Unicode MS" pitchFamily="34" charset="-122"/>
              </a:rPr>
              <a:t> type</a:t>
            </a:r>
            <a:r>
              <a:rPr lang="en-US" altLang="zh-CN">
                <a:solidFill>
                  <a:srgbClr val="0000FF"/>
                </a:solidFill>
                <a:ea typeface="Arial Unicode MS" pitchFamily="34" charset="-122"/>
                <a:cs typeface="Arial Unicode MS" pitchFamily="34" charset="-122"/>
              </a:rPr>
              <a:t>="</a:t>
            </a:r>
            <a:r>
              <a:rPr lang="en-US" altLang="zh-CN">
                <a:solidFill>
                  <a:srgbClr val="000000"/>
                </a:solidFill>
                <a:ea typeface="Arial Unicode MS" pitchFamily="34" charset="-122"/>
                <a:cs typeface="Arial Unicode MS" pitchFamily="34" charset="-122"/>
              </a:rPr>
              <a:t>sns:shippingSchedule</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a:p>
            <a:pPr eaLnBrk="1" hangingPunct="1"/>
            <a:r>
              <a:rPr lang="en-US" altLang="zh-CN">
                <a:solidFill>
                  <a:srgbClr val="000000"/>
                </a:solidFill>
                <a:ea typeface="Arial Unicode MS" pitchFamily="34" charset="-122"/>
                <a:cs typeface="Arial Unicode MS" pitchFamily="34" charset="-122"/>
              </a:rPr>
              <a:t>	</a:t>
            </a:r>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message</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a:p>
            <a:pPr eaLnBrk="1" hangingPunct="1"/>
            <a:r>
              <a:rPr lang="en-US" altLang="zh-CN">
                <a:solidFill>
                  <a:srgbClr val="000000"/>
                </a:solidFill>
                <a:ea typeface="Arial Unicode MS" pitchFamily="34" charset="-122"/>
                <a:cs typeface="Arial Unicode MS" pitchFamily="34" charset="-122"/>
              </a:rPr>
              <a:t>	</a:t>
            </a:r>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message</a:t>
            </a:r>
            <a:r>
              <a:rPr lang="en-US" altLang="zh-CN">
                <a:solidFill>
                  <a:srgbClr val="FF0000"/>
                </a:solidFill>
                <a:ea typeface="Arial Unicode MS" pitchFamily="34" charset="-122"/>
                <a:cs typeface="Arial Unicode MS" pitchFamily="34" charset="-122"/>
              </a:rPr>
              <a:t> name</a:t>
            </a:r>
            <a:r>
              <a:rPr lang="en-US" altLang="zh-CN">
                <a:solidFill>
                  <a:srgbClr val="0000FF"/>
                </a:solidFill>
                <a:ea typeface="Arial Unicode MS" pitchFamily="34" charset="-122"/>
                <a:cs typeface="Arial Unicode MS" pitchFamily="34" charset="-122"/>
              </a:rPr>
              <a:t>="</a:t>
            </a:r>
            <a:r>
              <a:rPr lang="en-US" altLang="zh-CN">
                <a:solidFill>
                  <a:srgbClr val="000000"/>
                </a:solidFill>
                <a:ea typeface="Arial Unicode MS" pitchFamily="34" charset="-122"/>
                <a:cs typeface="Arial Unicode MS" pitchFamily="34" charset="-122"/>
              </a:rPr>
              <a:t>paymentRequestMessage</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a:p>
            <a:pPr eaLnBrk="1" hangingPunct="1"/>
            <a:r>
              <a:rPr lang="en-US" altLang="zh-CN">
                <a:solidFill>
                  <a:srgbClr val="000000"/>
                </a:solidFill>
                <a:ea typeface="Arial Unicode MS" pitchFamily="34" charset="-122"/>
                <a:cs typeface="Arial Unicode MS" pitchFamily="34" charset="-122"/>
              </a:rPr>
              <a:t>		</a:t>
            </a:r>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part</a:t>
            </a:r>
            <a:r>
              <a:rPr lang="en-US" altLang="zh-CN">
                <a:solidFill>
                  <a:srgbClr val="FF0000"/>
                </a:solidFill>
                <a:ea typeface="Arial Unicode MS" pitchFamily="34" charset="-122"/>
                <a:cs typeface="Arial Unicode MS" pitchFamily="34" charset="-122"/>
              </a:rPr>
              <a:t> name</a:t>
            </a:r>
            <a:r>
              <a:rPr lang="en-US" altLang="zh-CN">
                <a:solidFill>
                  <a:srgbClr val="0000FF"/>
                </a:solidFill>
                <a:ea typeface="Arial Unicode MS" pitchFamily="34" charset="-122"/>
                <a:cs typeface="Arial Unicode MS" pitchFamily="34" charset="-122"/>
              </a:rPr>
              <a:t>="</a:t>
            </a:r>
            <a:r>
              <a:rPr lang="en-US" altLang="zh-CN">
                <a:solidFill>
                  <a:srgbClr val="000000"/>
                </a:solidFill>
                <a:ea typeface="Arial Unicode MS" pitchFamily="34" charset="-122"/>
                <a:cs typeface="Arial Unicode MS" pitchFamily="34" charset="-122"/>
              </a:rPr>
              <a:t>purchaseOrder</a:t>
            </a:r>
            <a:r>
              <a:rPr lang="en-US" altLang="zh-CN">
                <a:solidFill>
                  <a:srgbClr val="0000FF"/>
                </a:solidFill>
                <a:ea typeface="Arial Unicode MS" pitchFamily="34" charset="-122"/>
                <a:cs typeface="Arial Unicode MS" pitchFamily="34" charset="-122"/>
              </a:rPr>
              <a:t>"</a:t>
            </a:r>
            <a:r>
              <a:rPr lang="en-US" altLang="zh-CN">
                <a:solidFill>
                  <a:srgbClr val="FF0000"/>
                </a:solidFill>
                <a:ea typeface="Arial Unicode MS" pitchFamily="34" charset="-122"/>
                <a:cs typeface="Arial Unicode MS" pitchFamily="34" charset="-122"/>
              </a:rPr>
              <a:t> type</a:t>
            </a:r>
            <a:r>
              <a:rPr lang="en-US" altLang="zh-CN">
                <a:solidFill>
                  <a:srgbClr val="0000FF"/>
                </a:solidFill>
                <a:ea typeface="Arial Unicode MS" pitchFamily="34" charset="-122"/>
                <a:cs typeface="Arial Unicode MS" pitchFamily="34" charset="-122"/>
              </a:rPr>
              <a:t>="</a:t>
            </a:r>
            <a:r>
              <a:rPr lang="en-US" altLang="zh-CN">
                <a:solidFill>
                  <a:srgbClr val="000000"/>
                </a:solidFill>
                <a:ea typeface="Arial Unicode MS" pitchFamily="34" charset="-122"/>
                <a:cs typeface="Arial Unicode MS" pitchFamily="34" charset="-122"/>
              </a:rPr>
              <a:t>sns:purchaseOrder</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a:p>
            <a:pPr eaLnBrk="1" hangingPunct="1"/>
            <a:r>
              <a:rPr lang="en-US" altLang="zh-CN">
                <a:solidFill>
                  <a:srgbClr val="000000"/>
                </a:solidFill>
                <a:ea typeface="Arial Unicode MS" pitchFamily="34" charset="-122"/>
                <a:cs typeface="Arial Unicode MS" pitchFamily="34" charset="-122"/>
              </a:rPr>
              <a:t>	</a:t>
            </a:r>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message</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a:p>
            <a:pPr eaLnBrk="1" hangingPunct="1"/>
            <a:r>
              <a:rPr lang="en-US" altLang="zh-CN">
                <a:solidFill>
                  <a:srgbClr val="000000"/>
                </a:solidFill>
                <a:ea typeface="Arial Unicode MS" pitchFamily="34" charset="-122"/>
                <a:cs typeface="Arial Unicode MS" pitchFamily="34" charset="-122"/>
              </a:rPr>
              <a:t>	</a:t>
            </a:r>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message</a:t>
            </a:r>
            <a:r>
              <a:rPr lang="en-US" altLang="zh-CN">
                <a:solidFill>
                  <a:srgbClr val="FF0000"/>
                </a:solidFill>
                <a:ea typeface="Arial Unicode MS" pitchFamily="34" charset="-122"/>
                <a:cs typeface="Arial Unicode MS" pitchFamily="34" charset="-122"/>
              </a:rPr>
              <a:t> name</a:t>
            </a:r>
            <a:r>
              <a:rPr lang="en-US" altLang="zh-CN">
                <a:solidFill>
                  <a:srgbClr val="0000FF"/>
                </a:solidFill>
                <a:ea typeface="Arial Unicode MS" pitchFamily="34" charset="-122"/>
                <a:cs typeface="Arial Unicode MS" pitchFamily="34" charset="-122"/>
              </a:rPr>
              <a:t>="</a:t>
            </a:r>
            <a:r>
              <a:rPr lang="en-US" altLang="zh-CN">
                <a:solidFill>
                  <a:srgbClr val="000000"/>
                </a:solidFill>
                <a:ea typeface="Arial Unicode MS" pitchFamily="34" charset="-122"/>
                <a:cs typeface="Arial Unicode MS" pitchFamily="34" charset="-122"/>
              </a:rPr>
              <a:t>paymentResponseMessage</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a:p>
            <a:pPr eaLnBrk="1" hangingPunct="1"/>
            <a:r>
              <a:rPr lang="en-US" altLang="zh-CN">
                <a:solidFill>
                  <a:srgbClr val="000000"/>
                </a:solidFill>
                <a:ea typeface="Arial Unicode MS" pitchFamily="34" charset="-122"/>
                <a:cs typeface="Arial Unicode MS" pitchFamily="34" charset="-122"/>
              </a:rPr>
              <a:t>		</a:t>
            </a:r>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part</a:t>
            </a:r>
            <a:r>
              <a:rPr lang="en-US" altLang="zh-CN">
                <a:solidFill>
                  <a:srgbClr val="FF0000"/>
                </a:solidFill>
                <a:ea typeface="Arial Unicode MS" pitchFamily="34" charset="-122"/>
                <a:cs typeface="Arial Unicode MS" pitchFamily="34" charset="-122"/>
              </a:rPr>
              <a:t> name</a:t>
            </a:r>
            <a:r>
              <a:rPr lang="en-US" altLang="zh-CN">
                <a:solidFill>
                  <a:srgbClr val="0000FF"/>
                </a:solidFill>
                <a:ea typeface="Arial Unicode MS" pitchFamily="34" charset="-122"/>
                <a:cs typeface="Arial Unicode MS" pitchFamily="34" charset="-122"/>
              </a:rPr>
              <a:t>="</a:t>
            </a:r>
            <a:r>
              <a:rPr lang="en-US" altLang="zh-CN">
                <a:solidFill>
                  <a:srgbClr val="000000"/>
                </a:solidFill>
                <a:ea typeface="Arial Unicode MS" pitchFamily="34" charset="-122"/>
                <a:cs typeface="Arial Unicode MS" pitchFamily="34" charset="-122"/>
              </a:rPr>
              <a:t>paymentReceipt</a:t>
            </a:r>
            <a:r>
              <a:rPr lang="en-US" altLang="zh-CN">
                <a:solidFill>
                  <a:srgbClr val="0000FF"/>
                </a:solidFill>
                <a:ea typeface="Arial Unicode MS" pitchFamily="34" charset="-122"/>
                <a:cs typeface="Arial Unicode MS" pitchFamily="34" charset="-122"/>
              </a:rPr>
              <a:t>"</a:t>
            </a:r>
            <a:r>
              <a:rPr lang="en-US" altLang="zh-CN">
                <a:solidFill>
                  <a:srgbClr val="FF0000"/>
                </a:solidFill>
                <a:ea typeface="Arial Unicode MS" pitchFamily="34" charset="-122"/>
                <a:cs typeface="Arial Unicode MS" pitchFamily="34" charset="-122"/>
              </a:rPr>
              <a:t> type</a:t>
            </a:r>
            <a:r>
              <a:rPr lang="en-US" altLang="zh-CN">
                <a:solidFill>
                  <a:srgbClr val="0000FF"/>
                </a:solidFill>
                <a:ea typeface="Arial Unicode MS" pitchFamily="34" charset="-122"/>
                <a:cs typeface="Arial Unicode MS" pitchFamily="34" charset="-122"/>
              </a:rPr>
              <a:t>="</a:t>
            </a:r>
            <a:r>
              <a:rPr lang="en-US" altLang="zh-CN">
                <a:solidFill>
                  <a:srgbClr val="000000"/>
                </a:solidFill>
                <a:ea typeface="Arial Unicode MS" pitchFamily="34" charset="-122"/>
                <a:cs typeface="Arial Unicode MS" pitchFamily="34" charset="-122"/>
              </a:rPr>
              <a:t>sns:paymentReceipt</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a:p>
            <a:pPr eaLnBrk="1" hangingPunct="1"/>
            <a:r>
              <a:rPr lang="en-US" altLang="zh-CN">
                <a:solidFill>
                  <a:srgbClr val="000000"/>
                </a:solidFill>
                <a:ea typeface="Arial Unicode MS" pitchFamily="34" charset="-122"/>
                <a:cs typeface="Arial Unicode MS" pitchFamily="34" charset="-122"/>
              </a:rPr>
              <a:t>	</a:t>
            </a:r>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message</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p:txBody>
      </p:sp>
      <p:sp>
        <p:nvSpPr>
          <p:cNvPr id="254981" name="Line 5"/>
          <p:cNvSpPr>
            <a:spLocks noChangeShapeType="1"/>
          </p:cNvSpPr>
          <p:nvPr/>
        </p:nvSpPr>
        <p:spPr bwMode="auto">
          <a:xfrm flipH="1">
            <a:off x="6156325" y="3141663"/>
            <a:ext cx="792163" cy="287337"/>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4982" name="Text Box 6"/>
          <p:cNvSpPr txBox="1">
            <a:spLocks noChangeArrowheads="1"/>
          </p:cNvSpPr>
          <p:nvPr/>
        </p:nvSpPr>
        <p:spPr bwMode="auto">
          <a:xfrm>
            <a:off x="6973888" y="2852738"/>
            <a:ext cx="191928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a:t>Six types of messages</a:t>
            </a:r>
          </a:p>
        </p:txBody>
      </p:sp>
    </p:spTree>
    <p:custDataLst>
      <p:tags r:id="rId1"/>
    </p:custDataLst>
    <p:extLst>
      <p:ext uri="{BB962C8B-B14F-4D97-AF65-F5344CB8AC3E}">
        <p14:creationId xmlns:p14="http://schemas.microsoft.com/office/powerpoint/2010/main" val="186161899"/>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4981"/>
                                        </p:tgtEl>
                                        <p:attrNameLst>
                                          <p:attrName>style.visibility</p:attrName>
                                        </p:attrNameLst>
                                      </p:cBhvr>
                                      <p:to>
                                        <p:strVal val="visible"/>
                                      </p:to>
                                    </p:set>
                                    <p:animEffect transition="in" filter="blinds(horizontal)">
                                      <p:cBhvr>
                                        <p:cTn id="7" dur="500"/>
                                        <p:tgtEl>
                                          <p:spTgt spid="25498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54982"/>
                                        </p:tgtEl>
                                        <p:attrNameLst>
                                          <p:attrName>style.visibility</p:attrName>
                                        </p:attrNameLst>
                                      </p:cBhvr>
                                      <p:to>
                                        <p:strVal val="visible"/>
                                      </p:to>
                                    </p:set>
                                    <p:animEffect transition="in" filter="blinds(horizontal)">
                                      <p:cBhvr>
                                        <p:cTn id="10" dur="500"/>
                                        <p:tgtEl>
                                          <p:spTgt spid="2549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81" grpId="0" animBg="1"/>
      <p:bldP spid="25498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altLang="zh-CN">
                <a:ea typeface="宋体" pitchFamily="2" charset="-122"/>
              </a:rPr>
              <a:t>Create Service Descriptions (4/5)</a:t>
            </a:r>
          </a:p>
        </p:txBody>
      </p:sp>
      <p:sp>
        <p:nvSpPr>
          <p:cNvPr id="52227" name="灯片编号占位符 5"/>
          <p:cNvSpPr>
            <a:spLocks noGrp="1"/>
          </p:cNvSpPr>
          <p:nvPr>
            <p:ph type="sldNum" sz="quarter" idx="10"/>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fontAlgn="base">
              <a:spcBef>
                <a:spcPct val="0"/>
              </a:spcBef>
              <a:spcAft>
                <a:spcPct val="0"/>
              </a:spcAft>
              <a:defRPr sz="1200" kern="1200">
                <a:solidFill>
                  <a:schemeClr val="tx1"/>
                </a:solidFill>
                <a:latin typeface="+mj-lt"/>
                <a:ea typeface="宋体"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eaLnBrk="1" hangingPunct="1"/>
            <a:fld id="{C2FAFEC3-FCF9-4793-BD53-13ACF2C4D1E4}" type="slidenum">
              <a:rPr lang="en-US" altLang="zh-CN" smtClean="0"/>
              <a:pPr>
                <a:defRPr/>
              </a:pPr>
              <a:t>19</a:t>
            </a:fld>
            <a:endParaRPr lang="en-US" altLang="zh-CN"/>
          </a:p>
        </p:txBody>
      </p:sp>
      <p:sp>
        <p:nvSpPr>
          <p:cNvPr id="52228" name="Text Box 4"/>
          <p:cNvSpPr txBox="1">
            <a:spLocks noChangeArrowheads="1"/>
          </p:cNvSpPr>
          <p:nvPr/>
        </p:nvSpPr>
        <p:spPr bwMode="auto">
          <a:xfrm>
            <a:off x="107950" y="1989138"/>
            <a:ext cx="8928100" cy="203132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dirty="0">
                <a:solidFill>
                  <a:srgbClr val="000000"/>
                </a:solidFill>
                <a:ea typeface="Arial Unicode MS" pitchFamily="34" charset="-122"/>
                <a:cs typeface="Arial Unicode MS" pitchFamily="34" charset="-122"/>
              </a:rPr>
              <a:t>	</a:t>
            </a:r>
            <a:r>
              <a:rPr lang="en-US" altLang="zh-CN" dirty="0">
                <a:solidFill>
                  <a:srgbClr val="0000FF"/>
                </a:solidFill>
                <a:ea typeface="Arial Unicode MS" pitchFamily="34" charset="-122"/>
                <a:cs typeface="Arial Unicode MS" pitchFamily="34" charset="-122"/>
              </a:rPr>
              <a:t>&lt;!--</a:t>
            </a:r>
            <a:r>
              <a:rPr lang="en-US" altLang="zh-CN" dirty="0">
                <a:solidFill>
                  <a:srgbClr val="808080"/>
                </a:solidFill>
                <a:ea typeface="Arial Unicode MS" pitchFamily="34" charset="-122"/>
                <a:cs typeface="Arial Unicode MS" pitchFamily="34" charset="-122"/>
              </a:rPr>
              <a:t> </a:t>
            </a:r>
            <a:r>
              <a:rPr lang="en-US" altLang="zh-CN" dirty="0" err="1">
                <a:solidFill>
                  <a:srgbClr val="808080"/>
                </a:solidFill>
                <a:ea typeface="Arial Unicode MS" pitchFamily="34" charset="-122"/>
                <a:cs typeface="Arial Unicode MS" pitchFamily="34" charset="-122"/>
              </a:rPr>
              <a:t>portTypes</a:t>
            </a:r>
            <a:r>
              <a:rPr lang="en-US" altLang="zh-CN" dirty="0">
                <a:solidFill>
                  <a:srgbClr val="808080"/>
                </a:solidFill>
                <a:ea typeface="Arial Unicode MS" pitchFamily="34" charset="-122"/>
                <a:cs typeface="Arial Unicode MS" pitchFamily="34" charset="-122"/>
              </a:rPr>
              <a:t> supported by the supplier</a:t>
            </a:r>
            <a:r>
              <a:rPr lang="en-US" altLang="zh-CN" dirty="0">
                <a:solidFill>
                  <a:srgbClr val="0000FF"/>
                </a:solidFill>
                <a:ea typeface="Arial Unicode MS" pitchFamily="34" charset="-122"/>
                <a:cs typeface="Arial Unicode MS" pitchFamily="34" charset="-122"/>
              </a:rPr>
              <a:t>--&gt;</a:t>
            </a:r>
            <a:endParaRPr lang="en-US" altLang="zh-CN" dirty="0">
              <a:solidFill>
                <a:srgbClr val="000000"/>
              </a:solidFill>
              <a:ea typeface="Arial Unicode MS" pitchFamily="34" charset="-122"/>
              <a:cs typeface="Arial Unicode MS" pitchFamily="34" charset="-122"/>
            </a:endParaRPr>
          </a:p>
          <a:p>
            <a:pPr eaLnBrk="1" hangingPunct="1"/>
            <a:r>
              <a:rPr lang="en-US" altLang="zh-CN" dirty="0">
                <a:solidFill>
                  <a:srgbClr val="000000"/>
                </a:solidFill>
                <a:ea typeface="Arial Unicode MS" pitchFamily="34" charset="-122"/>
                <a:cs typeface="Arial Unicode MS" pitchFamily="34" charset="-122"/>
              </a:rPr>
              <a:t>	</a:t>
            </a:r>
            <a:r>
              <a:rPr lang="en-US" altLang="zh-CN" dirty="0">
                <a:solidFill>
                  <a:srgbClr val="0000FF"/>
                </a:solidFill>
                <a:ea typeface="Arial Unicode MS" pitchFamily="34" charset="-122"/>
                <a:cs typeface="Arial Unicode MS" pitchFamily="34" charset="-122"/>
              </a:rPr>
              <a:t>&lt;</a:t>
            </a:r>
            <a:r>
              <a:rPr lang="en-US" altLang="zh-CN" dirty="0" err="1">
                <a:solidFill>
                  <a:srgbClr val="800000"/>
                </a:solidFill>
                <a:ea typeface="Arial Unicode MS" pitchFamily="34" charset="-122"/>
                <a:cs typeface="Arial Unicode MS" pitchFamily="34" charset="-122"/>
              </a:rPr>
              <a:t>portType</a:t>
            </a:r>
            <a:r>
              <a:rPr lang="en-US" altLang="zh-CN" dirty="0">
                <a:solidFill>
                  <a:srgbClr val="FF0000"/>
                </a:solidFill>
                <a:ea typeface="Arial Unicode MS" pitchFamily="34" charset="-122"/>
                <a:cs typeface="Arial Unicode MS" pitchFamily="34" charset="-122"/>
              </a:rPr>
              <a:t> name</a:t>
            </a:r>
            <a:r>
              <a:rPr lang="en-US" altLang="zh-CN" dirty="0">
                <a:solidFill>
                  <a:srgbClr val="0000FF"/>
                </a:solidFill>
                <a:ea typeface="Arial Unicode MS" pitchFamily="34" charset="-122"/>
                <a:cs typeface="Arial Unicode MS" pitchFamily="34" charset="-122"/>
              </a:rPr>
              <a:t>="</a:t>
            </a:r>
            <a:r>
              <a:rPr lang="en-US" altLang="zh-CN" dirty="0" err="1">
                <a:solidFill>
                  <a:srgbClr val="000000"/>
                </a:solidFill>
                <a:ea typeface="Arial Unicode MS" pitchFamily="34" charset="-122"/>
                <a:cs typeface="Arial Unicode MS" pitchFamily="34" charset="-122"/>
              </a:rPr>
              <a:t>purchaseOrderPT</a:t>
            </a:r>
            <a:r>
              <a:rPr lang="en-US" altLang="zh-CN" dirty="0">
                <a:solidFill>
                  <a:srgbClr val="0000FF"/>
                </a:solidFill>
                <a:ea typeface="Arial Unicode MS" pitchFamily="34" charset="-122"/>
                <a:cs typeface="Arial Unicode MS" pitchFamily="34" charset="-122"/>
              </a:rPr>
              <a:t>"&gt;</a:t>
            </a:r>
            <a:endParaRPr lang="en-US" altLang="zh-CN" dirty="0">
              <a:solidFill>
                <a:srgbClr val="000000"/>
              </a:solidFill>
              <a:ea typeface="Arial Unicode MS" pitchFamily="34" charset="-122"/>
              <a:cs typeface="Arial Unicode MS" pitchFamily="34" charset="-122"/>
            </a:endParaRPr>
          </a:p>
          <a:p>
            <a:pPr eaLnBrk="1" hangingPunct="1"/>
            <a:r>
              <a:rPr lang="en-US" altLang="zh-CN" dirty="0">
                <a:solidFill>
                  <a:srgbClr val="000000"/>
                </a:solidFill>
                <a:ea typeface="Arial Unicode MS" pitchFamily="34" charset="-122"/>
                <a:cs typeface="Arial Unicode MS" pitchFamily="34" charset="-122"/>
              </a:rPr>
              <a:t>		</a:t>
            </a:r>
            <a:r>
              <a:rPr lang="en-US" altLang="zh-CN" dirty="0">
                <a:solidFill>
                  <a:srgbClr val="0000FF"/>
                </a:solidFill>
                <a:ea typeface="Arial Unicode MS" pitchFamily="34" charset="-122"/>
                <a:cs typeface="Arial Unicode MS" pitchFamily="34" charset="-122"/>
              </a:rPr>
              <a:t>&lt;</a:t>
            </a:r>
            <a:r>
              <a:rPr lang="en-US" altLang="zh-CN" dirty="0">
                <a:solidFill>
                  <a:srgbClr val="800000"/>
                </a:solidFill>
                <a:ea typeface="Arial Unicode MS" pitchFamily="34" charset="-122"/>
                <a:cs typeface="Arial Unicode MS" pitchFamily="34" charset="-122"/>
              </a:rPr>
              <a:t>operation</a:t>
            </a:r>
            <a:r>
              <a:rPr lang="en-US" altLang="zh-CN" dirty="0">
                <a:solidFill>
                  <a:srgbClr val="FF0000"/>
                </a:solidFill>
                <a:ea typeface="Arial Unicode MS" pitchFamily="34" charset="-122"/>
                <a:cs typeface="Arial Unicode MS" pitchFamily="34" charset="-122"/>
              </a:rPr>
              <a:t> name</a:t>
            </a:r>
            <a:r>
              <a:rPr lang="en-US" altLang="zh-CN" dirty="0">
                <a:solidFill>
                  <a:srgbClr val="0000FF"/>
                </a:solidFill>
                <a:ea typeface="Arial Unicode MS" pitchFamily="34" charset="-122"/>
                <a:cs typeface="Arial Unicode MS" pitchFamily="34" charset="-122"/>
              </a:rPr>
              <a:t>="</a:t>
            </a:r>
            <a:r>
              <a:rPr lang="en-US" altLang="zh-CN" dirty="0" err="1">
                <a:solidFill>
                  <a:srgbClr val="000000"/>
                </a:solidFill>
                <a:ea typeface="Arial Unicode MS" pitchFamily="34" charset="-122"/>
                <a:cs typeface="Arial Unicode MS" pitchFamily="34" charset="-122"/>
              </a:rPr>
              <a:t>submitPurchaseOrder</a:t>
            </a:r>
            <a:r>
              <a:rPr lang="en-US" altLang="zh-CN" dirty="0">
                <a:solidFill>
                  <a:srgbClr val="0000FF"/>
                </a:solidFill>
                <a:ea typeface="Arial Unicode MS" pitchFamily="34" charset="-122"/>
                <a:cs typeface="Arial Unicode MS" pitchFamily="34" charset="-122"/>
              </a:rPr>
              <a:t>"&gt;</a:t>
            </a:r>
            <a:endParaRPr lang="en-US" altLang="zh-CN" dirty="0">
              <a:solidFill>
                <a:srgbClr val="000000"/>
              </a:solidFill>
              <a:ea typeface="Arial Unicode MS" pitchFamily="34" charset="-122"/>
              <a:cs typeface="Arial Unicode MS" pitchFamily="34" charset="-122"/>
            </a:endParaRPr>
          </a:p>
          <a:p>
            <a:pPr eaLnBrk="1" hangingPunct="1"/>
            <a:r>
              <a:rPr lang="en-US" altLang="zh-CN" dirty="0">
                <a:solidFill>
                  <a:srgbClr val="000000"/>
                </a:solidFill>
                <a:ea typeface="Arial Unicode MS" pitchFamily="34" charset="-122"/>
                <a:cs typeface="Arial Unicode MS" pitchFamily="34" charset="-122"/>
              </a:rPr>
              <a:t>			</a:t>
            </a:r>
            <a:r>
              <a:rPr lang="en-US" altLang="zh-CN" dirty="0">
                <a:solidFill>
                  <a:srgbClr val="0000FF"/>
                </a:solidFill>
                <a:ea typeface="Arial Unicode MS" pitchFamily="34" charset="-122"/>
                <a:cs typeface="Arial Unicode MS" pitchFamily="34" charset="-122"/>
              </a:rPr>
              <a:t>&lt;</a:t>
            </a:r>
            <a:r>
              <a:rPr lang="en-US" altLang="zh-CN" dirty="0">
                <a:solidFill>
                  <a:srgbClr val="800000"/>
                </a:solidFill>
                <a:ea typeface="Arial Unicode MS" pitchFamily="34" charset="-122"/>
                <a:cs typeface="Arial Unicode MS" pitchFamily="34" charset="-122"/>
              </a:rPr>
              <a:t>input</a:t>
            </a:r>
            <a:r>
              <a:rPr lang="en-US" altLang="zh-CN" dirty="0">
                <a:solidFill>
                  <a:srgbClr val="FF0000"/>
                </a:solidFill>
                <a:ea typeface="Arial Unicode MS" pitchFamily="34" charset="-122"/>
                <a:cs typeface="Arial Unicode MS" pitchFamily="34" charset="-122"/>
              </a:rPr>
              <a:t> message</a:t>
            </a:r>
            <a:r>
              <a:rPr lang="en-US" altLang="zh-CN" dirty="0">
                <a:solidFill>
                  <a:srgbClr val="0000FF"/>
                </a:solidFill>
                <a:ea typeface="Arial Unicode MS" pitchFamily="34" charset="-122"/>
                <a:cs typeface="Arial Unicode MS" pitchFamily="34" charset="-122"/>
              </a:rPr>
              <a:t>="</a:t>
            </a:r>
            <a:r>
              <a:rPr lang="en-US" altLang="zh-CN" dirty="0" err="1">
                <a:solidFill>
                  <a:srgbClr val="000000"/>
                </a:solidFill>
                <a:ea typeface="Arial Unicode MS" pitchFamily="34" charset="-122"/>
                <a:cs typeface="Arial Unicode MS" pitchFamily="34" charset="-122"/>
              </a:rPr>
              <a:t>pos:PurchaseOrderMessage</a:t>
            </a:r>
            <a:r>
              <a:rPr lang="en-US" altLang="zh-CN" dirty="0">
                <a:solidFill>
                  <a:srgbClr val="0000FF"/>
                </a:solidFill>
                <a:ea typeface="Arial Unicode MS" pitchFamily="34" charset="-122"/>
                <a:cs typeface="Arial Unicode MS" pitchFamily="34" charset="-122"/>
              </a:rPr>
              <a:t>"/&gt;</a:t>
            </a:r>
            <a:endParaRPr lang="en-US" altLang="zh-CN" dirty="0">
              <a:solidFill>
                <a:srgbClr val="000000"/>
              </a:solidFill>
              <a:ea typeface="Arial Unicode MS" pitchFamily="34" charset="-122"/>
              <a:cs typeface="Arial Unicode MS" pitchFamily="34" charset="-122"/>
            </a:endParaRPr>
          </a:p>
          <a:p>
            <a:pPr eaLnBrk="1" hangingPunct="1"/>
            <a:r>
              <a:rPr lang="en-US" altLang="zh-CN" dirty="0">
                <a:solidFill>
                  <a:srgbClr val="000000"/>
                </a:solidFill>
                <a:ea typeface="Arial Unicode MS" pitchFamily="34" charset="-122"/>
                <a:cs typeface="Arial Unicode MS" pitchFamily="34" charset="-122"/>
              </a:rPr>
              <a:t>			</a:t>
            </a:r>
            <a:r>
              <a:rPr lang="en-US" altLang="zh-CN" dirty="0">
                <a:solidFill>
                  <a:srgbClr val="0000FF"/>
                </a:solidFill>
                <a:ea typeface="Arial Unicode MS" pitchFamily="34" charset="-122"/>
                <a:cs typeface="Arial Unicode MS" pitchFamily="34" charset="-122"/>
              </a:rPr>
              <a:t>&lt;</a:t>
            </a:r>
            <a:r>
              <a:rPr lang="en-US" altLang="zh-CN" dirty="0">
                <a:solidFill>
                  <a:srgbClr val="800000"/>
                </a:solidFill>
                <a:ea typeface="Arial Unicode MS" pitchFamily="34" charset="-122"/>
                <a:cs typeface="Arial Unicode MS" pitchFamily="34" charset="-122"/>
              </a:rPr>
              <a:t>output</a:t>
            </a:r>
            <a:r>
              <a:rPr lang="en-US" altLang="zh-CN" dirty="0">
                <a:solidFill>
                  <a:srgbClr val="FF0000"/>
                </a:solidFill>
                <a:ea typeface="Arial Unicode MS" pitchFamily="34" charset="-122"/>
                <a:cs typeface="Arial Unicode MS" pitchFamily="34" charset="-122"/>
              </a:rPr>
              <a:t> message</a:t>
            </a:r>
            <a:r>
              <a:rPr lang="en-US" altLang="zh-CN" dirty="0">
                <a:solidFill>
                  <a:srgbClr val="0000FF"/>
                </a:solidFill>
                <a:ea typeface="Arial Unicode MS" pitchFamily="34" charset="-122"/>
                <a:cs typeface="Arial Unicode MS" pitchFamily="34" charset="-122"/>
              </a:rPr>
              <a:t>="</a:t>
            </a:r>
            <a:r>
              <a:rPr lang="en-US" altLang="zh-CN" dirty="0" err="1">
                <a:solidFill>
                  <a:srgbClr val="000000"/>
                </a:solidFill>
                <a:ea typeface="Arial Unicode MS" pitchFamily="34" charset="-122"/>
                <a:cs typeface="Arial Unicode MS" pitchFamily="34" charset="-122"/>
              </a:rPr>
              <a:t>pos:ResultMessage</a:t>
            </a:r>
            <a:r>
              <a:rPr lang="en-US" altLang="zh-CN" dirty="0">
                <a:solidFill>
                  <a:srgbClr val="0000FF"/>
                </a:solidFill>
                <a:ea typeface="Arial Unicode MS" pitchFamily="34" charset="-122"/>
                <a:cs typeface="Arial Unicode MS" pitchFamily="34" charset="-122"/>
              </a:rPr>
              <a:t>"/&gt;</a:t>
            </a:r>
            <a:endParaRPr lang="en-US" altLang="zh-CN" dirty="0">
              <a:solidFill>
                <a:srgbClr val="000000"/>
              </a:solidFill>
              <a:ea typeface="Arial Unicode MS" pitchFamily="34" charset="-122"/>
              <a:cs typeface="Arial Unicode MS" pitchFamily="34" charset="-122"/>
            </a:endParaRPr>
          </a:p>
          <a:p>
            <a:pPr eaLnBrk="1" hangingPunct="1"/>
            <a:r>
              <a:rPr lang="en-US" altLang="zh-CN" dirty="0">
                <a:solidFill>
                  <a:srgbClr val="000000"/>
                </a:solidFill>
                <a:ea typeface="Arial Unicode MS" pitchFamily="34" charset="-122"/>
                <a:cs typeface="Arial Unicode MS" pitchFamily="34" charset="-122"/>
              </a:rPr>
              <a:t>		</a:t>
            </a:r>
            <a:r>
              <a:rPr lang="en-US" altLang="zh-CN" dirty="0">
                <a:solidFill>
                  <a:srgbClr val="0000FF"/>
                </a:solidFill>
                <a:ea typeface="Arial Unicode MS" pitchFamily="34" charset="-122"/>
                <a:cs typeface="Arial Unicode MS" pitchFamily="34" charset="-122"/>
              </a:rPr>
              <a:t>&lt;/</a:t>
            </a:r>
            <a:r>
              <a:rPr lang="en-US" altLang="zh-CN" dirty="0">
                <a:solidFill>
                  <a:srgbClr val="800000"/>
                </a:solidFill>
                <a:ea typeface="Arial Unicode MS" pitchFamily="34" charset="-122"/>
                <a:cs typeface="Arial Unicode MS" pitchFamily="34" charset="-122"/>
              </a:rPr>
              <a:t>operation</a:t>
            </a:r>
            <a:r>
              <a:rPr lang="en-US" altLang="zh-CN" dirty="0">
                <a:solidFill>
                  <a:srgbClr val="0000FF"/>
                </a:solidFill>
                <a:ea typeface="Arial Unicode MS" pitchFamily="34" charset="-122"/>
                <a:cs typeface="Arial Unicode MS" pitchFamily="34" charset="-122"/>
              </a:rPr>
              <a:t>&gt;</a:t>
            </a:r>
            <a:endParaRPr lang="en-US" altLang="zh-CN" dirty="0">
              <a:solidFill>
                <a:srgbClr val="000000"/>
              </a:solidFill>
              <a:ea typeface="Arial Unicode MS" pitchFamily="34" charset="-122"/>
              <a:cs typeface="Arial Unicode MS" pitchFamily="34" charset="-122"/>
            </a:endParaRPr>
          </a:p>
          <a:p>
            <a:pPr eaLnBrk="1" hangingPunct="1"/>
            <a:r>
              <a:rPr lang="en-US" altLang="zh-CN" dirty="0">
                <a:solidFill>
                  <a:srgbClr val="000000"/>
                </a:solidFill>
                <a:ea typeface="Arial Unicode MS" pitchFamily="34" charset="-122"/>
                <a:cs typeface="Arial Unicode MS" pitchFamily="34" charset="-122"/>
              </a:rPr>
              <a:t>	</a:t>
            </a:r>
            <a:r>
              <a:rPr lang="en-US" altLang="zh-CN" dirty="0">
                <a:solidFill>
                  <a:srgbClr val="0000FF"/>
                </a:solidFill>
                <a:ea typeface="Arial Unicode MS" pitchFamily="34" charset="-122"/>
                <a:cs typeface="Arial Unicode MS" pitchFamily="34" charset="-122"/>
              </a:rPr>
              <a:t>&lt;/</a:t>
            </a:r>
            <a:r>
              <a:rPr lang="en-US" altLang="zh-CN" dirty="0" err="1">
                <a:solidFill>
                  <a:srgbClr val="800000"/>
                </a:solidFill>
                <a:ea typeface="Arial Unicode MS" pitchFamily="34" charset="-122"/>
                <a:cs typeface="Arial Unicode MS" pitchFamily="34" charset="-122"/>
              </a:rPr>
              <a:t>portType</a:t>
            </a:r>
            <a:r>
              <a:rPr lang="en-US" altLang="zh-CN" dirty="0">
                <a:solidFill>
                  <a:srgbClr val="0000FF"/>
                </a:solidFill>
                <a:ea typeface="Arial Unicode MS" pitchFamily="34" charset="-122"/>
                <a:cs typeface="Arial Unicode MS" pitchFamily="34" charset="-122"/>
              </a:rPr>
              <a:t>&gt;</a:t>
            </a:r>
            <a:r>
              <a:rPr lang="en-US" altLang="zh-CN" dirty="0">
                <a:solidFill>
                  <a:srgbClr val="000000"/>
                </a:solidFill>
                <a:ea typeface="Arial Unicode MS" pitchFamily="34" charset="-122"/>
                <a:cs typeface="Arial Unicode MS" pitchFamily="34" charset="-122"/>
              </a:rPr>
              <a:t>	</a:t>
            </a:r>
          </a:p>
        </p:txBody>
      </p:sp>
      <p:sp>
        <p:nvSpPr>
          <p:cNvPr id="256005" name="Line 5"/>
          <p:cNvSpPr>
            <a:spLocks noChangeShapeType="1"/>
          </p:cNvSpPr>
          <p:nvPr/>
        </p:nvSpPr>
        <p:spPr bwMode="auto">
          <a:xfrm flipH="1" flipV="1">
            <a:off x="5651500" y="3573463"/>
            <a:ext cx="360363" cy="1008062"/>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006" name="Text Box 6"/>
          <p:cNvSpPr txBox="1">
            <a:spLocks noChangeArrowheads="1"/>
          </p:cNvSpPr>
          <p:nvPr/>
        </p:nvSpPr>
        <p:spPr bwMode="auto">
          <a:xfrm>
            <a:off x="5364163" y="4652963"/>
            <a:ext cx="1295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a:t>The third portType</a:t>
            </a:r>
          </a:p>
        </p:txBody>
      </p:sp>
    </p:spTree>
    <p:custDataLst>
      <p:tags r:id="rId1"/>
    </p:custDataLst>
    <p:extLst>
      <p:ext uri="{BB962C8B-B14F-4D97-AF65-F5344CB8AC3E}">
        <p14:creationId xmlns:p14="http://schemas.microsoft.com/office/powerpoint/2010/main" val="333747239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6005"/>
                                        </p:tgtEl>
                                        <p:attrNameLst>
                                          <p:attrName>style.visibility</p:attrName>
                                        </p:attrNameLst>
                                      </p:cBhvr>
                                      <p:to>
                                        <p:strVal val="visible"/>
                                      </p:to>
                                    </p:set>
                                    <p:animEffect transition="in" filter="blinds(horizontal)">
                                      <p:cBhvr>
                                        <p:cTn id="7" dur="500"/>
                                        <p:tgtEl>
                                          <p:spTgt spid="25600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56006"/>
                                        </p:tgtEl>
                                        <p:attrNameLst>
                                          <p:attrName>style.visibility</p:attrName>
                                        </p:attrNameLst>
                                      </p:cBhvr>
                                      <p:to>
                                        <p:strVal val="visible"/>
                                      </p:to>
                                    </p:set>
                                    <p:animEffect transition="in" filter="blinds(horizontal)">
                                      <p:cBhvr>
                                        <p:cTn id="10" dur="500"/>
                                        <p:tgtEl>
                                          <p:spTgt spid="256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5" grpId="0" animBg="1"/>
      <p:bldP spid="25600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altLang="zh-CN">
                <a:ea typeface="宋体" pitchFamily="2" charset="-122"/>
              </a:rPr>
              <a:t>Create Service Descriptions (5/5)</a:t>
            </a:r>
          </a:p>
        </p:txBody>
      </p:sp>
      <p:sp>
        <p:nvSpPr>
          <p:cNvPr id="53251" name="灯片编号占位符 5"/>
          <p:cNvSpPr>
            <a:spLocks noGrp="1"/>
          </p:cNvSpPr>
          <p:nvPr>
            <p:ph type="sldNum" sz="quarter" idx="10"/>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fontAlgn="base">
              <a:spcBef>
                <a:spcPct val="0"/>
              </a:spcBef>
              <a:spcAft>
                <a:spcPct val="0"/>
              </a:spcAft>
              <a:defRPr sz="1200" kern="1200">
                <a:solidFill>
                  <a:schemeClr val="tx1"/>
                </a:solidFill>
                <a:latin typeface="+mj-lt"/>
                <a:ea typeface="宋体"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eaLnBrk="1" hangingPunct="1"/>
            <a:fld id="{C2FAFEC3-FCF9-4793-BD53-13ACF2C4D1E4}" type="slidenum">
              <a:rPr lang="en-US" altLang="zh-CN" smtClean="0"/>
              <a:pPr>
                <a:defRPr/>
              </a:pPr>
              <a:t>20</a:t>
            </a:fld>
            <a:endParaRPr lang="en-US" altLang="zh-CN"/>
          </a:p>
        </p:txBody>
      </p:sp>
      <p:sp>
        <p:nvSpPr>
          <p:cNvPr id="53252" name="Text Box 5"/>
          <p:cNvSpPr txBox="1">
            <a:spLocks noChangeArrowheads="1"/>
          </p:cNvSpPr>
          <p:nvPr/>
        </p:nvSpPr>
        <p:spPr bwMode="auto">
          <a:xfrm>
            <a:off x="107950" y="1484313"/>
            <a:ext cx="8928100" cy="47799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FF"/>
                </a:solidFill>
                <a:ea typeface="Arial Unicode MS" pitchFamily="34" charset="-122"/>
                <a:cs typeface="Arial Unicode MS" pitchFamily="34" charset="-122"/>
              </a:rPr>
              <a:t>&lt;!--</a:t>
            </a:r>
            <a:r>
              <a:rPr lang="en-US" altLang="zh-CN">
                <a:solidFill>
                  <a:srgbClr val="808080"/>
                </a:solidFill>
                <a:ea typeface="Arial Unicode MS" pitchFamily="34" charset="-122"/>
                <a:cs typeface="Arial Unicode MS" pitchFamily="34" charset="-122"/>
              </a:rPr>
              <a:t>partner link types definitions</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a:p>
            <a:pPr eaLnBrk="1" hangingPunct="1"/>
            <a:r>
              <a:rPr lang="en-US" altLang="zh-CN">
                <a:solidFill>
                  <a:srgbClr val="000000"/>
                </a:solidFill>
                <a:ea typeface="Arial Unicode MS" pitchFamily="34" charset="-122"/>
                <a:cs typeface="Arial Unicode MS" pitchFamily="34" charset="-122"/>
              </a:rPr>
              <a:t>	</a:t>
            </a:r>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plnk:partnerLinkType</a:t>
            </a:r>
            <a:r>
              <a:rPr lang="en-US" altLang="zh-CN">
                <a:solidFill>
                  <a:srgbClr val="FF0000"/>
                </a:solidFill>
                <a:ea typeface="Arial Unicode MS" pitchFamily="34" charset="-122"/>
                <a:cs typeface="Arial Unicode MS" pitchFamily="34" charset="-122"/>
              </a:rPr>
              <a:t> name</a:t>
            </a:r>
            <a:r>
              <a:rPr lang="en-US" altLang="zh-CN">
                <a:solidFill>
                  <a:srgbClr val="0000FF"/>
                </a:solidFill>
                <a:ea typeface="Arial Unicode MS" pitchFamily="34" charset="-122"/>
                <a:cs typeface="Arial Unicode MS" pitchFamily="34" charset="-122"/>
              </a:rPr>
              <a:t>="</a:t>
            </a:r>
            <a:r>
              <a:rPr lang="en-US" altLang="zh-CN">
                <a:solidFill>
                  <a:srgbClr val="000000"/>
                </a:solidFill>
                <a:ea typeface="Arial Unicode MS" pitchFamily="34" charset="-122"/>
                <a:cs typeface="Arial Unicode MS" pitchFamily="34" charset="-122"/>
              </a:rPr>
              <a:t>supplyLT</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a:p>
            <a:pPr eaLnBrk="1" hangingPunct="1"/>
            <a:r>
              <a:rPr lang="en-US" altLang="zh-CN">
                <a:solidFill>
                  <a:srgbClr val="000000"/>
                </a:solidFill>
                <a:ea typeface="Arial Unicode MS" pitchFamily="34" charset="-122"/>
                <a:cs typeface="Arial Unicode MS" pitchFamily="34" charset="-122"/>
              </a:rPr>
              <a:t>		</a:t>
            </a:r>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plnk:role</a:t>
            </a:r>
            <a:r>
              <a:rPr lang="en-US" altLang="zh-CN">
                <a:solidFill>
                  <a:srgbClr val="FF0000"/>
                </a:solidFill>
                <a:ea typeface="Arial Unicode MS" pitchFamily="34" charset="-122"/>
                <a:cs typeface="Arial Unicode MS" pitchFamily="34" charset="-122"/>
              </a:rPr>
              <a:t> name</a:t>
            </a:r>
            <a:r>
              <a:rPr lang="en-US" altLang="zh-CN">
                <a:solidFill>
                  <a:srgbClr val="0000FF"/>
                </a:solidFill>
                <a:ea typeface="Arial Unicode MS" pitchFamily="34" charset="-122"/>
                <a:cs typeface="Arial Unicode MS" pitchFamily="34" charset="-122"/>
              </a:rPr>
              <a:t>="</a:t>
            </a:r>
            <a:r>
              <a:rPr lang="en-US" altLang="zh-CN">
                <a:solidFill>
                  <a:srgbClr val="000000"/>
                </a:solidFill>
                <a:ea typeface="Arial Unicode MS" pitchFamily="34" charset="-122"/>
                <a:cs typeface="Arial Unicode MS" pitchFamily="34" charset="-122"/>
              </a:rPr>
              <a:t>purchaseOrderService</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a:p>
            <a:pPr eaLnBrk="1" hangingPunct="1"/>
            <a:r>
              <a:rPr lang="en-US" altLang="zh-CN">
                <a:solidFill>
                  <a:srgbClr val="000000"/>
                </a:solidFill>
                <a:ea typeface="Arial Unicode MS" pitchFamily="34" charset="-122"/>
                <a:cs typeface="Arial Unicode MS" pitchFamily="34" charset="-122"/>
              </a:rPr>
              <a:t>			</a:t>
            </a:r>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plnk:portType</a:t>
            </a:r>
            <a:r>
              <a:rPr lang="en-US" altLang="zh-CN">
                <a:solidFill>
                  <a:srgbClr val="FF0000"/>
                </a:solidFill>
                <a:ea typeface="Arial Unicode MS" pitchFamily="34" charset="-122"/>
                <a:cs typeface="Arial Unicode MS" pitchFamily="34" charset="-122"/>
              </a:rPr>
              <a:t> name</a:t>
            </a:r>
            <a:r>
              <a:rPr lang="en-US" altLang="zh-CN">
                <a:solidFill>
                  <a:srgbClr val="0000FF"/>
                </a:solidFill>
                <a:ea typeface="Arial Unicode MS" pitchFamily="34" charset="-122"/>
                <a:cs typeface="Arial Unicode MS" pitchFamily="34" charset="-122"/>
              </a:rPr>
              <a:t>="</a:t>
            </a:r>
            <a:r>
              <a:rPr lang="en-US" altLang="zh-CN">
                <a:solidFill>
                  <a:srgbClr val="000000"/>
                </a:solidFill>
                <a:ea typeface="Arial Unicode MS" pitchFamily="34" charset="-122"/>
                <a:cs typeface="Arial Unicode MS" pitchFamily="34" charset="-122"/>
              </a:rPr>
              <a:t>pos:purchaseOrderPT</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a:p>
            <a:pPr eaLnBrk="1" hangingPunct="1"/>
            <a:r>
              <a:rPr lang="en-US" altLang="zh-CN">
                <a:solidFill>
                  <a:srgbClr val="000000"/>
                </a:solidFill>
                <a:ea typeface="Arial Unicode MS" pitchFamily="34" charset="-122"/>
                <a:cs typeface="Arial Unicode MS" pitchFamily="34" charset="-122"/>
              </a:rPr>
              <a:t>		</a:t>
            </a:r>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plnk:role</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a:p>
            <a:pPr eaLnBrk="1" hangingPunct="1"/>
            <a:r>
              <a:rPr lang="en-US" altLang="zh-CN">
                <a:solidFill>
                  <a:srgbClr val="000000"/>
                </a:solidFill>
                <a:ea typeface="Arial Unicode MS" pitchFamily="34" charset="-122"/>
                <a:cs typeface="Arial Unicode MS" pitchFamily="34" charset="-122"/>
              </a:rPr>
              <a:t>	</a:t>
            </a:r>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plnk:partnerLinkType</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a:p>
            <a:pPr eaLnBrk="1" hangingPunct="1"/>
            <a:r>
              <a:rPr lang="en-US" altLang="zh-CN">
                <a:solidFill>
                  <a:srgbClr val="000000"/>
                </a:solidFill>
                <a:ea typeface="Arial Unicode MS" pitchFamily="34" charset="-122"/>
                <a:cs typeface="Arial Unicode MS" pitchFamily="34" charset="-122"/>
              </a:rPr>
              <a:t>	</a:t>
            </a:r>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plnk:partnerLinkType</a:t>
            </a:r>
            <a:r>
              <a:rPr lang="en-US" altLang="zh-CN">
                <a:solidFill>
                  <a:srgbClr val="FF0000"/>
                </a:solidFill>
                <a:ea typeface="Arial Unicode MS" pitchFamily="34" charset="-122"/>
                <a:cs typeface="Arial Unicode MS" pitchFamily="34" charset="-122"/>
              </a:rPr>
              <a:t> name</a:t>
            </a:r>
            <a:r>
              <a:rPr lang="en-US" altLang="zh-CN">
                <a:solidFill>
                  <a:srgbClr val="0000FF"/>
                </a:solidFill>
                <a:ea typeface="Arial Unicode MS" pitchFamily="34" charset="-122"/>
                <a:cs typeface="Arial Unicode MS" pitchFamily="34" charset="-122"/>
              </a:rPr>
              <a:t>="</a:t>
            </a:r>
            <a:r>
              <a:rPr lang="en-US" altLang="zh-CN">
                <a:solidFill>
                  <a:srgbClr val="000000"/>
                </a:solidFill>
                <a:ea typeface="Arial Unicode MS" pitchFamily="34" charset="-122"/>
                <a:cs typeface="Arial Unicode MS" pitchFamily="34" charset="-122"/>
              </a:rPr>
              <a:t>shippingLT</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a:p>
            <a:pPr eaLnBrk="1" hangingPunct="1"/>
            <a:r>
              <a:rPr lang="en-US" altLang="zh-CN">
                <a:solidFill>
                  <a:srgbClr val="000000"/>
                </a:solidFill>
                <a:ea typeface="Arial Unicode MS" pitchFamily="34" charset="-122"/>
                <a:cs typeface="Arial Unicode MS" pitchFamily="34" charset="-122"/>
              </a:rPr>
              <a:t>		</a:t>
            </a:r>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plnk:role</a:t>
            </a:r>
            <a:r>
              <a:rPr lang="en-US" altLang="zh-CN">
                <a:solidFill>
                  <a:srgbClr val="FF0000"/>
                </a:solidFill>
                <a:ea typeface="Arial Unicode MS" pitchFamily="34" charset="-122"/>
                <a:cs typeface="Arial Unicode MS" pitchFamily="34" charset="-122"/>
              </a:rPr>
              <a:t> name</a:t>
            </a:r>
            <a:r>
              <a:rPr lang="en-US" altLang="zh-CN">
                <a:solidFill>
                  <a:srgbClr val="0000FF"/>
                </a:solidFill>
                <a:ea typeface="Arial Unicode MS" pitchFamily="34" charset="-122"/>
                <a:cs typeface="Arial Unicode MS" pitchFamily="34" charset="-122"/>
              </a:rPr>
              <a:t>="</a:t>
            </a:r>
            <a:r>
              <a:rPr lang="en-US" altLang="zh-CN">
                <a:solidFill>
                  <a:srgbClr val="000000"/>
                </a:solidFill>
                <a:ea typeface="Arial Unicode MS" pitchFamily="34" charset="-122"/>
                <a:cs typeface="Arial Unicode MS" pitchFamily="34" charset="-122"/>
              </a:rPr>
              <a:t>shippingServiceReqestor</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a:p>
            <a:pPr eaLnBrk="1" hangingPunct="1"/>
            <a:r>
              <a:rPr lang="en-US" altLang="zh-CN">
                <a:solidFill>
                  <a:srgbClr val="000000"/>
                </a:solidFill>
                <a:ea typeface="Arial Unicode MS" pitchFamily="34" charset="-122"/>
                <a:cs typeface="Arial Unicode MS" pitchFamily="34" charset="-122"/>
              </a:rPr>
              <a:t>			</a:t>
            </a:r>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plnk:portType</a:t>
            </a:r>
            <a:r>
              <a:rPr lang="en-US" altLang="zh-CN">
                <a:solidFill>
                  <a:srgbClr val="FF0000"/>
                </a:solidFill>
                <a:ea typeface="Arial Unicode MS" pitchFamily="34" charset="-122"/>
                <a:cs typeface="Arial Unicode MS" pitchFamily="34" charset="-122"/>
              </a:rPr>
              <a:t> name</a:t>
            </a:r>
            <a:r>
              <a:rPr lang="en-US" altLang="zh-CN">
                <a:solidFill>
                  <a:srgbClr val="0000FF"/>
                </a:solidFill>
                <a:ea typeface="Arial Unicode MS" pitchFamily="34" charset="-122"/>
                <a:cs typeface="Arial Unicode MS" pitchFamily="34" charset="-122"/>
              </a:rPr>
              <a:t>="</a:t>
            </a:r>
            <a:r>
              <a:rPr lang="en-US" altLang="zh-CN">
                <a:solidFill>
                  <a:srgbClr val="000000"/>
                </a:solidFill>
                <a:ea typeface="Arial Unicode MS" pitchFamily="34" charset="-122"/>
                <a:cs typeface="Arial Unicode MS" pitchFamily="34" charset="-122"/>
              </a:rPr>
              <a:t>pos:shippingPT</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a:p>
            <a:pPr eaLnBrk="1" hangingPunct="1"/>
            <a:r>
              <a:rPr lang="en-US" altLang="zh-CN">
                <a:solidFill>
                  <a:srgbClr val="000000"/>
                </a:solidFill>
                <a:ea typeface="Arial Unicode MS" pitchFamily="34" charset="-122"/>
                <a:cs typeface="Arial Unicode MS" pitchFamily="34" charset="-122"/>
              </a:rPr>
              <a:t>		</a:t>
            </a:r>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plnk:role</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a:p>
            <a:pPr eaLnBrk="1" hangingPunct="1"/>
            <a:r>
              <a:rPr lang="en-US" altLang="zh-CN">
                <a:solidFill>
                  <a:srgbClr val="000000"/>
                </a:solidFill>
                <a:ea typeface="Arial Unicode MS" pitchFamily="34" charset="-122"/>
                <a:cs typeface="Arial Unicode MS" pitchFamily="34" charset="-122"/>
              </a:rPr>
              <a:t>	</a:t>
            </a:r>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plnk:partnerLinkType</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a:p>
            <a:pPr eaLnBrk="1" hangingPunct="1"/>
            <a:r>
              <a:rPr lang="en-US" altLang="zh-CN">
                <a:solidFill>
                  <a:srgbClr val="000000"/>
                </a:solidFill>
                <a:ea typeface="Arial Unicode MS" pitchFamily="34" charset="-122"/>
                <a:cs typeface="Arial Unicode MS" pitchFamily="34" charset="-122"/>
              </a:rPr>
              <a:t>	</a:t>
            </a:r>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plnk:partnerLinkType</a:t>
            </a:r>
            <a:r>
              <a:rPr lang="en-US" altLang="zh-CN">
                <a:solidFill>
                  <a:srgbClr val="FF0000"/>
                </a:solidFill>
                <a:ea typeface="Arial Unicode MS" pitchFamily="34" charset="-122"/>
                <a:cs typeface="Arial Unicode MS" pitchFamily="34" charset="-122"/>
              </a:rPr>
              <a:t> name</a:t>
            </a:r>
            <a:r>
              <a:rPr lang="en-US" altLang="zh-CN">
                <a:solidFill>
                  <a:srgbClr val="0000FF"/>
                </a:solidFill>
                <a:ea typeface="Arial Unicode MS" pitchFamily="34" charset="-122"/>
                <a:cs typeface="Arial Unicode MS" pitchFamily="34" charset="-122"/>
              </a:rPr>
              <a:t>="</a:t>
            </a:r>
            <a:r>
              <a:rPr lang="en-US" altLang="zh-CN">
                <a:solidFill>
                  <a:srgbClr val="000000"/>
                </a:solidFill>
                <a:ea typeface="Arial Unicode MS" pitchFamily="34" charset="-122"/>
                <a:cs typeface="Arial Unicode MS" pitchFamily="34" charset="-122"/>
              </a:rPr>
              <a:t>paymentLT</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a:p>
            <a:pPr eaLnBrk="1" hangingPunct="1"/>
            <a:r>
              <a:rPr lang="en-US" altLang="zh-CN">
                <a:solidFill>
                  <a:srgbClr val="000000"/>
                </a:solidFill>
                <a:ea typeface="Arial Unicode MS" pitchFamily="34" charset="-122"/>
                <a:cs typeface="Arial Unicode MS" pitchFamily="34" charset="-122"/>
              </a:rPr>
              <a:t>		</a:t>
            </a:r>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plnk:role</a:t>
            </a:r>
            <a:r>
              <a:rPr lang="en-US" altLang="zh-CN">
                <a:solidFill>
                  <a:srgbClr val="FF0000"/>
                </a:solidFill>
                <a:ea typeface="Arial Unicode MS" pitchFamily="34" charset="-122"/>
                <a:cs typeface="Arial Unicode MS" pitchFamily="34" charset="-122"/>
              </a:rPr>
              <a:t> name</a:t>
            </a:r>
            <a:r>
              <a:rPr lang="en-US" altLang="zh-CN">
                <a:solidFill>
                  <a:srgbClr val="0000FF"/>
                </a:solidFill>
                <a:ea typeface="Arial Unicode MS" pitchFamily="34" charset="-122"/>
                <a:cs typeface="Arial Unicode MS" pitchFamily="34" charset="-122"/>
              </a:rPr>
              <a:t>="</a:t>
            </a:r>
            <a:r>
              <a:rPr lang="en-US" altLang="zh-CN">
                <a:solidFill>
                  <a:srgbClr val="000000"/>
                </a:solidFill>
                <a:ea typeface="Arial Unicode MS" pitchFamily="34" charset="-122"/>
                <a:cs typeface="Arial Unicode MS" pitchFamily="34" charset="-122"/>
              </a:rPr>
              <a:t>paymentServiceReqestor</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a:p>
            <a:pPr eaLnBrk="1" hangingPunct="1"/>
            <a:r>
              <a:rPr lang="en-US" altLang="zh-CN">
                <a:solidFill>
                  <a:srgbClr val="000000"/>
                </a:solidFill>
                <a:ea typeface="Arial Unicode MS" pitchFamily="34" charset="-122"/>
                <a:cs typeface="Arial Unicode MS" pitchFamily="34" charset="-122"/>
              </a:rPr>
              <a:t>			</a:t>
            </a:r>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plnk:portType</a:t>
            </a:r>
            <a:r>
              <a:rPr lang="en-US" altLang="zh-CN">
                <a:solidFill>
                  <a:srgbClr val="FF0000"/>
                </a:solidFill>
                <a:ea typeface="Arial Unicode MS" pitchFamily="34" charset="-122"/>
                <a:cs typeface="Arial Unicode MS" pitchFamily="34" charset="-122"/>
              </a:rPr>
              <a:t> name</a:t>
            </a:r>
            <a:r>
              <a:rPr lang="en-US" altLang="zh-CN">
                <a:solidFill>
                  <a:srgbClr val="0000FF"/>
                </a:solidFill>
                <a:ea typeface="Arial Unicode MS" pitchFamily="34" charset="-122"/>
                <a:cs typeface="Arial Unicode MS" pitchFamily="34" charset="-122"/>
              </a:rPr>
              <a:t>="</a:t>
            </a:r>
            <a:r>
              <a:rPr lang="en-US" altLang="zh-CN">
                <a:solidFill>
                  <a:srgbClr val="000000"/>
                </a:solidFill>
                <a:ea typeface="Arial Unicode MS" pitchFamily="34" charset="-122"/>
                <a:cs typeface="Arial Unicode MS" pitchFamily="34" charset="-122"/>
              </a:rPr>
              <a:t>pos:paymentPT</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a:p>
            <a:pPr eaLnBrk="1" hangingPunct="1"/>
            <a:r>
              <a:rPr lang="en-US" altLang="zh-CN">
                <a:solidFill>
                  <a:srgbClr val="000000"/>
                </a:solidFill>
                <a:ea typeface="Arial Unicode MS" pitchFamily="34" charset="-122"/>
                <a:cs typeface="Arial Unicode MS" pitchFamily="34" charset="-122"/>
              </a:rPr>
              <a:t>		</a:t>
            </a:r>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plnk:role</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a:p>
            <a:pPr eaLnBrk="1" hangingPunct="1"/>
            <a:r>
              <a:rPr lang="en-US" altLang="zh-CN">
                <a:solidFill>
                  <a:srgbClr val="000000"/>
                </a:solidFill>
                <a:ea typeface="Arial Unicode MS" pitchFamily="34" charset="-122"/>
                <a:cs typeface="Arial Unicode MS" pitchFamily="34" charset="-122"/>
              </a:rPr>
              <a:t>	</a:t>
            </a:r>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plnk:partnerLinkType</a:t>
            </a:r>
            <a:r>
              <a:rPr lang="en-US" altLang="zh-CN">
                <a:solidFill>
                  <a:srgbClr val="0000FF"/>
                </a:solidFill>
                <a:ea typeface="Arial Unicode MS" pitchFamily="34" charset="-122"/>
                <a:cs typeface="Arial Unicode MS" pitchFamily="34" charset="-122"/>
              </a:rPr>
              <a:t>&gt;</a:t>
            </a:r>
            <a:endParaRPr lang="en-US" altLang="zh-CN">
              <a:solidFill>
                <a:srgbClr val="000000"/>
              </a:solidFill>
              <a:ea typeface="Arial Unicode MS" pitchFamily="34" charset="-122"/>
              <a:cs typeface="Arial Unicode MS" pitchFamily="34" charset="-122"/>
            </a:endParaRPr>
          </a:p>
          <a:p>
            <a:pPr eaLnBrk="1" hangingPunct="1"/>
            <a:r>
              <a:rPr lang="en-US" altLang="zh-CN">
                <a:solidFill>
                  <a:srgbClr val="0000FF"/>
                </a:solidFill>
                <a:ea typeface="Arial Unicode MS" pitchFamily="34" charset="-122"/>
                <a:cs typeface="Arial Unicode MS" pitchFamily="34" charset="-122"/>
              </a:rPr>
              <a:t>&lt;/</a:t>
            </a:r>
            <a:r>
              <a:rPr lang="en-US" altLang="zh-CN">
                <a:solidFill>
                  <a:srgbClr val="800000"/>
                </a:solidFill>
                <a:ea typeface="Arial Unicode MS" pitchFamily="34" charset="-122"/>
                <a:cs typeface="Arial Unicode MS" pitchFamily="34" charset="-122"/>
              </a:rPr>
              <a:t>definitions</a:t>
            </a:r>
            <a:r>
              <a:rPr lang="en-US" altLang="zh-CN">
                <a:solidFill>
                  <a:srgbClr val="0000FF"/>
                </a:solidFill>
                <a:ea typeface="Arial Unicode MS" pitchFamily="34" charset="-122"/>
                <a:cs typeface="Arial Unicode MS" pitchFamily="34" charset="-122"/>
              </a:rPr>
              <a:t>&gt;</a:t>
            </a:r>
          </a:p>
        </p:txBody>
      </p:sp>
      <p:sp>
        <p:nvSpPr>
          <p:cNvPr id="257030" name="Line 6"/>
          <p:cNvSpPr>
            <a:spLocks noChangeShapeType="1"/>
          </p:cNvSpPr>
          <p:nvPr/>
        </p:nvSpPr>
        <p:spPr bwMode="auto">
          <a:xfrm flipH="1" flipV="1">
            <a:off x="7235825" y="3860800"/>
            <a:ext cx="936625" cy="7207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7031" name="Text Box 7"/>
          <p:cNvSpPr txBox="1">
            <a:spLocks noChangeArrowheads="1"/>
          </p:cNvSpPr>
          <p:nvPr/>
        </p:nvSpPr>
        <p:spPr bwMode="auto">
          <a:xfrm>
            <a:off x="7380288" y="4581525"/>
            <a:ext cx="1654175"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a:t>Represent the interaction or dependencies </a:t>
            </a:r>
          </a:p>
        </p:txBody>
      </p:sp>
    </p:spTree>
    <p:custDataLst>
      <p:tags r:id="rId1"/>
    </p:custDataLst>
    <p:extLst>
      <p:ext uri="{BB962C8B-B14F-4D97-AF65-F5344CB8AC3E}">
        <p14:creationId xmlns:p14="http://schemas.microsoft.com/office/powerpoint/2010/main" val="2469282689"/>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7030"/>
                                        </p:tgtEl>
                                        <p:attrNameLst>
                                          <p:attrName>style.visibility</p:attrName>
                                        </p:attrNameLst>
                                      </p:cBhvr>
                                      <p:to>
                                        <p:strVal val="visible"/>
                                      </p:to>
                                    </p:set>
                                    <p:animEffect transition="in" filter="blinds(horizontal)">
                                      <p:cBhvr>
                                        <p:cTn id="7" dur="500"/>
                                        <p:tgtEl>
                                          <p:spTgt spid="25703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57031"/>
                                        </p:tgtEl>
                                        <p:attrNameLst>
                                          <p:attrName>style.visibility</p:attrName>
                                        </p:attrNameLst>
                                      </p:cBhvr>
                                      <p:to>
                                        <p:strVal val="visible"/>
                                      </p:to>
                                    </p:set>
                                    <p:animEffect transition="in" filter="blinds(horizontal)">
                                      <p:cBhvr>
                                        <p:cTn id="10" dur="500"/>
                                        <p:tgtEl>
                                          <p:spTgt spid="257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30" grpId="0" animBg="1"/>
      <p:bldP spid="25703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altLang="zh-CN">
                <a:ea typeface="宋体" pitchFamily="2" charset="-122"/>
              </a:rPr>
              <a:t>Create Business Processes (1/4)</a:t>
            </a:r>
          </a:p>
        </p:txBody>
      </p:sp>
      <p:sp>
        <p:nvSpPr>
          <p:cNvPr id="54275" name="Rectangle 3"/>
          <p:cNvSpPr>
            <a:spLocks noGrp="1" noChangeArrowheads="1"/>
          </p:cNvSpPr>
          <p:nvPr>
            <p:ph idx="1"/>
          </p:nvPr>
        </p:nvSpPr>
        <p:spPr>
          <a:xfrm>
            <a:off x="457200" y="1052513"/>
            <a:ext cx="8229600" cy="1656407"/>
          </a:xfrm>
        </p:spPr>
        <p:txBody>
          <a:bodyPr/>
          <a:lstStyle/>
          <a:p>
            <a:r>
              <a:rPr lang="en-US" altLang="zh-CN" sz="2400" dirty="0">
                <a:ea typeface="宋体" pitchFamily="2" charset="-122"/>
              </a:rPr>
              <a:t>Process can be elaborated with the definitions of the </a:t>
            </a:r>
            <a:r>
              <a:rPr lang="en-US" altLang="zh-CN" sz="2400" dirty="0" err="1">
                <a:ea typeface="宋体" pitchFamily="2" charset="-122"/>
              </a:rPr>
              <a:t>portTypes</a:t>
            </a:r>
            <a:r>
              <a:rPr lang="en-US" altLang="zh-CN" sz="2400" dirty="0">
                <a:ea typeface="宋体" pitchFamily="2" charset="-122"/>
              </a:rPr>
              <a:t>, operations and message types</a:t>
            </a:r>
          </a:p>
        </p:txBody>
      </p:sp>
      <p:sp>
        <p:nvSpPr>
          <p:cNvPr id="54276" name="灯片编号占位符 6"/>
          <p:cNvSpPr>
            <a:spLocks noGrp="1"/>
          </p:cNvSpPr>
          <p:nvPr>
            <p:ph type="sldNum" sz="quarter" idx="10"/>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fontAlgn="base">
              <a:spcBef>
                <a:spcPct val="0"/>
              </a:spcBef>
              <a:spcAft>
                <a:spcPct val="0"/>
              </a:spcAft>
              <a:defRPr sz="1200" kern="1200">
                <a:solidFill>
                  <a:schemeClr val="tx1"/>
                </a:solidFill>
                <a:latin typeface="+mj-lt"/>
                <a:ea typeface="宋体"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eaLnBrk="1" hangingPunct="1"/>
            <a:fld id="{C2FAFEC3-FCF9-4793-BD53-13ACF2C4D1E4}" type="slidenum">
              <a:rPr lang="en-US" altLang="zh-CN" smtClean="0"/>
              <a:pPr>
                <a:defRPr/>
              </a:pPr>
              <a:t>21</a:t>
            </a:fld>
            <a:endParaRPr lang="en-US" altLang="zh-CN"/>
          </a:p>
        </p:txBody>
      </p:sp>
      <p:graphicFrame>
        <p:nvGraphicFramePr>
          <p:cNvPr id="54278" name="对象 2"/>
          <p:cNvGraphicFramePr>
            <a:graphicFrameLocks noGrp="1" noChangeAspect="1"/>
          </p:cNvGraphicFramePr>
          <p:nvPr/>
        </p:nvGraphicFramePr>
        <p:xfrm>
          <a:off x="1259632" y="2492896"/>
          <a:ext cx="7059612" cy="3373438"/>
        </p:xfrm>
        <a:graphic>
          <a:graphicData uri="http://schemas.openxmlformats.org/presentationml/2006/ole">
            <mc:AlternateContent xmlns:mc="http://schemas.openxmlformats.org/markup-compatibility/2006">
              <mc:Choice xmlns:v="urn:schemas-microsoft-com:vml" Requires="v">
                <p:oleObj spid="_x0000_s17411" name="Visio" r:id="rId4" imgW="6607814" imgH="3157797" progId="Visio.Drawing.11">
                  <p:embed/>
                </p:oleObj>
              </mc:Choice>
              <mc:Fallback>
                <p:oleObj name="Visio" r:id="rId4" imgW="6607814" imgH="3157797" progId="Visio.Drawing.11">
                  <p:embed/>
                  <p:pic>
                    <p:nvPicPr>
                      <p:cNvPr id="54278" name="对象 2"/>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9632" y="2492896"/>
                        <a:ext cx="7059612" cy="337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10311026"/>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altLang="zh-CN">
                <a:ea typeface="宋体" pitchFamily="2" charset="-122"/>
              </a:rPr>
              <a:t>Create Business Processes (2/4)</a:t>
            </a:r>
          </a:p>
        </p:txBody>
      </p:sp>
      <p:sp>
        <p:nvSpPr>
          <p:cNvPr id="55299" name="Text Box 5"/>
          <p:cNvSpPr>
            <a:spLocks noGrp="1" noChangeArrowheads="1"/>
          </p:cNvSpPr>
          <p:nvPr>
            <p:ph idx="1"/>
          </p:nvPr>
        </p:nvSpPr>
        <p:spPr>
          <a:xfrm>
            <a:off x="539750" y="1268413"/>
            <a:ext cx="8229600" cy="5113337"/>
          </a:xfrm>
          <a:ln w="19050">
            <a:solidFill>
              <a:schemeClr val="tx1"/>
            </a:solidFill>
            <a:miter lim="800000"/>
            <a:headEnd/>
            <a:tailEnd/>
          </a:ln>
        </p:spPr>
        <p:txBody>
          <a:bodyPr/>
          <a:lstStyle/>
          <a:p>
            <a:pPr>
              <a:spcBef>
                <a:spcPct val="0"/>
              </a:spcBef>
              <a:buClrTx/>
              <a:buFontTx/>
              <a:buNone/>
            </a:pPr>
            <a:r>
              <a:rPr lang="en-US" altLang="zh-CN" sz="1800">
                <a:solidFill>
                  <a:srgbClr val="0000FF"/>
                </a:solidFill>
                <a:latin typeface="宋体" pitchFamily="2" charset="-122"/>
                <a:ea typeface="Arial Unicode MS" pitchFamily="34" charset="-122"/>
                <a:cs typeface="Arial Unicode MS" pitchFamily="34" charset="-122"/>
              </a:rPr>
              <a:t>&lt;</a:t>
            </a:r>
            <a:r>
              <a:rPr lang="en-US" altLang="zh-CN" sz="1800">
                <a:solidFill>
                  <a:srgbClr val="800000"/>
                </a:solidFill>
                <a:ea typeface="Arial Unicode MS" pitchFamily="34" charset="-122"/>
                <a:cs typeface="Arial Unicode MS" pitchFamily="34" charset="-122"/>
              </a:rPr>
              <a:t>process</a:t>
            </a:r>
            <a:r>
              <a:rPr lang="en-US" altLang="zh-CN" sz="1800">
                <a:solidFill>
                  <a:srgbClr val="FF0000"/>
                </a:solidFill>
                <a:ea typeface="Arial Unicode MS" pitchFamily="34" charset="-122"/>
                <a:cs typeface="Arial Unicode MS" pitchFamily="34" charset="-122"/>
              </a:rPr>
              <a:t> name</a:t>
            </a:r>
            <a:r>
              <a:rPr lang="en-US" altLang="zh-CN" sz="1800">
                <a:solidFill>
                  <a:srgbClr val="0000FF"/>
                </a:solidFill>
                <a:ea typeface="Arial Unicode MS" pitchFamily="34" charset="-122"/>
                <a:cs typeface="Arial Unicode MS" pitchFamily="34" charset="-122"/>
              </a:rPr>
              <a:t>="</a:t>
            </a:r>
            <a:r>
              <a:rPr lang="en-US" altLang="zh-CN" sz="1800">
                <a:solidFill>
                  <a:srgbClr val="000000"/>
                </a:solidFill>
                <a:ea typeface="Arial Unicode MS" pitchFamily="34" charset="-122"/>
                <a:cs typeface="Arial Unicode MS" pitchFamily="34" charset="-122"/>
              </a:rPr>
              <a:t>orderService</a:t>
            </a:r>
            <a:r>
              <a:rPr lang="en-US" altLang="zh-CN" sz="1800">
                <a:solidFill>
                  <a:srgbClr val="0000FF"/>
                </a:solidFill>
                <a:ea typeface="Arial Unicode MS" pitchFamily="34" charset="-122"/>
                <a:cs typeface="Arial Unicode MS" pitchFamily="34" charset="-122"/>
              </a:rPr>
              <a:t>"</a:t>
            </a:r>
            <a:endParaRPr lang="en-US" altLang="zh-CN" sz="1800">
              <a:solidFill>
                <a:srgbClr val="FF0000"/>
              </a:solidFill>
              <a:ea typeface="Arial Unicode MS" pitchFamily="34" charset="-122"/>
              <a:cs typeface="Arial Unicode MS" pitchFamily="34" charset="-122"/>
            </a:endParaRPr>
          </a:p>
          <a:p>
            <a:pPr>
              <a:spcBef>
                <a:spcPct val="0"/>
              </a:spcBef>
              <a:buClrTx/>
              <a:buFontTx/>
              <a:buNone/>
            </a:pPr>
            <a:r>
              <a:rPr lang="en-US" altLang="zh-CN" sz="1800">
                <a:solidFill>
                  <a:srgbClr val="FF0000"/>
                </a:solidFill>
                <a:ea typeface="Arial Unicode MS" pitchFamily="34" charset="-122"/>
                <a:cs typeface="Arial Unicode MS" pitchFamily="34" charset="-122"/>
              </a:rPr>
              <a:t>	targetNamespace</a:t>
            </a:r>
            <a:r>
              <a:rPr lang="en-US" altLang="zh-CN" sz="1800">
                <a:solidFill>
                  <a:srgbClr val="0000FF"/>
                </a:solidFill>
                <a:ea typeface="Arial Unicode MS" pitchFamily="34" charset="-122"/>
                <a:cs typeface="Arial Unicode MS" pitchFamily="34" charset="-122"/>
              </a:rPr>
              <a:t>="</a:t>
            </a:r>
            <a:r>
              <a:rPr lang="en-US" altLang="zh-CN" sz="1800">
                <a:solidFill>
                  <a:srgbClr val="000000"/>
                </a:solidFill>
                <a:ea typeface="Arial Unicode MS" pitchFamily="34" charset="-122"/>
                <a:cs typeface="Arial Unicode MS" pitchFamily="34" charset="-122"/>
              </a:rPr>
              <a:t>http://servicecomputing.org/bpel4ws/purchase</a:t>
            </a:r>
            <a:r>
              <a:rPr lang="en-US" altLang="zh-CN" sz="1800">
                <a:solidFill>
                  <a:srgbClr val="0000FF"/>
                </a:solidFill>
                <a:ea typeface="Arial Unicode MS" pitchFamily="34" charset="-122"/>
                <a:cs typeface="Arial Unicode MS" pitchFamily="34" charset="-122"/>
              </a:rPr>
              <a:t>"</a:t>
            </a:r>
            <a:endParaRPr lang="en-US" altLang="zh-CN" sz="1800">
              <a:solidFill>
                <a:srgbClr val="FF0000"/>
              </a:solidFill>
              <a:ea typeface="Arial Unicode MS" pitchFamily="34" charset="-122"/>
              <a:cs typeface="Arial Unicode MS" pitchFamily="34" charset="-122"/>
            </a:endParaRPr>
          </a:p>
          <a:p>
            <a:pPr>
              <a:spcBef>
                <a:spcPct val="0"/>
              </a:spcBef>
              <a:buClrTx/>
              <a:buFontTx/>
              <a:buNone/>
            </a:pPr>
            <a:r>
              <a:rPr lang="en-US" altLang="zh-CN" sz="1800">
                <a:solidFill>
                  <a:srgbClr val="FF0000"/>
                </a:solidFill>
                <a:latin typeface="宋体" pitchFamily="2" charset="-122"/>
                <a:ea typeface="Arial Unicode MS" pitchFamily="34" charset="-122"/>
                <a:cs typeface="Arial Unicode MS" pitchFamily="34" charset="-122"/>
              </a:rPr>
              <a:t>	</a:t>
            </a:r>
            <a:r>
              <a:rPr lang="en-US" altLang="zh-CN" sz="1800">
                <a:solidFill>
                  <a:srgbClr val="FF0000"/>
                </a:solidFill>
                <a:ea typeface="Arial Unicode MS" pitchFamily="34" charset="-122"/>
                <a:cs typeface="Arial Unicode MS" pitchFamily="34" charset="-122"/>
              </a:rPr>
              <a:t>xmlns</a:t>
            </a:r>
            <a:r>
              <a:rPr lang="en-US" altLang="zh-CN" sz="1800">
                <a:solidFill>
                  <a:srgbClr val="0000FF"/>
                </a:solidFill>
                <a:ea typeface="Arial Unicode MS" pitchFamily="34" charset="-122"/>
                <a:cs typeface="Arial Unicode MS" pitchFamily="34" charset="-122"/>
              </a:rPr>
              <a:t>="</a:t>
            </a:r>
            <a:r>
              <a:rPr lang="en-US" altLang="zh-CN" sz="1800">
                <a:solidFill>
                  <a:srgbClr val="000000"/>
                </a:solidFill>
                <a:ea typeface="Arial Unicode MS" pitchFamily="34" charset="-122"/>
                <a:cs typeface="Arial Unicode MS" pitchFamily="34" charset="-122"/>
              </a:rPr>
              <a:t>http://schemas.xmlsoap.org/ws/2003/03/business-process/</a:t>
            </a:r>
            <a:r>
              <a:rPr lang="en-US" altLang="zh-CN" sz="1800">
                <a:solidFill>
                  <a:srgbClr val="0000FF"/>
                </a:solidFill>
                <a:ea typeface="Arial Unicode MS" pitchFamily="34" charset="-122"/>
                <a:cs typeface="Arial Unicode MS" pitchFamily="34" charset="-122"/>
              </a:rPr>
              <a:t>"</a:t>
            </a:r>
            <a:endParaRPr lang="en-US" altLang="zh-CN" sz="1800">
              <a:solidFill>
                <a:srgbClr val="FF0000"/>
              </a:solidFill>
              <a:ea typeface="Arial Unicode MS" pitchFamily="34" charset="-122"/>
              <a:cs typeface="Arial Unicode MS" pitchFamily="34" charset="-122"/>
            </a:endParaRPr>
          </a:p>
          <a:p>
            <a:pPr>
              <a:spcBef>
                <a:spcPct val="0"/>
              </a:spcBef>
              <a:buClrTx/>
              <a:buFontTx/>
              <a:buNone/>
            </a:pPr>
            <a:r>
              <a:rPr lang="en-US" altLang="zh-CN" sz="1800">
                <a:solidFill>
                  <a:srgbClr val="FF0000"/>
                </a:solidFill>
                <a:latin typeface="宋体" pitchFamily="2" charset="-122"/>
                <a:ea typeface="Arial Unicode MS" pitchFamily="34" charset="-122"/>
                <a:cs typeface="Arial Unicode MS" pitchFamily="34" charset="-122"/>
              </a:rPr>
              <a:t>	</a:t>
            </a:r>
            <a:r>
              <a:rPr lang="en-US" altLang="zh-CN" sz="1800">
                <a:solidFill>
                  <a:srgbClr val="FF0000"/>
                </a:solidFill>
                <a:ea typeface="Arial Unicode MS" pitchFamily="34" charset="-122"/>
                <a:cs typeface="Arial Unicode MS" pitchFamily="34" charset="-122"/>
              </a:rPr>
              <a:t>xmlns:lns</a:t>
            </a:r>
            <a:r>
              <a:rPr lang="en-US" altLang="zh-CN" sz="1800">
                <a:solidFill>
                  <a:srgbClr val="0000FF"/>
                </a:solidFill>
                <a:ea typeface="Arial Unicode MS" pitchFamily="34" charset="-122"/>
                <a:cs typeface="Arial Unicode MS" pitchFamily="34" charset="-122"/>
              </a:rPr>
              <a:t>="</a:t>
            </a:r>
            <a:r>
              <a:rPr lang="en-US" altLang="zh-CN" sz="1800">
                <a:solidFill>
                  <a:srgbClr val="000000"/>
                </a:solidFill>
                <a:ea typeface="Arial Unicode MS" pitchFamily="34" charset="-122"/>
                <a:cs typeface="Arial Unicode MS" pitchFamily="34" charset="-122"/>
              </a:rPr>
              <a:t>http://servicecomputing.org/wsdl/po</a:t>
            </a:r>
            <a:r>
              <a:rPr lang="en-US" altLang="zh-CN" sz="1800">
                <a:solidFill>
                  <a:srgbClr val="0000FF"/>
                </a:solidFill>
                <a:ea typeface="Arial Unicode MS" pitchFamily="34" charset="-122"/>
                <a:cs typeface="Arial Unicode MS" pitchFamily="34" charset="-122"/>
              </a:rPr>
              <a:t>"&gt;</a:t>
            </a:r>
            <a:endParaRPr lang="en-US" altLang="zh-CN" sz="1800">
              <a:solidFill>
                <a:srgbClr val="000000"/>
              </a:solidFill>
              <a:ea typeface="Arial Unicode MS" pitchFamily="34" charset="-122"/>
              <a:cs typeface="Arial Unicode MS" pitchFamily="34" charset="-122"/>
            </a:endParaRPr>
          </a:p>
          <a:p>
            <a:pPr>
              <a:spcBef>
                <a:spcPct val="0"/>
              </a:spcBef>
              <a:buClrTx/>
              <a:buFontTx/>
              <a:buNone/>
            </a:pPr>
            <a:r>
              <a:rPr lang="en-US" altLang="zh-CN" sz="1800">
                <a:solidFill>
                  <a:srgbClr val="0000FF"/>
                </a:solidFill>
                <a:ea typeface="Arial Unicode MS" pitchFamily="34" charset="-122"/>
                <a:cs typeface="Arial Unicode MS" pitchFamily="34" charset="-122"/>
              </a:rPr>
              <a:t>&lt;!--</a:t>
            </a:r>
            <a:r>
              <a:rPr lang="en-US" altLang="zh-CN" sz="1800">
                <a:solidFill>
                  <a:srgbClr val="808080"/>
                </a:solidFill>
                <a:ea typeface="Arial Unicode MS" pitchFamily="34" charset="-122"/>
                <a:cs typeface="Arial Unicode MS" pitchFamily="34" charset="-122"/>
              </a:rPr>
              <a:t>define partner links</a:t>
            </a:r>
            <a:r>
              <a:rPr lang="en-US" altLang="zh-CN" sz="1800">
                <a:solidFill>
                  <a:srgbClr val="0000FF"/>
                </a:solidFill>
                <a:ea typeface="Arial Unicode MS" pitchFamily="34" charset="-122"/>
                <a:cs typeface="Arial Unicode MS" pitchFamily="34" charset="-122"/>
              </a:rPr>
              <a:t>--&gt;</a:t>
            </a:r>
            <a:endParaRPr lang="en-US" altLang="zh-CN" sz="1800">
              <a:solidFill>
                <a:srgbClr val="000000"/>
              </a:solidFill>
              <a:ea typeface="Arial Unicode MS" pitchFamily="34" charset="-122"/>
              <a:cs typeface="Arial Unicode MS" pitchFamily="34" charset="-122"/>
            </a:endParaRPr>
          </a:p>
          <a:p>
            <a:pPr>
              <a:spcBef>
                <a:spcPct val="0"/>
              </a:spcBef>
              <a:buClrTx/>
              <a:buFontTx/>
              <a:buNone/>
            </a:pPr>
            <a:r>
              <a:rPr lang="en-US" altLang="zh-CN" sz="1800">
                <a:solidFill>
                  <a:srgbClr val="000000"/>
                </a:solidFill>
                <a:ea typeface="Arial Unicode MS" pitchFamily="34" charset="-122"/>
                <a:cs typeface="Arial Unicode MS" pitchFamily="34" charset="-122"/>
              </a:rPr>
              <a:t>	</a:t>
            </a:r>
            <a:r>
              <a:rPr lang="en-US" altLang="zh-CN" sz="1800">
                <a:solidFill>
                  <a:srgbClr val="0000FF"/>
                </a:solidFill>
                <a:ea typeface="Arial Unicode MS" pitchFamily="34" charset="-122"/>
                <a:cs typeface="Arial Unicode MS" pitchFamily="34" charset="-122"/>
              </a:rPr>
              <a:t>&lt;</a:t>
            </a:r>
            <a:r>
              <a:rPr lang="en-US" altLang="zh-CN" sz="1800">
                <a:solidFill>
                  <a:srgbClr val="800000"/>
                </a:solidFill>
                <a:ea typeface="Arial Unicode MS" pitchFamily="34" charset="-122"/>
                <a:cs typeface="Arial Unicode MS" pitchFamily="34" charset="-122"/>
              </a:rPr>
              <a:t>partnerLinks</a:t>
            </a:r>
            <a:r>
              <a:rPr lang="en-US" altLang="zh-CN" sz="1800">
                <a:solidFill>
                  <a:srgbClr val="0000FF"/>
                </a:solidFill>
                <a:ea typeface="Arial Unicode MS" pitchFamily="34" charset="-122"/>
                <a:cs typeface="Arial Unicode MS" pitchFamily="34" charset="-122"/>
              </a:rPr>
              <a:t>&gt;</a:t>
            </a:r>
            <a:endParaRPr lang="en-US" altLang="zh-CN" sz="1800">
              <a:solidFill>
                <a:srgbClr val="000000"/>
              </a:solidFill>
              <a:ea typeface="Arial Unicode MS" pitchFamily="34" charset="-122"/>
              <a:cs typeface="Arial Unicode MS" pitchFamily="34" charset="-122"/>
            </a:endParaRPr>
          </a:p>
          <a:p>
            <a:pPr>
              <a:spcBef>
                <a:spcPct val="0"/>
              </a:spcBef>
              <a:buClrTx/>
              <a:buFontTx/>
              <a:buNone/>
            </a:pPr>
            <a:r>
              <a:rPr lang="en-US" altLang="zh-CN" sz="1800">
                <a:solidFill>
                  <a:srgbClr val="000000"/>
                </a:solidFill>
                <a:ea typeface="Arial Unicode MS" pitchFamily="34" charset="-122"/>
                <a:cs typeface="Arial Unicode MS" pitchFamily="34" charset="-122"/>
              </a:rPr>
              <a:t>		</a:t>
            </a:r>
            <a:r>
              <a:rPr lang="en-US" altLang="zh-CN" sz="1800">
                <a:solidFill>
                  <a:srgbClr val="0000FF"/>
                </a:solidFill>
                <a:ea typeface="Arial Unicode MS" pitchFamily="34" charset="-122"/>
                <a:cs typeface="Arial Unicode MS" pitchFamily="34" charset="-122"/>
              </a:rPr>
              <a:t>&lt;</a:t>
            </a:r>
            <a:r>
              <a:rPr lang="en-US" altLang="zh-CN" sz="1800">
                <a:solidFill>
                  <a:srgbClr val="800000"/>
                </a:solidFill>
                <a:ea typeface="Arial Unicode MS" pitchFamily="34" charset="-122"/>
                <a:cs typeface="Arial Unicode MS" pitchFamily="34" charset="-122"/>
              </a:rPr>
              <a:t>partnerLink</a:t>
            </a:r>
            <a:r>
              <a:rPr lang="en-US" altLang="zh-CN" sz="1800">
                <a:solidFill>
                  <a:srgbClr val="FF0000"/>
                </a:solidFill>
                <a:ea typeface="Arial Unicode MS" pitchFamily="34" charset="-122"/>
                <a:cs typeface="Arial Unicode MS" pitchFamily="34" charset="-122"/>
              </a:rPr>
              <a:t> 	name</a:t>
            </a:r>
            <a:r>
              <a:rPr lang="en-US" altLang="zh-CN" sz="1800">
                <a:solidFill>
                  <a:srgbClr val="0000FF"/>
                </a:solidFill>
                <a:ea typeface="Arial Unicode MS" pitchFamily="34" charset="-122"/>
                <a:cs typeface="Arial Unicode MS" pitchFamily="34" charset="-122"/>
              </a:rPr>
              <a:t>="</a:t>
            </a:r>
            <a:r>
              <a:rPr lang="en-US" altLang="zh-CN" sz="1800">
                <a:solidFill>
                  <a:srgbClr val="000000"/>
                </a:solidFill>
                <a:ea typeface="Arial Unicode MS" pitchFamily="34" charset="-122"/>
                <a:cs typeface="Arial Unicode MS" pitchFamily="34" charset="-122"/>
              </a:rPr>
              <a:t>purchasing</a:t>
            </a:r>
            <a:r>
              <a:rPr lang="en-US" altLang="zh-CN" sz="1800">
                <a:solidFill>
                  <a:srgbClr val="0000FF"/>
                </a:solidFill>
                <a:ea typeface="Arial Unicode MS" pitchFamily="34" charset="-122"/>
                <a:cs typeface="Arial Unicode MS" pitchFamily="34" charset="-122"/>
              </a:rPr>
              <a:t>"</a:t>
            </a:r>
            <a:endParaRPr lang="en-US" altLang="zh-CN" sz="1800">
              <a:solidFill>
                <a:srgbClr val="FF0000"/>
              </a:solidFill>
              <a:ea typeface="Arial Unicode MS" pitchFamily="34" charset="-122"/>
              <a:cs typeface="Arial Unicode MS" pitchFamily="34" charset="-122"/>
            </a:endParaRPr>
          </a:p>
          <a:p>
            <a:pPr>
              <a:spcBef>
                <a:spcPct val="0"/>
              </a:spcBef>
              <a:buClrTx/>
              <a:buFontTx/>
              <a:buNone/>
            </a:pPr>
            <a:r>
              <a:rPr lang="en-US" altLang="zh-CN" sz="1800">
                <a:solidFill>
                  <a:srgbClr val="FF0000"/>
                </a:solidFill>
                <a:ea typeface="Arial Unicode MS" pitchFamily="34" charset="-122"/>
                <a:cs typeface="Arial Unicode MS" pitchFamily="34" charset="-122"/>
              </a:rPr>
              <a:t>				partnerLinkType</a:t>
            </a:r>
            <a:r>
              <a:rPr lang="en-US" altLang="zh-CN" sz="1800">
                <a:solidFill>
                  <a:srgbClr val="0000FF"/>
                </a:solidFill>
                <a:ea typeface="Arial Unicode MS" pitchFamily="34" charset="-122"/>
                <a:cs typeface="Arial Unicode MS" pitchFamily="34" charset="-122"/>
              </a:rPr>
              <a:t>="</a:t>
            </a:r>
            <a:r>
              <a:rPr lang="en-US" altLang="zh-CN" sz="1800">
                <a:solidFill>
                  <a:srgbClr val="000000"/>
                </a:solidFill>
                <a:ea typeface="Arial Unicode MS" pitchFamily="34" charset="-122"/>
                <a:cs typeface="Arial Unicode MS" pitchFamily="34" charset="-122"/>
              </a:rPr>
              <a:t>lns:supplyLT</a:t>
            </a:r>
            <a:r>
              <a:rPr lang="en-US" altLang="zh-CN" sz="1800">
                <a:solidFill>
                  <a:srgbClr val="0000FF"/>
                </a:solidFill>
                <a:ea typeface="Arial Unicode MS" pitchFamily="34" charset="-122"/>
                <a:cs typeface="Arial Unicode MS" pitchFamily="34" charset="-122"/>
              </a:rPr>
              <a:t>"</a:t>
            </a:r>
            <a:endParaRPr lang="en-US" altLang="zh-CN" sz="1800">
              <a:solidFill>
                <a:srgbClr val="FF0000"/>
              </a:solidFill>
              <a:ea typeface="Arial Unicode MS" pitchFamily="34" charset="-122"/>
              <a:cs typeface="Arial Unicode MS" pitchFamily="34" charset="-122"/>
            </a:endParaRPr>
          </a:p>
          <a:p>
            <a:pPr>
              <a:spcBef>
                <a:spcPct val="0"/>
              </a:spcBef>
              <a:buClrTx/>
              <a:buFontTx/>
              <a:buNone/>
            </a:pPr>
            <a:r>
              <a:rPr lang="en-US" altLang="zh-CN" sz="1800">
                <a:solidFill>
                  <a:srgbClr val="FF0000"/>
                </a:solidFill>
                <a:ea typeface="Arial Unicode MS" pitchFamily="34" charset="-122"/>
                <a:cs typeface="Arial Unicode MS" pitchFamily="34" charset="-122"/>
              </a:rPr>
              <a:t>				myRole</a:t>
            </a:r>
            <a:r>
              <a:rPr lang="en-US" altLang="zh-CN" sz="1800">
                <a:solidFill>
                  <a:srgbClr val="0000FF"/>
                </a:solidFill>
                <a:ea typeface="Arial Unicode MS" pitchFamily="34" charset="-122"/>
                <a:cs typeface="Arial Unicode MS" pitchFamily="34" charset="-122"/>
              </a:rPr>
              <a:t>="</a:t>
            </a:r>
            <a:r>
              <a:rPr lang="en-US" altLang="zh-CN" sz="1800">
                <a:solidFill>
                  <a:srgbClr val="000000"/>
                </a:solidFill>
                <a:ea typeface="Arial Unicode MS" pitchFamily="34" charset="-122"/>
                <a:cs typeface="Arial Unicode MS" pitchFamily="34" charset="-122"/>
              </a:rPr>
              <a:t>purchaseService</a:t>
            </a:r>
            <a:r>
              <a:rPr lang="en-US" altLang="zh-CN" sz="1800">
                <a:solidFill>
                  <a:srgbClr val="0000FF"/>
                </a:solidFill>
                <a:ea typeface="Arial Unicode MS" pitchFamily="34" charset="-122"/>
                <a:cs typeface="Arial Unicode MS" pitchFamily="34" charset="-122"/>
              </a:rPr>
              <a:t>"/&gt;</a:t>
            </a:r>
            <a:endParaRPr lang="en-US" altLang="zh-CN" sz="1800">
              <a:solidFill>
                <a:srgbClr val="000000"/>
              </a:solidFill>
              <a:ea typeface="Arial Unicode MS" pitchFamily="34" charset="-122"/>
              <a:cs typeface="Arial Unicode MS" pitchFamily="34" charset="-122"/>
            </a:endParaRPr>
          </a:p>
          <a:p>
            <a:pPr>
              <a:spcBef>
                <a:spcPct val="0"/>
              </a:spcBef>
              <a:buClrTx/>
              <a:buFontTx/>
              <a:buNone/>
            </a:pPr>
            <a:r>
              <a:rPr lang="en-US" altLang="zh-CN" sz="1800">
                <a:solidFill>
                  <a:srgbClr val="000000"/>
                </a:solidFill>
                <a:ea typeface="Arial Unicode MS" pitchFamily="34" charset="-122"/>
                <a:cs typeface="Arial Unicode MS" pitchFamily="34" charset="-122"/>
              </a:rPr>
              <a:t>		</a:t>
            </a:r>
            <a:r>
              <a:rPr lang="en-US" altLang="zh-CN" sz="1800">
                <a:solidFill>
                  <a:srgbClr val="0000FF"/>
                </a:solidFill>
                <a:ea typeface="Arial Unicode MS" pitchFamily="34" charset="-122"/>
                <a:cs typeface="Arial Unicode MS" pitchFamily="34" charset="-122"/>
              </a:rPr>
              <a:t>&lt;</a:t>
            </a:r>
            <a:r>
              <a:rPr lang="en-US" altLang="zh-CN" sz="1800">
                <a:solidFill>
                  <a:srgbClr val="800000"/>
                </a:solidFill>
                <a:ea typeface="Arial Unicode MS" pitchFamily="34" charset="-122"/>
                <a:cs typeface="Arial Unicode MS" pitchFamily="34" charset="-122"/>
              </a:rPr>
              <a:t>partnerLink</a:t>
            </a:r>
            <a:r>
              <a:rPr lang="en-US" altLang="zh-CN" sz="1800">
                <a:solidFill>
                  <a:srgbClr val="FF0000"/>
                </a:solidFill>
                <a:ea typeface="Arial Unicode MS" pitchFamily="34" charset="-122"/>
                <a:cs typeface="Arial Unicode MS" pitchFamily="34" charset="-122"/>
              </a:rPr>
              <a:t> 	name</a:t>
            </a:r>
            <a:r>
              <a:rPr lang="en-US" altLang="zh-CN" sz="1800">
                <a:solidFill>
                  <a:srgbClr val="0000FF"/>
                </a:solidFill>
                <a:ea typeface="Arial Unicode MS" pitchFamily="34" charset="-122"/>
                <a:cs typeface="Arial Unicode MS" pitchFamily="34" charset="-122"/>
              </a:rPr>
              <a:t>="</a:t>
            </a:r>
            <a:r>
              <a:rPr lang="en-US" altLang="zh-CN" sz="1800">
                <a:solidFill>
                  <a:srgbClr val="000000"/>
                </a:solidFill>
                <a:ea typeface="Arial Unicode MS" pitchFamily="34" charset="-122"/>
                <a:cs typeface="Arial Unicode MS" pitchFamily="34" charset="-122"/>
              </a:rPr>
              <a:t>payment</a:t>
            </a:r>
            <a:r>
              <a:rPr lang="en-US" altLang="zh-CN" sz="1800">
                <a:solidFill>
                  <a:srgbClr val="0000FF"/>
                </a:solidFill>
                <a:ea typeface="Arial Unicode MS" pitchFamily="34" charset="-122"/>
                <a:cs typeface="Arial Unicode MS" pitchFamily="34" charset="-122"/>
              </a:rPr>
              <a:t>"</a:t>
            </a:r>
            <a:endParaRPr lang="en-US" altLang="zh-CN" sz="1800">
              <a:solidFill>
                <a:srgbClr val="FF0000"/>
              </a:solidFill>
              <a:ea typeface="Arial Unicode MS" pitchFamily="34" charset="-122"/>
              <a:cs typeface="Arial Unicode MS" pitchFamily="34" charset="-122"/>
            </a:endParaRPr>
          </a:p>
          <a:p>
            <a:pPr>
              <a:spcBef>
                <a:spcPct val="0"/>
              </a:spcBef>
              <a:buClrTx/>
              <a:buFontTx/>
              <a:buNone/>
            </a:pPr>
            <a:r>
              <a:rPr lang="en-US" altLang="zh-CN" sz="1800">
                <a:solidFill>
                  <a:srgbClr val="FF0000"/>
                </a:solidFill>
                <a:ea typeface="Arial Unicode MS" pitchFamily="34" charset="-122"/>
                <a:cs typeface="Arial Unicode MS" pitchFamily="34" charset="-122"/>
              </a:rPr>
              <a:t>				partnerLinkType</a:t>
            </a:r>
            <a:r>
              <a:rPr lang="en-US" altLang="zh-CN" sz="1800">
                <a:solidFill>
                  <a:srgbClr val="0000FF"/>
                </a:solidFill>
                <a:ea typeface="Arial Unicode MS" pitchFamily="34" charset="-122"/>
                <a:cs typeface="Arial Unicode MS" pitchFamily="34" charset="-122"/>
              </a:rPr>
              <a:t>="</a:t>
            </a:r>
            <a:r>
              <a:rPr lang="en-US" altLang="zh-CN" sz="1800">
                <a:solidFill>
                  <a:srgbClr val="000000"/>
                </a:solidFill>
                <a:ea typeface="Arial Unicode MS" pitchFamily="34" charset="-122"/>
                <a:cs typeface="Arial Unicode MS" pitchFamily="34" charset="-122"/>
              </a:rPr>
              <a:t>lns:paymentLT</a:t>
            </a:r>
            <a:r>
              <a:rPr lang="en-US" altLang="zh-CN" sz="1800">
                <a:solidFill>
                  <a:srgbClr val="0000FF"/>
                </a:solidFill>
                <a:ea typeface="Arial Unicode MS" pitchFamily="34" charset="-122"/>
                <a:cs typeface="Arial Unicode MS" pitchFamily="34" charset="-122"/>
              </a:rPr>
              <a:t>"</a:t>
            </a:r>
            <a:endParaRPr lang="en-US" altLang="zh-CN" sz="1800">
              <a:solidFill>
                <a:srgbClr val="FF0000"/>
              </a:solidFill>
              <a:ea typeface="Arial Unicode MS" pitchFamily="34" charset="-122"/>
              <a:cs typeface="Arial Unicode MS" pitchFamily="34" charset="-122"/>
            </a:endParaRPr>
          </a:p>
          <a:p>
            <a:pPr>
              <a:spcBef>
                <a:spcPct val="0"/>
              </a:spcBef>
              <a:buClrTx/>
              <a:buFontTx/>
              <a:buNone/>
            </a:pPr>
            <a:r>
              <a:rPr lang="en-US" altLang="zh-CN" sz="1800">
                <a:solidFill>
                  <a:srgbClr val="FF0000"/>
                </a:solidFill>
                <a:ea typeface="Arial Unicode MS" pitchFamily="34" charset="-122"/>
                <a:cs typeface="Arial Unicode MS" pitchFamily="34" charset="-122"/>
              </a:rPr>
              <a:t>				myRole</a:t>
            </a:r>
            <a:r>
              <a:rPr lang="en-US" altLang="zh-CN" sz="1800">
                <a:solidFill>
                  <a:srgbClr val="0000FF"/>
                </a:solidFill>
                <a:ea typeface="Arial Unicode MS" pitchFamily="34" charset="-122"/>
                <a:cs typeface="Arial Unicode MS" pitchFamily="34" charset="-122"/>
              </a:rPr>
              <a:t>="</a:t>
            </a:r>
            <a:r>
              <a:rPr lang="en-US" altLang="zh-CN" sz="1800">
                <a:solidFill>
                  <a:srgbClr val="000000"/>
                </a:solidFill>
                <a:ea typeface="Arial Unicode MS" pitchFamily="34" charset="-122"/>
                <a:cs typeface="Arial Unicode MS" pitchFamily="34" charset="-122"/>
              </a:rPr>
              <a:t>paymentRequestor</a:t>
            </a:r>
            <a:r>
              <a:rPr lang="en-US" altLang="zh-CN" sz="1800">
                <a:solidFill>
                  <a:srgbClr val="0000FF"/>
                </a:solidFill>
                <a:ea typeface="Arial Unicode MS" pitchFamily="34" charset="-122"/>
                <a:cs typeface="Arial Unicode MS" pitchFamily="34" charset="-122"/>
              </a:rPr>
              <a:t>"</a:t>
            </a:r>
            <a:endParaRPr lang="en-US" altLang="zh-CN" sz="1800">
              <a:solidFill>
                <a:srgbClr val="FF0000"/>
              </a:solidFill>
              <a:ea typeface="Arial Unicode MS" pitchFamily="34" charset="-122"/>
              <a:cs typeface="Arial Unicode MS" pitchFamily="34" charset="-122"/>
            </a:endParaRPr>
          </a:p>
          <a:p>
            <a:pPr>
              <a:spcBef>
                <a:spcPct val="0"/>
              </a:spcBef>
              <a:buClrTx/>
              <a:buFontTx/>
              <a:buNone/>
            </a:pPr>
            <a:r>
              <a:rPr lang="en-US" altLang="zh-CN" sz="1800">
                <a:solidFill>
                  <a:srgbClr val="FF0000"/>
                </a:solidFill>
                <a:ea typeface="Arial Unicode MS" pitchFamily="34" charset="-122"/>
                <a:cs typeface="Arial Unicode MS" pitchFamily="34" charset="-122"/>
              </a:rPr>
              <a:t>				partnerRole</a:t>
            </a:r>
            <a:r>
              <a:rPr lang="en-US" altLang="zh-CN" sz="1800">
                <a:solidFill>
                  <a:srgbClr val="0000FF"/>
                </a:solidFill>
                <a:ea typeface="Arial Unicode MS" pitchFamily="34" charset="-122"/>
                <a:cs typeface="Arial Unicode MS" pitchFamily="34" charset="-122"/>
              </a:rPr>
              <a:t>="</a:t>
            </a:r>
            <a:r>
              <a:rPr lang="en-US" altLang="zh-CN" sz="1800">
                <a:solidFill>
                  <a:srgbClr val="000000"/>
                </a:solidFill>
                <a:ea typeface="Arial Unicode MS" pitchFamily="34" charset="-122"/>
                <a:cs typeface="Arial Unicode MS" pitchFamily="34" charset="-122"/>
              </a:rPr>
              <a:t>paymentServiceRequestor</a:t>
            </a:r>
            <a:r>
              <a:rPr lang="en-US" altLang="zh-CN" sz="1800">
                <a:solidFill>
                  <a:srgbClr val="0000FF"/>
                </a:solidFill>
                <a:ea typeface="Arial Unicode MS" pitchFamily="34" charset="-122"/>
                <a:cs typeface="Arial Unicode MS" pitchFamily="34" charset="-122"/>
              </a:rPr>
              <a:t>"/&gt;</a:t>
            </a:r>
            <a:endParaRPr lang="en-US" altLang="zh-CN" sz="1800">
              <a:solidFill>
                <a:srgbClr val="000000"/>
              </a:solidFill>
              <a:ea typeface="Arial Unicode MS" pitchFamily="34" charset="-122"/>
              <a:cs typeface="Arial Unicode MS" pitchFamily="34" charset="-122"/>
            </a:endParaRPr>
          </a:p>
          <a:p>
            <a:pPr>
              <a:spcBef>
                <a:spcPct val="0"/>
              </a:spcBef>
              <a:buClrTx/>
              <a:buFontTx/>
              <a:buNone/>
            </a:pPr>
            <a:r>
              <a:rPr lang="en-US" altLang="zh-CN" sz="1800">
                <a:solidFill>
                  <a:srgbClr val="000000"/>
                </a:solidFill>
                <a:ea typeface="Arial Unicode MS" pitchFamily="34" charset="-122"/>
                <a:cs typeface="Arial Unicode MS" pitchFamily="34" charset="-122"/>
              </a:rPr>
              <a:t>		</a:t>
            </a:r>
            <a:r>
              <a:rPr lang="en-US" altLang="zh-CN" sz="1800">
                <a:solidFill>
                  <a:srgbClr val="0000FF"/>
                </a:solidFill>
                <a:ea typeface="Arial Unicode MS" pitchFamily="34" charset="-122"/>
                <a:cs typeface="Arial Unicode MS" pitchFamily="34" charset="-122"/>
              </a:rPr>
              <a:t>&lt;</a:t>
            </a:r>
            <a:r>
              <a:rPr lang="en-US" altLang="zh-CN" sz="1800">
                <a:solidFill>
                  <a:srgbClr val="800000"/>
                </a:solidFill>
                <a:ea typeface="Arial Unicode MS" pitchFamily="34" charset="-122"/>
                <a:cs typeface="Arial Unicode MS" pitchFamily="34" charset="-122"/>
              </a:rPr>
              <a:t>partnerLink</a:t>
            </a:r>
            <a:r>
              <a:rPr lang="en-US" altLang="zh-CN" sz="1800">
                <a:solidFill>
                  <a:srgbClr val="FF0000"/>
                </a:solidFill>
                <a:ea typeface="Arial Unicode MS" pitchFamily="34" charset="-122"/>
                <a:cs typeface="Arial Unicode MS" pitchFamily="34" charset="-122"/>
              </a:rPr>
              <a:t> 	name</a:t>
            </a:r>
            <a:r>
              <a:rPr lang="en-US" altLang="zh-CN" sz="1800">
                <a:solidFill>
                  <a:srgbClr val="0000FF"/>
                </a:solidFill>
                <a:ea typeface="Arial Unicode MS" pitchFamily="34" charset="-122"/>
                <a:cs typeface="Arial Unicode MS" pitchFamily="34" charset="-122"/>
              </a:rPr>
              <a:t>="</a:t>
            </a:r>
            <a:r>
              <a:rPr lang="en-US" altLang="zh-CN" sz="1800">
                <a:solidFill>
                  <a:srgbClr val="000000"/>
                </a:solidFill>
                <a:ea typeface="Arial Unicode MS" pitchFamily="34" charset="-122"/>
                <a:cs typeface="Arial Unicode MS" pitchFamily="34" charset="-122"/>
              </a:rPr>
              <a:t>shipping</a:t>
            </a:r>
            <a:r>
              <a:rPr lang="en-US" altLang="zh-CN" sz="1800">
                <a:solidFill>
                  <a:srgbClr val="0000FF"/>
                </a:solidFill>
                <a:ea typeface="Arial Unicode MS" pitchFamily="34" charset="-122"/>
                <a:cs typeface="Arial Unicode MS" pitchFamily="34" charset="-122"/>
              </a:rPr>
              <a:t>"</a:t>
            </a:r>
            <a:endParaRPr lang="en-US" altLang="zh-CN" sz="1800">
              <a:solidFill>
                <a:srgbClr val="FF0000"/>
              </a:solidFill>
              <a:ea typeface="Arial Unicode MS" pitchFamily="34" charset="-122"/>
              <a:cs typeface="Arial Unicode MS" pitchFamily="34" charset="-122"/>
            </a:endParaRPr>
          </a:p>
          <a:p>
            <a:pPr>
              <a:spcBef>
                <a:spcPct val="0"/>
              </a:spcBef>
              <a:buClrTx/>
              <a:buFontTx/>
              <a:buNone/>
            </a:pPr>
            <a:r>
              <a:rPr lang="en-US" altLang="zh-CN" sz="1800">
                <a:solidFill>
                  <a:srgbClr val="FF0000"/>
                </a:solidFill>
                <a:ea typeface="Arial Unicode MS" pitchFamily="34" charset="-122"/>
                <a:cs typeface="Arial Unicode MS" pitchFamily="34" charset="-122"/>
              </a:rPr>
              <a:t>				partnerLinkType</a:t>
            </a:r>
            <a:r>
              <a:rPr lang="en-US" altLang="zh-CN" sz="1800">
                <a:solidFill>
                  <a:srgbClr val="0000FF"/>
                </a:solidFill>
                <a:ea typeface="Arial Unicode MS" pitchFamily="34" charset="-122"/>
                <a:cs typeface="Arial Unicode MS" pitchFamily="34" charset="-122"/>
              </a:rPr>
              <a:t>="</a:t>
            </a:r>
            <a:r>
              <a:rPr lang="en-US" altLang="zh-CN" sz="1800">
                <a:solidFill>
                  <a:srgbClr val="000000"/>
                </a:solidFill>
                <a:ea typeface="Arial Unicode MS" pitchFamily="34" charset="-122"/>
                <a:cs typeface="Arial Unicode MS" pitchFamily="34" charset="-122"/>
              </a:rPr>
              <a:t>lns:shippingLT</a:t>
            </a:r>
            <a:r>
              <a:rPr lang="en-US" altLang="zh-CN" sz="1800">
                <a:solidFill>
                  <a:srgbClr val="0000FF"/>
                </a:solidFill>
                <a:ea typeface="Arial Unicode MS" pitchFamily="34" charset="-122"/>
                <a:cs typeface="Arial Unicode MS" pitchFamily="34" charset="-122"/>
              </a:rPr>
              <a:t>"</a:t>
            </a:r>
            <a:endParaRPr lang="en-US" altLang="zh-CN" sz="1800">
              <a:solidFill>
                <a:srgbClr val="FF0000"/>
              </a:solidFill>
              <a:ea typeface="Arial Unicode MS" pitchFamily="34" charset="-122"/>
              <a:cs typeface="Arial Unicode MS" pitchFamily="34" charset="-122"/>
            </a:endParaRPr>
          </a:p>
          <a:p>
            <a:pPr>
              <a:spcBef>
                <a:spcPct val="0"/>
              </a:spcBef>
              <a:buClrTx/>
              <a:buFontTx/>
              <a:buNone/>
            </a:pPr>
            <a:r>
              <a:rPr lang="en-US" altLang="zh-CN" sz="1800">
                <a:solidFill>
                  <a:srgbClr val="FF0000"/>
                </a:solidFill>
                <a:ea typeface="Arial Unicode MS" pitchFamily="34" charset="-122"/>
                <a:cs typeface="Arial Unicode MS" pitchFamily="34" charset="-122"/>
              </a:rPr>
              <a:t>				myRole</a:t>
            </a:r>
            <a:r>
              <a:rPr lang="en-US" altLang="zh-CN" sz="1800">
                <a:solidFill>
                  <a:srgbClr val="0000FF"/>
                </a:solidFill>
                <a:ea typeface="Arial Unicode MS" pitchFamily="34" charset="-122"/>
                <a:cs typeface="Arial Unicode MS" pitchFamily="34" charset="-122"/>
              </a:rPr>
              <a:t>="</a:t>
            </a:r>
            <a:r>
              <a:rPr lang="en-US" altLang="zh-CN" sz="1800">
                <a:solidFill>
                  <a:srgbClr val="000000"/>
                </a:solidFill>
                <a:ea typeface="Arial Unicode MS" pitchFamily="34" charset="-122"/>
                <a:cs typeface="Arial Unicode MS" pitchFamily="34" charset="-122"/>
              </a:rPr>
              <a:t>shippingtRequestor</a:t>
            </a:r>
            <a:r>
              <a:rPr lang="en-US" altLang="zh-CN" sz="1800">
                <a:solidFill>
                  <a:srgbClr val="0000FF"/>
                </a:solidFill>
                <a:ea typeface="Arial Unicode MS" pitchFamily="34" charset="-122"/>
                <a:cs typeface="Arial Unicode MS" pitchFamily="34" charset="-122"/>
              </a:rPr>
              <a:t>"</a:t>
            </a:r>
            <a:endParaRPr lang="en-US" altLang="zh-CN" sz="1800">
              <a:solidFill>
                <a:srgbClr val="FF0000"/>
              </a:solidFill>
              <a:ea typeface="Arial Unicode MS" pitchFamily="34" charset="-122"/>
              <a:cs typeface="Arial Unicode MS" pitchFamily="34" charset="-122"/>
            </a:endParaRPr>
          </a:p>
          <a:p>
            <a:pPr>
              <a:spcBef>
                <a:spcPct val="0"/>
              </a:spcBef>
              <a:buClrTx/>
              <a:buFontTx/>
              <a:buNone/>
            </a:pPr>
            <a:r>
              <a:rPr lang="en-US" altLang="zh-CN" sz="1800">
                <a:solidFill>
                  <a:srgbClr val="FF0000"/>
                </a:solidFill>
                <a:ea typeface="Arial Unicode MS" pitchFamily="34" charset="-122"/>
                <a:cs typeface="Arial Unicode MS" pitchFamily="34" charset="-122"/>
              </a:rPr>
              <a:t>				partnerRole</a:t>
            </a:r>
            <a:r>
              <a:rPr lang="en-US" altLang="zh-CN" sz="1800">
                <a:solidFill>
                  <a:srgbClr val="0000FF"/>
                </a:solidFill>
                <a:ea typeface="Arial Unicode MS" pitchFamily="34" charset="-122"/>
                <a:cs typeface="Arial Unicode MS" pitchFamily="34" charset="-122"/>
              </a:rPr>
              <a:t>="</a:t>
            </a:r>
            <a:r>
              <a:rPr lang="en-US" altLang="zh-CN" sz="1800">
                <a:solidFill>
                  <a:srgbClr val="000000"/>
                </a:solidFill>
                <a:ea typeface="Arial Unicode MS" pitchFamily="34" charset="-122"/>
                <a:cs typeface="Arial Unicode MS" pitchFamily="34" charset="-122"/>
              </a:rPr>
              <a:t>shippingServiceRequestor</a:t>
            </a:r>
            <a:r>
              <a:rPr lang="en-US" altLang="zh-CN" sz="1800">
                <a:solidFill>
                  <a:srgbClr val="0000FF"/>
                </a:solidFill>
                <a:ea typeface="Arial Unicode MS" pitchFamily="34" charset="-122"/>
                <a:cs typeface="Arial Unicode MS" pitchFamily="34" charset="-122"/>
              </a:rPr>
              <a:t>"/&gt;</a:t>
            </a:r>
            <a:r>
              <a:rPr lang="en-US" altLang="zh-CN" sz="1800">
                <a:solidFill>
                  <a:srgbClr val="000000"/>
                </a:solidFill>
                <a:ea typeface="Arial Unicode MS" pitchFamily="34" charset="-122"/>
                <a:cs typeface="Arial Unicode MS" pitchFamily="34" charset="-122"/>
              </a:rPr>
              <a:t>	</a:t>
            </a:r>
          </a:p>
          <a:p>
            <a:pPr>
              <a:spcBef>
                <a:spcPct val="0"/>
              </a:spcBef>
              <a:buClrTx/>
              <a:buFontTx/>
              <a:buNone/>
            </a:pPr>
            <a:r>
              <a:rPr lang="en-US" altLang="zh-CN" sz="1800">
                <a:solidFill>
                  <a:srgbClr val="000000"/>
                </a:solidFill>
                <a:ea typeface="Arial Unicode MS" pitchFamily="34" charset="-122"/>
                <a:cs typeface="Arial Unicode MS" pitchFamily="34" charset="-122"/>
              </a:rPr>
              <a:t>	</a:t>
            </a:r>
            <a:r>
              <a:rPr lang="en-US" altLang="zh-CN" sz="1800">
                <a:solidFill>
                  <a:srgbClr val="0000FF"/>
                </a:solidFill>
                <a:ea typeface="Arial Unicode MS" pitchFamily="34" charset="-122"/>
                <a:cs typeface="Arial Unicode MS" pitchFamily="34" charset="-122"/>
              </a:rPr>
              <a:t>&lt;/</a:t>
            </a:r>
            <a:r>
              <a:rPr lang="en-US" altLang="zh-CN" sz="1800">
                <a:solidFill>
                  <a:srgbClr val="800000"/>
                </a:solidFill>
                <a:ea typeface="Arial Unicode MS" pitchFamily="34" charset="-122"/>
                <a:cs typeface="Arial Unicode MS" pitchFamily="34" charset="-122"/>
              </a:rPr>
              <a:t>partnerLinks</a:t>
            </a:r>
            <a:r>
              <a:rPr lang="en-US" altLang="zh-CN" sz="1800">
                <a:solidFill>
                  <a:srgbClr val="0000FF"/>
                </a:solidFill>
                <a:ea typeface="Arial Unicode MS" pitchFamily="34" charset="-122"/>
                <a:cs typeface="Arial Unicode MS" pitchFamily="34" charset="-122"/>
              </a:rPr>
              <a:t>&gt;</a:t>
            </a:r>
            <a:endParaRPr lang="en-US" altLang="zh-CN" sz="1800">
              <a:solidFill>
                <a:srgbClr val="000000"/>
              </a:solidFill>
              <a:ea typeface="Arial Unicode MS" pitchFamily="34" charset="-122"/>
              <a:cs typeface="Arial Unicode MS" pitchFamily="34" charset="-122"/>
            </a:endParaRPr>
          </a:p>
        </p:txBody>
      </p:sp>
      <p:sp>
        <p:nvSpPr>
          <p:cNvPr id="55300" name="灯片编号占位符 5"/>
          <p:cNvSpPr>
            <a:spLocks noGrp="1"/>
          </p:cNvSpPr>
          <p:nvPr>
            <p:ph type="sldNum" sz="quarter" idx="10"/>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fontAlgn="base">
              <a:spcBef>
                <a:spcPct val="0"/>
              </a:spcBef>
              <a:spcAft>
                <a:spcPct val="0"/>
              </a:spcAft>
              <a:defRPr sz="1200" kern="1200">
                <a:solidFill>
                  <a:schemeClr val="tx1"/>
                </a:solidFill>
                <a:latin typeface="+mj-lt"/>
                <a:ea typeface="宋体"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eaLnBrk="1" hangingPunct="1"/>
            <a:fld id="{C2FAFEC3-FCF9-4793-BD53-13ACF2C4D1E4}" type="slidenum">
              <a:rPr lang="en-US" altLang="zh-CN" smtClean="0"/>
              <a:pPr>
                <a:defRPr/>
              </a:pPr>
              <a:t>22</a:t>
            </a:fld>
            <a:endParaRPr lang="en-US" altLang="zh-CN"/>
          </a:p>
        </p:txBody>
      </p:sp>
      <p:sp>
        <p:nvSpPr>
          <p:cNvPr id="260102" name="Line 6"/>
          <p:cNvSpPr>
            <a:spLocks noChangeShapeType="1"/>
          </p:cNvSpPr>
          <p:nvPr/>
        </p:nvSpPr>
        <p:spPr bwMode="auto">
          <a:xfrm flipH="1" flipV="1">
            <a:off x="6084888" y="2349500"/>
            <a:ext cx="863600" cy="35877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0103" name="Text Box 7"/>
          <p:cNvSpPr txBox="1">
            <a:spLocks noChangeArrowheads="1"/>
          </p:cNvSpPr>
          <p:nvPr/>
        </p:nvSpPr>
        <p:spPr bwMode="auto">
          <a:xfrm>
            <a:off x="6948488" y="2420938"/>
            <a:ext cx="187166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a:t>The namespace including WSDL </a:t>
            </a:r>
          </a:p>
        </p:txBody>
      </p:sp>
      <p:sp>
        <p:nvSpPr>
          <p:cNvPr id="260104" name="Line 8"/>
          <p:cNvSpPr>
            <a:spLocks noChangeShapeType="1"/>
          </p:cNvSpPr>
          <p:nvPr/>
        </p:nvSpPr>
        <p:spPr bwMode="auto">
          <a:xfrm flipH="1">
            <a:off x="6443663" y="4292600"/>
            <a:ext cx="865187" cy="144463"/>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0105" name="Text Box 9"/>
          <p:cNvSpPr txBox="1">
            <a:spLocks noChangeArrowheads="1"/>
          </p:cNvSpPr>
          <p:nvPr/>
        </p:nvSpPr>
        <p:spPr bwMode="auto">
          <a:xfrm>
            <a:off x="7235825" y="3789363"/>
            <a:ext cx="19081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a:t>The role that the process play </a:t>
            </a:r>
          </a:p>
        </p:txBody>
      </p:sp>
      <p:sp>
        <p:nvSpPr>
          <p:cNvPr id="260106" name="Line 10"/>
          <p:cNvSpPr>
            <a:spLocks noChangeShapeType="1"/>
          </p:cNvSpPr>
          <p:nvPr/>
        </p:nvSpPr>
        <p:spPr bwMode="auto">
          <a:xfrm flipH="1" flipV="1">
            <a:off x="6588125" y="4868863"/>
            <a:ext cx="647700" cy="4318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0107" name="Text Box 11"/>
          <p:cNvSpPr txBox="1">
            <a:spLocks noChangeArrowheads="1"/>
          </p:cNvSpPr>
          <p:nvPr/>
        </p:nvSpPr>
        <p:spPr bwMode="auto">
          <a:xfrm>
            <a:off x="7164388" y="5013325"/>
            <a:ext cx="187166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a:t>The role that the partner play</a:t>
            </a:r>
          </a:p>
        </p:txBody>
      </p:sp>
    </p:spTree>
    <p:custDataLst>
      <p:tags r:id="rId1"/>
    </p:custDataLst>
    <p:extLst>
      <p:ext uri="{BB962C8B-B14F-4D97-AF65-F5344CB8AC3E}">
        <p14:creationId xmlns:p14="http://schemas.microsoft.com/office/powerpoint/2010/main" val="318368146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0102"/>
                                        </p:tgtEl>
                                        <p:attrNameLst>
                                          <p:attrName>style.visibility</p:attrName>
                                        </p:attrNameLst>
                                      </p:cBhvr>
                                      <p:to>
                                        <p:strVal val="visible"/>
                                      </p:to>
                                    </p:set>
                                    <p:animEffect transition="in" filter="blinds(horizontal)">
                                      <p:cBhvr>
                                        <p:cTn id="7" dur="500"/>
                                        <p:tgtEl>
                                          <p:spTgt spid="26010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60103"/>
                                        </p:tgtEl>
                                        <p:attrNameLst>
                                          <p:attrName>style.visibility</p:attrName>
                                        </p:attrNameLst>
                                      </p:cBhvr>
                                      <p:to>
                                        <p:strVal val="visible"/>
                                      </p:to>
                                    </p:set>
                                    <p:animEffect transition="in" filter="blinds(horizontal)">
                                      <p:cBhvr>
                                        <p:cTn id="10" dur="500"/>
                                        <p:tgtEl>
                                          <p:spTgt spid="26010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60104"/>
                                        </p:tgtEl>
                                        <p:attrNameLst>
                                          <p:attrName>style.visibility</p:attrName>
                                        </p:attrNameLst>
                                      </p:cBhvr>
                                      <p:to>
                                        <p:strVal val="visible"/>
                                      </p:to>
                                    </p:set>
                                    <p:animEffect transition="in" filter="blinds(horizontal)">
                                      <p:cBhvr>
                                        <p:cTn id="15" dur="500"/>
                                        <p:tgtEl>
                                          <p:spTgt spid="260104"/>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60105"/>
                                        </p:tgtEl>
                                        <p:attrNameLst>
                                          <p:attrName>style.visibility</p:attrName>
                                        </p:attrNameLst>
                                      </p:cBhvr>
                                      <p:to>
                                        <p:strVal val="visible"/>
                                      </p:to>
                                    </p:set>
                                    <p:animEffect transition="in" filter="blinds(horizontal)">
                                      <p:cBhvr>
                                        <p:cTn id="18" dur="500"/>
                                        <p:tgtEl>
                                          <p:spTgt spid="26010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60106"/>
                                        </p:tgtEl>
                                        <p:attrNameLst>
                                          <p:attrName>style.visibility</p:attrName>
                                        </p:attrNameLst>
                                      </p:cBhvr>
                                      <p:to>
                                        <p:strVal val="visible"/>
                                      </p:to>
                                    </p:set>
                                    <p:animEffect transition="in" filter="blinds(horizontal)">
                                      <p:cBhvr>
                                        <p:cTn id="23" dur="500"/>
                                        <p:tgtEl>
                                          <p:spTgt spid="260106"/>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260107"/>
                                        </p:tgtEl>
                                        <p:attrNameLst>
                                          <p:attrName>style.visibility</p:attrName>
                                        </p:attrNameLst>
                                      </p:cBhvr>
                                      <p:to>
                                        <p:strVal val="visible"/>
                                      </p:to>
                                    </p:set>
                                    <p:animEffect transition="in" filter="blinds(horizontal)">
                                      <p:cBhvr>
                                        <p:cTn id="26" dur="500"/>
                                        <p:tgtEl>
                                          <p:spTgt spid="260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102" grpId="0" animBg="1"/>
      <p:bldP spid="260103" grpId="0"/>
      <p:bldP spid="260104" grpId="0" animBg="1"/>
      <p:bldP spid="260105" grpId="0"/>
      <p:bldP spid="260106" grpId="0" animBg="1"/>
      <p:bldP spid="26010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US" altLang="zh-CN">
                <a:ea typeface="宋体" pitchFamily="2" charset="-122"/>
              </a:rPr>
              <a:t>Create Business Processes (3/4)</a:t>
            </a:r>
          </a:p>
        </p:txBody>
      </p:sp>
      <p:sp>
        <p:nvSpPr>
          <p:cNvPr id="56323" name="Text Box 5"/>
          <p:cNvSpPr>
            <a:spLocks noGrp="1" noChangeArrowheads="1"/>
          </p:cNvSpPr>
          <p:nvPr>
            <p:ph idx="1"/>
          </p:nvPr>
        </p:nvSpPr>
        <p:spPr>
          <a:xfrm>
            <a:off x="468313" y="1916113"/>
            <a:ext cx="8229600" cy="3989387"/>
          </a:xfrm>
          <a:ln w="19050">
            <a:solidFill>
              <a:schemeClr val="tx1"/>
            </a:solidFill>
            <a:miter lim="800000"/>
            <a:headEnd/>
            <a:tailEnd/>
          </a:ln>
        </p:spPr>
        <p:txBody>
          <a:bodyPr/>
          <a:lstStyle/>
          <a:p>
            <a:pPr>
              <a:spcBef>
                <a:spcPct val="0"/>
              </a:spcBef>
              <a:buClrTx/>
              <a:buFontTx/>
              <a:buNone/>
            </a:pPr>
            <a:r>
              <a:rPr lang="en-US" altLang="zh-CN" sz="1800" dirty="0">
                <a:solidFill>
                  <a:srgbClr val="0000FF"/>
                </a:solidFill>
                <a:ea typeface="Arial Unicode MS" pitchFamily="34" charset="-122"/>
                <a:cs typeface="Arial Unicode MS" pitchFamily="34" charset="-122"/>
              </a:rPr>
              <a:t>&lt;!--</a:t>
            </a:r>
            <a:r>
              <a:rPr lang="en-US" altLang="zh-CN" sz="1800" dirty="0">
                <a:solidFill>
                  <a:srgbClr val="808080"/>
                </a:solidFill>
                <a:ea typeface="Arial Unicode MS" pitchFamily="34" charset="-122"/>
                <a:cs typeface="Arial Unicode MS" pitchFamily="34" charset="-122"/>
              </a:rPr>
              <a:t>define variables</a:t>
            </a:r>
            <a:r>
              <a:rPr lang="en-US" altLang="zh-CN" sz="1800" dirty="0">
                <a:solidFill>
                  <a:srgbClr val="0000FF"/>
                </a:solidFill>
                <a:ea typeface="Arial Unicode MS" pitchFamily="34" charset="-122"/>
                <a:cs typeface="Arial Unicode MS" pitchFamily="34" charset="-122"/>
              </a:rPr>
              <a:t>--&gt;</a:t>
            </a:r>
            <a:endParaRPr lang="en-US" altLang="zh-CN" sz="1800" dirty="0">
              <a:solidFill>
                <a:srgbClr val="000000"/>
              </a:solidFill>
              <a:ea typeface="Arial Unicode MS" pitchFamily="34" charset="-122"/>
              <a:cs typeface="Arial Unicode MS" pitchFamily="34" charset="-122"/>
            </a:endParaRPr>
          </a:p>
          <a:p>
            <a:pPr>
              <a:spcBef>
                <a:spcPct val="0"/>
              </a:spcBef>
              <a:buClrTx/>
              <a:buFontTx/>
              <a:buNone/>
            </a:pPr>
            <a:r>
              <a:rPr lang="en-US" altLang="zh-CN" sz="1800" dirty="0">
                <a:solidFill>
                  <a:srgbClr val="000000"/>
                </a:solidFill>
                <a:ea typeface="Arial Unicode MS" pitchFamily="34" charset="-122"/>
                <a:cs typeface="Arial Unicode MS" pitchFamily="34" charset="-122"/>
              </a:rPr>
              <a:t>	</a:t>
            </a:r>
            <a:r>
              <a:rPr lang="en-US" altLang="zh-CN" sz="1800" dirty="0">
                <a:solidFill>
                  <a:srgbClr val="0000FF"/>
                </a:solidFill>
                <a:ea typeface="Arial Unicode MS" pitchFamily="34" charset="-122"/>
                <a:cs typeface="Arial Unicode MS" pitchFamily="34" charset="-122"/>
              </a:rPr>
              <a:t>&lt;</a:t>
            </a:r>
            <a:r>
              <a:rPr lang="en-US" altLang="zh-CN" sz="1800" dirty="0">
                <a:solidFill>
                  <a:srgbClr val="800000"/>
                </a:solidFill>
                <a:ea typeface="Arial Unicode MS" pitchFamily="34" charset="-122"/>
                <a:cs typeface="Arial Unicode MS" pitchFamily="34" charset="-122"/>
              </a:rPr>
              <a:t>variables</a:t>
            </a:r>
            <a:r>
              <a:rPr lang="en-US" altLang="zh-CN" sz="1800" dirty="0">
                <a:solidFill>
                  <a:srgbClr val="0000FF"/>
                </a:solidFill>
                <a:ea typeface="Arial Unicode MS" pitchFamily="34" charset="-122"/>
                <a:cs typeface="Arial Unicode MS" pitchFamily="34" charset="-122"/>
              </a:rPr>
              <a:t>&gt;</a:t>
            </a:r>
            <a:endParaRPr lang="en-US" altLang="zh-CN" sz="1800" dirty="0">
              <a:solidFill>
                <a:srgbClr val="000000"/>
              </a:solidFill>
              <a:ea typeface="Arial Unicode MS" pitchFamily="34" charset="-122"/>
              <a:cs typeface="Arial Unicode MS" pitchFamily="34" charset="-122"/>
            </a:endParaRPr>
          </a:p>
          <a:p>
            <a:pPr>
              <a:spcBef>
                <a:spcPct val="0"/>
              </a:spcBef>
              <a:buClrTx/>
              <a:buFontTx/>
              <a:buNone/>
            </a:pPr>
            <a:r>
              <a:rPr lang="en-US" altLang="zh-CN" sz="1800" dirty="0">
                <a:solidFill>
                  <a:srgbClr val="000000"/>
                </a:solidFill>
                <a:ea typeface="Arial Unicode MS" pitchFamily="34" charset="-122"/>
                <a:cs typeface="Arial Unicode MS" pitchFamily="34" charset="-122"/>
              </a:rPr>
              <a:t>		</a:t>
            </a:r>
            <a:r>
              <a:rPr lang="en-US" altLang="zh-CN" sz="1800" dirty="0">
                <a:solidFill>
                  <a:srgbClr val="0000FF"/>
                </a:solidFill>
                <a:ea typeface="Arial Unicode MS" pitchFamily="34" charset="-122"/>
                <a:cs typeface="Arial Unicode MS" pitchFamily="34" charset="-122"/>
              </a:rPr>
              <a:t>&lt;</a:t>
            </a:r>
            <a:r>
              <a:rPr lang="en-US" altLang="zh-CN" sz="1800" dirty="0">
                <a:solidFill>
                  <a:srgbClr val="800000"/>
                </a:solidFill>
                <a:ea typeface="Arial Unicode MS" pitchFamily="34" charset="-122"/>
                <a:cs typeface="Arial Unicode MS" pitchFamily="34" charset="-122"/>
              </a:rPr>
              <a:t>variable</a:t>
            </a:r>
            <a:r>
              <a:rPr lang="en-US" altLang="zh-CN" sz="1800" dirty="0">
                <a:solidFill>
                  <a:srgbClr val="FF0000"/>
                </a:solidFill>
                <a:ea typeface="Arial Unicode MS" pitchFamily="34" charset="-122"/>
                <a:cs typeface="Arial Unicode MS" pitchFamily="34" charset="-122"/>
              </a:rPr>
              <a:t> name</a:t>
            </a:r>
            <a:r>
              <a:rPr lang="en-US" altLang="zh-CN" sz="1800" dirty="0">
                <a:solidFill>
                  <a:srgbClr val="0000FF"/>
                </a:solidFill>
                <a:ea typeface="Arial Unicode MS" pitchFamily="34" charset="-122"/>
                <a:cs typeface="Arial Unicode MS" pitchFamily="34" charset="-122"/>
              </a:rPr>
              <a:t>="</a:t>
            </a:r>
            <a:r>
              <a:rPr lang="en-US" altLang="zh-CN" sz="1800" dirty="0" err="1">
                <a:solidFill>
                  <a:srgbClr val="000000"/>
                </a:solidFill>
                <a:ea typeface="Arial Unicode MS" pitchFamily="34" charset="-122"/>
                <a:cs typeface="Arial Unicode MS" pitchFamily="34" charset="-122"/>
              </a:rPr>
              <a:t>PurchaseOrder</a:t>
            </a:r>
            <a:r>
              <a:rPr lang="en-US" altLang="zh-CN" sz="1800" dirty="0">
                <a:solidFill>
                  <a:srgbClr val="0000FF"/>
                </a:solidFill>
                <a:ea typeface="Arial Unicode MS" pitchFamily="34" charset="-122"/>
                <a:cs typeface="Arial Unicode MS" pitchFamily="34" charset="-122"/>
              </a:rPr>
              <a:t>"</a:t>
            </a:r>
            <a:r>
              <a:rPr lang="en-US" altLang="zh-CN" sz="1800" dirty="0">
                <a:solidFill>
                  <a:srgbClr val="FF0000"/>
                </a:solidFill>
                <a:ea typeface="Arial Unicode MS" pitchFamily="34" charset="-122"/>
                <a:cs typeface="Arial Unicode MS" pitchFamily="34" charset="-122"/>
              </a:rPr>
              <a:t> </a:t>
            </a:r>
            <a:r>
              <a:rPr lang="en-US" altLang="zh-CN" sz="1800" dirty="0" err="1">
                <a:solidFill>
                  <a:srgbClr val="FF0000"/>
                </a:solidFill>
                <a:ea typeface="Arial Unicode MS" pitchFamily="34" charset="-122"/>
                <a:cs typeface="Arial Unicode MS" pitchFamily="34" charset="-122"/>
              </a:rPr>
              <a:t>messageType</a:t>
            </a:r>
            <a:r>
              <a:rPr lang="en-US" altLang="zh-CN" sz="1800" dirty="0">
                <a:solidFill>
                  <a:srgbClr val="0000FF"/>
                </a:solidFill>
                <a:ea typeface="Arial Unicode MS" pitchFamily="34" charset="-122"/>
                <a:cs typeface="Arial Unicode MS" pitchFamily="34" charset="-122"/>
              </a:rPr>
              <a:t>="</a:t>
            </a:r>
            <a:r>
              <a:rPr lang="en-US" altLang="zh-CN" sz="1800" dirty="0" err="1">
                <a:solidFill>
                  <a:srgbClr val="000000"/>
                </a:solidFill>
                <a:ea typeface="Arial Unicode MS" pitchFamily="34" charset="-122"/>
                <a:cs typeface="Arial Unicode MS" pitchFamily="34" charset="-122"/>
              </a:rPr>
              <a:t>lns:PurchaseOrderMessage</a:t>
            </a:r>
            <a:r>
              <a:rPr lang="en-US" altLang="zh-CN" sz="1800" dirty="0">
                <a:solidFill>
                  <a:srgbClr val="0000FF"/>
                </a:solidFill>
                <a:ea typeface="Arial Unicode MS" pitchFamily="34" charset="-122"/>
                <a:cs typeface="Arial Unicode MS" pitchFamily="34" charset="-122"/>
              </a:rPr>
              <a:t>"/&gt;</a:t>
            </a:r>
            <a:endParaRPr lang="en-US" altLang="zh-CN" sz="1800" dirty="0">
              <a:solidFill>
                <a:srgbClr val="000000"/>
              </a:solidFill>
              <a:ea typeface="Arial Unicode MS" pitchFamily="34" charset="-122"/>
              <a:cs typeface="Arial Unicode MS" pitchFamily="34" charset="-122"/>
            </a:endParaRPr>
          </a:p>
          <a:p>
            <a:pPr>
              <a:spcBef>
                <a:spcPct val="0"/>
              </a:spcBef>
              <a:buClrTx/>
              <a:buFontTx/>
              <a:buNone/>
            </a:pPr>
            <a:r>
              <a:rPr lang="en-US" altLang="zh-CN" sz="1800" dirty="0">
                <a:solidFill>
                  <a:srgbClr val="000000"/>
                </a:solidFill>
                <a:ea typeface="Arial Unicode MS" pitchFamily="34" charset="-122"/>
                <a:cs typeface="Arial Unicode MS" pitchFamily="34" charset="-122"/>
              </a:rPr>
              <a:t>		</a:t>
            </a:r>
            <a:r>
              <a:rPr lang="en-US" altLang="zh-CN" sz="1800" dirty="0">
                <a:solidFill>
                  <a:srgbClr val="0000FF"/>
                </a:solidFill>
                <a:ea typeface="Arial Unicode MS" pitchFamily="34" charset="-122"/>
                <a:cs typeface="Arial Unicode MS" pitchFamily="34" charset="-122"/>
              </a:rPr>
              <a:t>&lt;</a:t>
            </a:r>
            <a:r>
              <a:rPr lang="en-US" altLang="zh-CN" sz="1800" dirty="0">
                <a:solidFill>
                  <a:srgbClr val="800000"/>
                </a:solidFill>
                <a:ea typeface="Arial Unicode MS" pitchFamily="34" charset="-122"/>
                <a:cs typeface="Arial Unicode MS" pitchFamily="34" charset="-122"/>
              </a:rPr>
              <a:t>variable</a:t>
            </a:r>
            <a:r>
              <a:rPr lang="en-US" altLang="zh-CN" sz="1800" dirty="0">
                <a:solidFill>
                  <a:srgbClr val="FF0000"/>
                </a:solidFill>
                <a:ea typeface="Arial Unicode MS" pitchFamily="34" charset="-122"/>
                <a:cs typeface="Arial Unicode MS" pitchFamily="34" charset="-122"/>
              </a:rPr>
              <a:t> name</a:t>
            </a:r>
            <a:r>
              <a:rPr lang="en-US" altLang="zh-CN" sz="1800" dirty="0">
                <a:solidFill>
                  <a:srgbClr val="0000FF"/>
                </a:solidFill>
                <a:ea typeface="Arial Unicode MS" pitchFamily="34" charset="-122"/>
                <a:cs typeface="Arial Unicode MS" pitchFamily="34" charset="-122"/>
              </a:rPr>
              <a:t>="</a:t>
            </a:r>
            <a:r>
              <a:rPr lang="en-US" altLang="zh-CN" sz="1800" dirty="0">
                <a:solidFill>
                  <a:srgbClr val="000000"/>
                </a:solidFill>
                <a:ea typeface="Arial Unicode MS" pitchFamily="34" charset="-122"/>
                <a:cs typeface="Arial Unicode MS" pitchFamily="34" charset="-122"/>
              </a:rPr>
              <a:t>Result</a:t>
            </a:r>
            <a:r>
              <a:rPr lang="en-US" altLang="zh-CN" sz="1800" dirty="0">
                <a:solidFill>
                  <a:srgbClr val="0000FF"/>
                </a:solidFill>
                <a:ea typeface="Arial Unicode MS" pitchFamily="34" charset="-122"/>
                <a:cs typeface="Arial Unicode MS" pitchFamily="34" charset="-122"/>
              </a:rPr>
              <a:t>"</a:t>
            </a:r>
            <a:r>
              <a:rPr lang="en-US" altLang="zh-CN" sz="1800" dirty="0">
                <a:solidFill>
                  <a:srgbClr val="FF0000"/>
                </a:solidFill>
                <a:ea typeface="Arial Unicode MS" pitchFamily="34" charset="-122"/>
                <a:cs typeface="Arial Unicode MS" pitchFamily="34" charset="-122"/>
              </a:rPr>
              <a:t> </a:t>
            </a:r>
            <a:r>
              <a:rPr lang="en-US" altLang="zh-CN" sz="1800" dirty="0" err="1">
                <a:solidFill>
                  <a:srgbClr val="FF0000"/>
                </a:solidFill>
                <a:ea typeface="Arial Unicode MS" pitchFamily="34" charset="-122"/>
                <a:cs typeface="Arial Unicode MS" pitchFamily="34" charset="-122"/>
              </a:rPr>
              <a:t>messageType</a:t>
            </a:r>
            <a:r>
              <a:rPr lang="en-US" altLang="zh-CN" sz="1800" dirty="0">
                <a:solidFill>
                  <a:srgbClr val="0000FF"/>
                </a:solidFill>
                <a:ea typeface="Arial Unicode MS" pitchFamily="34" charset="-122"/>
                <a:cs typeface="Arial Unicode MS" pitchFamily="34" charset="-122"/>
              </a:rPr>
              <a:t>="</a:t>
            </a:r>
            <a:r>
              <a:rPr lang="en-US" altLang="zh-CN" sz="1800" dirty="0" err="1">
                <a:solidFill>
                  <a:srgbClr val="000000"/>
                </a:solidFill>
                <a:ea typeface="Arial Unicode MS" pitchFamily="34" charset="-122"/>
                <a:cs typeface="Arial Unicode MS" pitchFamily="34" charset="-122"/>
              </a:rPr>
              <a:t>lns:ResultMessage</a:t>
            </a:r>
            <a:r>
              <a:rPr lang="en-US" altLang="zh-CN" sz="1800" dirty="0">
                <a:solidFill>
                  <a:srgbClr val="0000FF"/>
                </a:solidFill>
                <a:ea typeface="Arial Unicode MS" pitchFamily="34" charset="-122"/>
                <a:cs typeface="Arial Unicode MS" pitchFamily="34" charset="-122"/>
              </a:rPr>
              <a:t>"/&gt;</a:t>
            </a:r>
            <a:endParaRPr lang="en-US" altLang="zh-CN" sz="1800" dirty="0">
              <a:solidFill>
                <a:srgbClr val="000000"/>
              </a:solidFill>
              <a:ea typeface="Arial Unicode MS" pitchFamily="34" charset="-122"/>
              <a:cs typeface="Arial Unicode MS" pitchFamily="34" charset="-122"/>
            </a:endParaRPr>
          </a:p>
          <a:p>
            <a:pPr>
              <a:spcBef>
                <a:spcPct val="0"/>
              </a:spcBef>
              <a:buClrTx/>
              <a:buFontTx/>
              <a:buNone/>
            </a:pPr>
            <a:r>
              <a:rPr lang="en-US" altLang="zh-CN" sz="1800" dirty="0">
                <a:solidFill>
                  <a:srgbClr val="000000"/>
                </a:solidFill>
                <a:ea typeface="Arial Unicode MS" pitchFamily="34" charset="-122"/>
                <a:cs typeface="Arial Unicode MS" pitchFamily="34" charset="-122"/>
              </a:rPr>
              <a:t>		</a:t>
            </a:r>
            <a:r>
              <a:rPr lang="en-US" altLang="zh-CN" sz="1800" dirty="0">
                <a:solidFill>
                  <a:srgbClr val="0000FF"/>
                </a:solidFill>
                <a:ea typeface="Arial Unicode MS" pitchFamily="34" charset="-122"/>
                <a:cs typeface="Arial Unicode MS" pitchFamily="34" charset="-122"/>
              </a:rPr>
              <a:t>&lt;</a:t>
            </a:r>
            <a:r>
              <a:rPr lang="en-US" altLang="zh-CN" sz="1800" dirty="0">
                <a:solidFill>
                  <a:srgbClr val="800000"/>
                </a:solidFill>
                <a:ea typeface="Arial Unicode MS" pitchFamily="34" charset="-122"/>
                <a:cs typeface="Arial Unicode MS" pitchFamily="34" charset="-122"/>
              </a:rPr>
              <a:t>variable</a:t>
            </a:r>
            <a:r>
              <a:rPr lang="en-US" altLang="zh-CN" sz="1800" dirty="0">
                <a:solidFill>
                  <a:srgbClr val="FF0000"/>
                </a:solidFill>
                <a:ea typeface="Arial Unicode MS" pitchFamily="34" charset="-122"/>
                <a:cs typeface="Arial Unicode MS" pitchFamily="34" charset="-122"/>
              </a:rPr>
              <a:t> name</a:t>
            </a:r>
            <a:r>
              <a:rPr lang="en-US" altLang="zh-CN" sz="1800" dirty="0">
                <a:solidFill>
                  <a:srgbClr val="0000FF"/>
                </a:solidFill>
                <a:ea typeface="Arial Unicode MS" pitchFamily="34" charset="-122"/>
                <a:cs typeface="Arial Unicode MS" pitchFamily="34" charset="-122"/>
              </a:rPr>
              <a:t>="</a:t>
            </a:r>
            <a:r>
              <a:rPr lang="en-US" altLang="zh-CN" sz="1800" dirty="0" err="1">
                <a:solidFill>
                  <a:srgbClr val="000000"/>
                </a:solidFill>
                <a:ea typeface="Arial Unicode MS" pitchFamily="34" charset="-122"/>
                <a:cs typeface="Arial Unicode MS" pitchFamily="34" charset="-122"/>
              </a:rPr>
              <a:t>ShippingRequest</a:t>
            </a:r>
            <a:r>
              <a:rPr lang="en-US" altLang="zh-CN" sz="1800" dirty="0">
                <a:solidFill>
                  <a:srgbClr val="0000FF"/>
                </a:solidFill>
                <a:ea typeface="Arial Unicode MS" pitchFamily="34" charset="-122"/>
                <a:cs typeface="Arial Unicode MS" pitchFamily="34" charset="-122"/>
              </a:rPr>
              <a:t>"</a:t>
            </a:r>
            <a:r>
              <a:rPr lang="en-US" altLang="zh-CN" sz="1800" dirty="0">
                <a:solidFill>
                  <a:srgbClr val="FF0000"/>
                </a:solidFill>
                <a:ea typeface="Arial Unicode MS" pitchFamily="34" charset="-122"/>
                <a:cs typeface="Arial Unicode MS" pitchFamily="34" charset="-122"/>
              </a:rPr>
              <a:t> </a:t>
            </a:r>
            <a:r>
              <a:rPr lang="en-US" altLang="zh-CN" sz="1800" dirty="0" err="1">
                <a:solidFill>
                  <a:srgbClr val="FF0000"/>
                </a:solidFill>
                <a:ea typeface="Arial Unicode MS" pitchFamily="34" charset="-122"/>
                <a:cs typeface="Arial Unicode MS" pitchFamily="34" charset="-122"/>
              </a:rPr>
              <a:t>messageType</a:t>
            </a:r>
            <a:r>
              <a:rPr lang="en-US" altLang="zh-CN" sz="1800" dirty="0">
                <a:solidFill>
                  <a:srgbClr val="0000FF"/>
                </a:solidFill>
                <a:ea typeface="Arial Unicode MS" pitchFamily="34" charset="-122"/>
                <a:cs typeface="Arial Unicode MS" pitchFamily="34" charset="-122"/>
              </a:rPr>
              <a:t>="</a:t>
            </a:r>
            <a:r>
              <a:rPr lang="en-US" altLang="zh-CN" sz="1800" dirty="0" err="1">
                <a:solidFill>
                  <a:srgbClr val="000000"/>
                </a:solidFill>
                <a:ea typeface="Arial Unicode MS" pitchFamily="34" charset="-122"/>
                <a:cs typeface="Arial Unicode MS" pitchFamily="34" charset="-122"/>
              </a:rPr>
              <a:t>lns:shippingRequestMessage</a:t>
            </a:r>
            <a:r>
              <a:rPr lang="en-US" altLang="zh-CN" sz="1800" dirty="0">
                <a:solidFill>
                  <a:srgbClr val="0000FF"/>
                </a:solidFill>
                <a:ea typeface="Arial Unicode MS" pitchFamily="34" charset="-122"/>
                <a:cs typeface="Arial Unicode MS" pitchFamily="34" charset="-122"/>
              </a:rPr>
              <a:t>"/&gt;</a:t>
            </a:r>
            <a:endParaRPr lang="en-US" altLang="zh-CN" sz="1800" dirty="0">
              <a:solidFill>
                <a:srgbClr val="000000"/>
              </a:solidFill>
              <a:ea typeface="Arial Unicode MS" pitchFamily="34" charset="-122"/>
              <a:cs typeface="Arial Unicode MS" pitchFamily="34" charset="-122"/>
            </a:endParaRPr>
          </a:p>
          <a:p>
            <a:pPr>
              <a:spcBef>
                <a:spcPct val="0"/>
              </a:spcBef>
              <a:buClrTx/>
              <a:buFontTx/>
              <a:buNone/>
            </a:pPr>
            <a:r>
              <a:rPr lang="en-US" altLang="zh-CN" sz="1800" dirty="0">
                <a:solidFill>
                  <a:srgbClr val="000000"/>
                </a:solidFill>
                <a:ea typeface="Arial Unicode MS" pitchFamily="34" charset="-122"/>
                <a:cs typeface="Arial Unicode MS" pitchFamily="34" charset="-122"/>
              </a:rPr>
              <a:t>		</a:t>
            </a:r>
            <a:r>
              <a:rPr lang="en-US" altLang="zh-CN" sz="1800" dirty="0">
                <a:solidFill>
                  <a:srgbClr val="0000FF"/>
                </a:solidFill>
                <a:ea typeface="Arial Unicode MS" pitchFamily="34" charset="-122"/>
                <a:cs typeface="Arial Unicode MS" pitchFamily="34" charset="-122"/>
              </a:rPr>
              <a:t>&lt;</a:t>
            </a:r>
            <a:r>
              <a:rPr lang="en-US" altLang="zh-CN" sz="1800" dirty="0">
                <a:solidFill>
                  <a:srgbClr val="800000"/>
                </a:solidFill>
                <a:ea typeface="Arial Unicode MS" pitchFamily="34" charset="-122"/>
                <a:cs typeface="Arial Unicode MS" pitchFamily="34" charset="-122"/>
              </a:rPr>
              <a:t>variable</a:t>
            </a:r>
            <a:r>
              <a:rPr lang="en-US" altLang="zh-CN" sz="1800" dirty="0">
                <a:solidFill>
                  <a:srgbClr val="FF0000"/>
                </a:solidFill>
                <a:ea typeface="Arial Unicode MS" pitchFamily="34" charset="-122"/>
                <a:cs typeface="Arial Unicode MS" pitchFamily="34" charset="-122"/>
              </a:rPr>
              <a:t> name</a:t>
            </a:r>
            <a:r>
              <a:rPr lang="en-US" altLang="zh-CN" sz="1800" dirty="0">
                <a:solidFill>
                  <a:srgbClr val="0000FF"/>
                </a:solidFill>
                <a:ea typeface="Arial Unicode MS" pitchFamily="34" charset="-122"/>
                <a:cs typeface="Arial Unicode MS" pitchFamily="34" charset="-122"/>
              </a:rPr>
              <a:t>="</a:t>
            </a:r>
            <a:r>
              <a:rPr lang="en-US" altLang="zh-CN" sz="1800" dirty="0" err="1">
                <a:solidFill>
                  <a:srgbClr val="000000"/>
                </a:solidFill>
                <a:ea typeface="Arial Unicode MS" pitchFamily="34" charset="-122"/>
                <a:cs typeface="Arial Unicode MS" pitchFamily="34" charset="-122"/>
              </a:rPr>
              <a:t>ShippingResponse</a:t>
            </a:r>
            <a:r>
              <a:rPr lang="en-US" altLang="zh-CN" sz="1800" dirty="0">
                <a:solidFill>
                  <a:srgbClr val="0000FF"/>
                </a:solidFill>
                <a:ea typeface="Arial Unicode MS" pitchFamily="34" charset="-122"/>
                <a:cs typeface="Arial Unicode MS" pitchFamily="34" charset="-122"/>
              </a:rPr>
              <a:t>"</a:t>
            </a:r>
            <a:r>
              <a:rPr lang="en-US" altLang="zh-CN" sz="1800" dirty="0">
                <a:solidFill>
                  <a:srgbClr val="FF0000"/>
                </a:solidFill>
                <a:ea typeface="Arial Unicode MS" pitchFamily="34" charset="-122"/>
                <a:cs typeface="Arial Unicode MS" pitchFamily="34" charset="-122"/>
              </a:rPr>
              <a:t> </a:t>
            </a:r>
            <a:r>
              <a:rPr lang="en-US" altLang="zh-CN" sz="1800" dirty="0" err="1">
                <a:solidFill>
                  <a:srgbClr val="FF0000"/>
                </a:solidFill>
                <a:ea typeface="Arial Unicode MS" pitchFamily="34" charset="-122"/>
                <a:cs typeface="Arial Unicode MS" pitchFamily="34" charset="-122"/>
              </a:rPr>
              <a:t>messageType</a:t>
            </a:r>
            <a:r>
              <a:rPr lang="en-US" altLang="zh-CN" sz="1800" dirty="0">
                <a:solidFill>
                  <a:srgbClr val="0000FF"/>
                </a:solidFill>
                <a:ea typeface="Arial Unicode MS" pitchFamily="34" charset="-122"/>
                <a:cs typeface="Arial Unicode MS" pitchFamily="34" charset="-122"/>
              </a:rPr>
              <a:t>="</a:t>
            </a:r>
            <a:r>
              <a:rPr lang="en-US" altLang="zh-CN" sz="1800" dirty="0" err="1">
                <a:solidFill>
                  <a:srgbClr val="000000"/>
                </a:solidFill>
                <a:ea typeface="Arial Unicode MS" pitchFamily="34" charset="-122"/>
                <a:cs typeface="Arial Unicode MS" pitchFamily="34" charset="-122"/>
              </a:rPr>
              <a:t>lns:shippingResponseMessage</a:t>
            </a:r>
            <a:r>
              <a:rPr lang="en-US" altLang="zh-CN" sz="1800" dirty="0">
                <a:solidFill>
                  <a:srgbClr val="0000FF"/>
                </a:solidFill>
                <a:ea typeface="Arial Unicode MS" pitchFamily="34" charset="-122"/>
                <a:cs typeface="Arial Unicode MS" pitchFamily="34" charset="-122"/>
              </a:rPr>
              <a:t>"/&gt;</a:t>
            </a:r>
            <a:endParaRPr lang="en-US" altLang="zh-CN" sz="1800" dirty="0">
              <a:solidFill>
                <a:srgbClr val="000000"/>
              </a:solidFill>
              <a:ea typeface="Arial Unicode MS" pitchFamily="34" charset="-122"/>
              <a:cs typeface="Arial Unicode MS" pitchFamily="34" charset="-122"/>
            </a:endParaRPr>
          </a:p>
          <a:p>
            <a:pPr>
              <a:spcBef>
                <a:spcPct val="0"/>
              </a:spcBef>
              <a:buClrTx/>
              <a:buFontTx/>
              <a:buNone/>
            </a:pPr>
            <a:r>
              <a:rPr lang="en-US" altLang="zh-CN" sz="1800" dirty="0">
                <a:solidFill>
                  <a:srgbClr val="000000"/>
                </a:solidFill>
                <a:ea typeface="Arial Unicode MS" pitchFamily="34" charset="-122"/>
                <a:cs typeface="Arial Unicode MS" pitchFamily="34" charset="-122"/>
              </a:rPr>
              <a:t>		</a:t>
            </a:r>
            <a:r>
              <a:rPr lang="en-US" altLang="zh-CN" sz="1800" dirty="0">
                <a:solidFill>
                  <a:srgbClr val="0000FF"/>
                </a:solidFill>
                <a:ea typeface="Arial Unicode MS" pitchFamily="34" charset="-122"/>
                <a:cs typeface="Arial Unicode MS" pitchFamily="34" charset="-122"/>
              </a:rPr>
              <a:t>&lt;</a:t>
            </a:r>
            <a:r>
              <a:rPr lang="en-US" altLang="zh-CN" sz="1800" dirty="0">
                <a:solidFill>
                  <a:srgbClr val="800000"/>
                </a:solidFill>
                <a:ea typeface="Arial Unicode MS" pitchFamily="34" charset="-122"/>
                <a:cs typeface="Arial Unicode MS" pitchFamily="34" charset="-122"/>
              </a:rPr>
              <a:t>variable</a:t>
            </a:r>
            <a:r>
              <a:rPr lang="en-US" altLang="zh-CN" sz="1800" dirty="0">
                <a:solidFill>
                  <a:srgbClr val="FF0000"/>
                </a:solidFill>
                <a:ea typeface="Arial Unicode MS" pitchFamily="34" charset="-122"/>
                <a:cs typeface="Arial Unicode MS" pitchFamily="34" charset="-122"/>
              </a:rPr>
              <a:t> name</a:t>
            </a:r>
            <a:r>
              <a:rPr lang="en-US" altLang="zh-CN" sz="1800" dirty="0">
                <a:solidFill>
                  <a:srgbClr val="0000FF"/>
                </a:solidFill>
                <a:ea typeface="Arial Unicode MS" pitchFamily="34" charset="-122"/>
                <a:cs typeface="Arial Unicode MS" pitchFamily="34" charset="-122"/>
              </a:rPr>
              <a:t>="</a:t>
            </a:r>
            <a:r>
              <a:rPr lang="en-US" altLang="zh-CN" sz="1800" dirty="0" err="1">
                <a:solidFill>
                  <a:srgbClr val="000000"/>
                </a:solidFill>
                <a:ea typeface="Arial Unicode MS" pitchFamily="34" charset="-122"/>
                <a:cs typeface="Arial Unicode MS" pitchFamily="34" charset="-122"/>
              </a:rPr>
              <a:t>PaymentRequest</a:t>
            </a:r>
            <a:r>
              <a:rPr lang="en-US" altLang="zh-CN" sz="1800" dirty="0">
                <a:solidFill>
                  <a:srgbClr val="0000FF"/>
                </a:solidFill>
                <a:ea typeface="Arial Unicode MS" pitchFamily="34" charset="-122"/>
                <a:cs typeface="Arial Unicode MS" pitchFamily="34" charset="-122"/>
              </a:rPr>
              <a:t>"</a:t>
            </a:r>
            <a:r>
              <a:rPr lang="en-US" altLang="zh-CN" sz="1800" dirty="0">
                <a:solidFill>
                  <a:srgbClr val="FF0000"/>
                </a:solidFill>
                <a:ea typeface="Arial Unicode MS" pitchFamily="34" charset="-122"/>
                <a:cs typeface="Arial Unicode MS" pitchFamily="34" charset="-122"/>
              </a:rPr>
              <a:t> </a:t>
            </a:r>
            <a:r>
              <a:rPr lang="en-US" altLang="zh-CN" sz="1800" dirty="0" err="1">
                <a:solidFill>
                  <a:srgbClr val="FF0000"/>
                </a:solidFill>
                <a:ea typeface="Arial Unicode MS" pitchFamily="34" charset="-122"/>
                <a:cs typeface="Arial Unicode MS" pitchFamily="34" charset="-122"/>
              </a:rPr>
              <a:t>messageType</a:t>
            </a:r>
            <a:r>
              <a:rPr lang="en-US" altLang="zh-CN" sz="1800" dirty="0">
                <a:solidFill>
                  <a:srgbClr val="0000FF"/>
                </a:solidFill>
                <a:ea typeface="Arial Unicode MS" pitchFamily="34" charset="-122"/>
                <a:cs typeface="Arial Unicode MS" pitchFamily="34" charset="-122"/>
              </a:rPr>
              <a:t>="</a:t>
            </a:r>
            <a:r>
              <a:rPr lang="en-US" altLang="zh-CN" sz="1800" dirty="0" err="1">
                <a:solidFill>
                  <a:srgbClr val="000000"/>
                </a:solidFill>
                <a:ea typeface="Arial Unicode MS" pitchFamily="34" charset="-122"/>
                <a:cs typeface="Arial Unicode MS" pitchFamily="34" charset="-122"/>
              </a:rPr>
              <a:t>lns:paymentRequestMessage</a:t>
            </a:r>
            <a:r>
              <a:rPr lang="en-US" altLang="zh-CN" sz="1800" dirty="0">
                <a:solidFill>
                  <a:srgbClr val="0000FF"/>
                </a:solidFill>
                <a:ea typeface="Arial Unicode MS" pitchFamily="34" charset="-122"/>
                <a:cs typeface="Arial Unicode MS" pitchFamily="34" charset="-122"/>
              </a:rPr>
              <a:t>"/&gt;</a:t>
            </a:r>
            <a:endParaRPr lang="en-US" altLang="zh-CN" sz="1800" dirty="0">
              <a:solidFill>
                <a:srgbClr val="000000"/>
              </a:solidFill>
              <a:ea typeface="Arial Unicode MS" pitchFamily="34" charset="-122"/>
              <a:cs typeface="Arial Unicode MS" pitchFamily="34" charset="-122"/>
            </a:endParaRPr>
          </a:p>
          <a:p>
            <a:pPr>
              <a:spcBef>
                <a:spcPct val="0"/>
              </a:spcBef>
              <a:buClrTx/>
              <a:buFontTx/>
              <a:buNone/>
            </a:pPr>
            <a:r>
              <a:rPr lang="en-US" altLang="zh-CN" sz="1800" dirty="0">
                <a:solidFill>
                  <a:srgbClr val="000000"/>
                </a:solidFill>
                <a:ea typeface="Arial Unicode MS" pitchFamily="34" charset="-122"/>
                <a:cs typeface="Arial Unicode MS" pitchFamily="34" charset="-122"/>
              </a:rPr>
              <a:t>		</a:t>
            </a:r>
            <a:r>
              <a:rPr lang="en-US" altLang="zh-CN" sz="1800" dirty="0">
                <a:solidFill>
                  <a:srgbClr val="0000FF"/>
                </a:solidFill>
                <a:ea typeface="Arial Unicode MS" pitchFamily="34" charset="-122"/>
                <a:cs typeface="Arial Unicode MS" pitchFamily="34" charset="-122"/>
              </a:rPr>
              <a:t>&lt;</a:t>
            </a:r>
            <a:r>
              <a:rPr lang="en-US" altLang="zh-CN" sz="1800" dirty="0">
                <a:solidFill>
                  <a:srgbClr val="800000"/>
                </a:solidFill>
                <a:ea typeface="Arial Unicode MS" pitchFamily="34" charset="-122"/>
                <a:cs typeface="Arial Unicode MS" pitchFamily="34" charset="-122"/>
              </a:rPr>
              <a:t>variable</a:t>
            </a:r>
            <a:r>
              <a:rPr lang="en-US" altLang="zh-CN" sz="1800" dirty="0">
                <a:solidFill>
                  <a:srgbClr val="FF0000"/>
                </a:solidFill>
                <a:ea typeface="Arial Unicode MS" pitchFamily="34" charset="-122"/>
                <a:cs typeface="Arial Unicode MS" pitchFamily="34" charset="-122"/>
              </a:rPr>
              <a:t> name</a:t>
            </a:r>
            <a:r>
              <a:rPr lang="en-US" altLang="zh-CN" sz="1800" dirty="0">
                <a:solidFill>
                  <a:srgbClr val="0000FF"/>
                </a:solidFill>
                <a:ea typeface="Arial Unicode MS" pitchFamily="34" charset="-122"/>
                <a:cs typeface="Arial Unicode MS" pitchFamily="34" charset="-122"/>
              </a:rPr>
              <a:t>="</a:t>
            </a:r>
            <a:r>
              <a:rPr lang="en-US" altLang="zh-CN" sz="1800" dirty="0" err="1">
                <a:solidFill>
                  <a:srgbClr val="000000"/>
                </a:solidFill>
                <a:ea typeface="Arial Unicode MS" pitchFamily="34" charset="-122"/>
                <a:cs typeface="Arial Unicode MS" pitchFamily="34" charset="-122"/>
              </a:rPr>
              <a:t>PaymentResponset</a:t>
            </a:r>
            <a:r>
              <a:rPr lang="en-US" altLang="zh-CN" sz="1800" dirty="0">
                <a:solidFill>
                  <a:srgbClr val="0000FF"/>
                </a:solidFill>
                <a:ea typeface="Arial Unicode MS" pitchFamily="34" charset="-122"/>
                <a:cs typeface="Arial Unicode MS" pitchFamily="34" charset="-122"/>
              </a:rPr>
              <a:t>"</a:t>
            </a:r>
            <a:r>
              <a:rPr lang="en-US" altLang="zh-CN" sz="1800" dirty="0">
                <a:solidFill>
                  <a:srgbClr val="FF0000"/>
                </a:solidFill>
                <a:ea typeface="Arial Unicode MS" pitchFamily="34" charset="-122"/>
                <a:cs typeface="Arial Unicode MS" pitchFamily="34" charset="-122"/>
              </a:rPr>
              <a:t> </a:t>
            </a:r>
            <a:r>
              <a:rPr lang="en-US" altLang="zh-CN" sz="1800" dirty="0" err="1">
                <a:solidFill>
                  <a:srgbClr val="FF0000"/>
                </a:solidFill>
                <a:ea typeface="Arial Unicode MS" pitchFamily="34" charset="-122"/>
                <a:cs typeface="Arial Unicode MS" pitchFamily="34" charset="-122"/>
              </a:rPr>
              <a:t>messageType</a:t>
            </a:r>
            <a:r>
              <a:rPr lang="en-US" altLang="zh-CN" sz="1800" dirty="0">
                <a:solidFill>
                  <a:srgbClr val="0000FF"/>
                </a:solidFill>
                <a:ea typeface="Arial Unicode MS" pitchFamily="34" charset="-122"/>
                <a:cs typeface="Arial Unicode MS" pitchFamily="34" charset="-122"/>
              </a:rPr>
              <a:t>="</a:t>
            </a:r>
            <a:r>
              <a:rPr lang="en-US" altLang="zh-CN" sz="1800" dirty="0" err="1">
                <a:solidFill>
                  <a:srgbClr val="000000"/>
                </a:solidFill>
                <a:ea typeface="Arial Unicode MS" pitchFamily="34" charset="-122"/>
                <a:cs typeface="Arial Unicode MS" pitchFamily="34" charset="-122"/>
              </a:rPr>
              <a:t>lns:paymentResponseMessage</a:t>
            </a:r>
            <a:r>
              <a:rPr lang="en-US" altLang="zh-CN" sz="1800" dirty="0">
                <a:solidFill>
                  <a:srgbClr val="0000FF"/>
                </a:solidFill>
                <a:ea typeface="Arial Unicode MS" pitchFamily="34" charset="-122"/>
                <a:cs typeface="Arial Unicode MS" pitchFamily="34" charset="-122"/>
              </a:rPr>
              <a:t>"/&gt;</a:t>
            </a:r>
            <a:endParaRPr lang="en-US" altLang="zh-CN" sz="1800" dirty="0">
              <a:solidFill>
                <a:srgbClr val="000000"/>
              </a:solidFill>
              <a:ea typeface="Arial Unicode MS" pitchFamily="34" charset="-122"/>
              <a:cs typeface="Arial Unicode MS" pitchFamily="34" charset="-122"/>
            </a:endParaRPr>
          </a:p>
          <a:p>
            <a:pPr>
              <a:spcBef>
                <a:spcPct val="0"/>
              </a:spcBef>
              <a:buClrTx/>
              <a:buFontTx/>
              <a:buNone/>
            </a:pPr>
            <a:r>
              <a:rPr lang="en-US" altLang="zh-CN" sz="1800" dirty="0">
                <a:solidFill>
                  <a:srgbClr val="000000"/>
                </a:solidFill>
                <a:ea typeface="Arial Unicode MS" pitchFamily="34" charset="-122"/>
                <a:cs typeface="Arial Unicode MS" pitchFamily="34" charset="-122"/>
              </a:rPr>
              <a:t>	</a:t>
            </a:r>
            <a:r>
              <a:rPr lang="en-US" altLang="zh-CN" sz="1800" dirty="0">
                <a:solidFill>
                  <a:srgbClr val="0000FF"/>
                </a:solidFill>
                <a:ea typeface="Arial Unicode MS" pitchFamily="34" charset="-122"/>
                <a:cs typeface="Arial Unicode MS" pitchFamily="34" charset="-122"/>
              </a:rPr>
              <a:t>&lt;/</a:t>
            </a:r>
            <a:r>
              <a:rPr lang="en-US" altLang="zh-CN" sz="1800" dirty="0">
                <a:solidFill>
                  <a:srgbClr val="800000"/>
                </a:solidFill>
                <a:ea typeface="Arial Unicode MS" pitchFamily="34" charset="-122"/>
                <a:cs typeface="Arial Unicode MS" pitchFamily="34" charset="-122"/>
              </a:rPr>
              <a:t>variables</a:t>
            </a:r>
            <a:r>
              <a:rPr lang="en-US" altLang="zh-CN" sz="1800" dirty="0">
                <a:solidFill>
                  <a:srgbClr val="0000FF"/>
                </a:solidFill>
                <a:ea typeface="Arial Unicode MS" pitchFamily="34" charset="-122"/>
                <a:cs typeface="Arial Unicode MS" pitchFamily="34" charset="-122"/>
              </a:rPr>
              <a:t>&gt;</a:t>
            </a:r>
            <a:endParaRPr lang="en-US" altLang="zh-CN" sz="1800" dirty="0">
              <a:solidFill>
                <a:srgbClr val="000000"/>
              </a:solidFill>
              <a:ea typeface="Arial Unicode MS" pitchFamily="34" charset="-122"/>
              <a:cs typeface="Arial Unicode MS" pitchFamily="34" charset="-122"/>
            </a:endParaRPr>
          </a:p>
        </p:txBody>
      </p:sp>
      <p:sp>
        <p:nvSpPr>
          <p:cNvPr id="56324" name="灯片编号占位符 5"/>
          <p:cNvSpPr>
            <a:spLocks noGrp="1"/>
          </p:cNvSpPr>
          <p:nvPr>
            <p:ph type="sldNum" sz="quarter" idx="10"/>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fontAlgn="base">
              <a:spcBef>
                <a:spcPct val="0"/>
              </a:spcBef>
              <a:spcAft>
                <a:spcPct val="0"/>
              </a:spcAft>
              <a:defRPr sz="1200" kern="1200">
                <a:solidFill>
                  <a:schemeClr val="tx1"/>
                </a:solidFill>
                <a:latin typeface="+mj-lt"/>
                <a:ea typeface="宋体"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eaLnBrk="1" hangingPunct="1"/>
            <a:fld id="{C2FAFEC3-FCF9-4793-BD53-13ACF2C4D1E4}" type="slidenum">
              <a:rPr lang="en-US" altLang="zh-CN" smtClean="0"/>
              <a:pPr>
                <a:defRPr/>
              </a:pPr>
              <a:t>23</a:t>
            </a:fld>
            <a:endParaRPr lang="en-US" altLang="zh-CN"/>
          </a:p>
        </p:txBody>
      </p:sp>
      <p:sp>
        <p:nvSpPr>
          <p:cNvPr id="262150" name="Line 6"/>
          <p:cNvSpPr>
            <a:spLocks noChangeShapeType="1"/>
          </p:cNvSpPr>
          <p:nvPr/>
        </p:nvSpPr>
        <p:spPr bwMode="auto">
          <a:xfrm flipH="1">
            <a:off x="7019925" y="2565400"/>
            <a:ext cx="0" cy="5048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2151" name="Text Box 7"/>
          <p:cNvSpPr txBox="1">
            <a:spLocks noChangeArrowheads="1"/>
          </p:cNvSpPr>
          <p:nvPr/>
        </p:nvSpPr>
        <p:spPr bwMode="auto">
          <a:xfrm>
            <a:off x="5867400" y="2060575"/>
            <a:ext cx="2736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a:t>Types defined in WSDL </a:t>
            </a:r>
          </a:p>
        </p:txBody>
      </p:sp>
      <p:sp>
        <p:nvSpPr>
          <p:cNvPr id="262152" name="Line 8"/>
          <p:cNvSpPr>
            <a:spLocks noChangeShapeType="1"/>
          </p:cNvSpPr>
          <p:nvPr/>
        </p:nvSpPr>
        <p:spPr bwMode="auto">
          <a:xfrm flipH="1" flipV="1">
            <a:off x="6084888" y="4149725"/>
            <a:ext cx="863600" cy="35877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2153" name="Text Box 9"/>
          <p:cNvSpPr txBox="1">
            <a:spLocks noChangeArrowheads="1"/>
          </p:cNvSpPr>
          <p:nvPr/>
        </p:nvSpPr>
        <p:spPr bwMode="auto">
          <a:xfrm>
            <a:off x="6948488" y="4221163"/>
            <a:ext cx="1871662"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a:t>Variables are used to maintain state data and process history </a:t>
            </a:r>
          </a:p>
        </p:txBody>
      </p:sp>
    </p:spTree>
    <p:custDataLst>
      <p:tags r:id="rId1"/>
    </p:custDataLst>
    <p:extLst>
      <p:ext uri="{BB962C8B-B14F-4D97-AF65-F5344CB8AC3E}">
        <p14:creationId xmlns:p14="http://schemas.microsoft.com/office/powerpoint/2010/main" val="1646568669"/>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2150"/>
                                        </p:tgtEl>
                                        <p:attrNameLst>
                                          <p:attrName>style.visibility</p:attrName>
                                        </p:attrNameLst>
                                      </p:cBhvr>
                                      <p:to>
                                        <p:strVal val="visible"/>
                                      </p:to>
                                    </p:set>
                                    <p:animEffect transition="in" filter="blinds(horizontal)">
                                      <p:cBhvr>
                                        <p:cTn id="7" dur="500"/>
                                        <p:tgtEl>
                                          <p:spTgt spid="26215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62151"/>
                                        </p:tgtEl>
                                        <p:attrNameLst>
                                          <p:attrName>style.visibility</p:attrName>
                                        </p:attrNameLst>
                                      </p:cBhvr>
                                      <p:to>
                                        <p:strVal val="visible"/>
                                      </p:to>
                                    </p:set>
                                    <p:animEffect transition="in" filter="blinds(horizontal)">
                                      <p:cBhvr>
                                        <p:cTn id="10" dur="500"/>
                                        <p:tgtEl>
                                          <p:spTgt spid="262151"/>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62152"/>
                                        </p:tgtEl>
                                        <p:attrNameLst>
                                          <p:attrName>style.visibility</p:attrName>
                                        </p:attrNameLst>
                                      </p:cBhvr>
                                      <p:to>
                                        <p:strVal val="visible"/>
                                      </p:to>
                                    </p:set>
                                    <p:animEffect transition="in" filter="blinds(horizontal)">
                                      <p:cBhvr>
                                        <p:cTn id="15" dur="500"/>
                                        <p:tgtEl>
                                          <p:spTgt spid="262152"/>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62153"/>
                                        </p:tgtEl>
                                        <p:attrNameLst>
                                          <p:attrName>style.visibility</p:attrName>
                                        </p:attrNameLst>
                                      </p:cBhvr>
                                      <p:to>
                                        <p:strVal val="visible"/>
                                      </p:to>
                                    </p:set>
                                    <p:animEffect transition="in" filter="blinds(horizontal)">
                                      <p:cBhvr>
                                        <p:cTn id="18" dur="500"/>
                                        <p:tgtEl>
                                          <p:spTgt spid="262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50" grpId="0" animBg="1"/>
      <p:bldP spid="262151" grpId="0"/>
      <p:bldP spid="262152" grpId="0" animBg="1"/>
      <p:bldP spid="26215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en-US" altLang="zh-CN">
                <a:ea typeface="宋体" pitchFamily="2" charset="-122"/>
              </a:rPr>
              <a:t>Create Business Processes (4/4)</a:t>
            </a:r>
          </a:p>
        </p:txBody>
      </p:sp>
      <p:sp>
        <p:nvSpPr>
          <p:cNvPr id="57347" name="Text Box 3"/>
          <p:cNvSpPr>
            <a:spLocks noGrp="1" noChangeArrowheads="1"/>
          </p:cNvSpPr>
          <p:nvPr>
            <p:ph idx="1"/>
          </p:nvPr>
        </p:nvSpPr>
        <p:spPr>
          <a:xfrm>
            <a:off x="468313" y="1341438"/>
            <a:ext cx="8280400" cy="5400675"/>
          </a:xfrm>
          <a:ln w="19050">
            <a:solidFill>
              <a:schemeClr val="tx1"/>
            </a:solidFill>
            <a:miter lim="800000"/>
            <a:headEnd/>
            <a:tailEnd/>
          </a:ln>
        </p:spPr>
        <p:txBody>
          <a:bodyPr/>
          <a:lstStyle/>
          <a:p>
            <a:pPr>
              <a:spcBef>
                <a:spcPct val="0"/>
              </a:spcBef>
              <a:buClrTx/>
              <a:buFontTx/>
              <a:buNone/>
            </a:pPr>
            <a:r>
              <a:rPr lang="en-US" altLang="zh-CN" sz="1400" dirty="0">
                <a:solidFill>
                  <a:srgbClr val="0000FF"/>
                </a:solidFill>
                <a:ea typeface="Arial Unicode MS" pitchFamily="34" charset="-122"/>
                <a:cs typeface="Arial Unicode MS" pitchFamily="34" charset="-122"/>
              </a:rPr>
              <a:t>&lt;!--</a:t>
            </a:r>
            <a:r>
              <a:rPr lang="en-US" altLang="zh-CN" sz="1400" dirty="0">
                <a:solidFill>
                  <a:srgbClr val="808080"/>
                </a:solidFill>
                <a:ea typeface="Arial Unicode MS" pitchFamily="34" charset="-122"/>
                <a:cs typeface="Arial Unicode MS" pitchFamily="34" charset="-122"/>
              </a:rPr>
              <a:t>define process</a:t>
            </a:r>
            <a:r>
              <a:rPr lang="en-US" altLang="zh-CN" sz="1400" dirty="0">
                <a:solidFill>
                  <a:srgbClr val="0000FF"/>
                </a:solidFill>
                <a:ea typeface="Arial Unicode MS" pitchFamily="34" charset="-122"/>
                <a:cs typeface="Arial Unicode MS" pitchFamily="34" charset="-122"/>
              </a:rPr>
              <a:t>--&gt;</a:t>
            </a:r>
            <a:endParaRPr lang="en-US" altLang="zh-CN" sz="1400" dirty="0">
              <a:solidFill>
                <a:srgbClr val="000000"/>
              </a:solidFill>
              <a:ea typeface="Arial Unicode MS" pitchFamily="34" charset="-122"/>
              <a:cs typeface="Arial Unicode MS" pitchFamily="34" charset="-122"/>
            </a:endParaRPr>
          </a:p>
          <a:p>
            <a:pPr>
              <a:spcBef>
                <a:spcPct val="0"/>
              </a:spcBef>
              <a:buClrTx/>
              <a:buFontTx/>
              <a:buNone/>
            </a:pPr>
            <a:r>
              <a:rPr lang="en-US" altLang="zh-CN" sz="1400" dirty="0">
                <a:solidFill>
                  <a:srgbClr val="000000"/>
                </a:solidFill>
                <a:ea typeface="Arial Unicode MS" pitchFamily="34" charset="-122"/>
                <a:cs typeface="Arial Unicode MS" pitchFamily="34" charset="-122"/>
              </a:rPr>
              <a:t>	</a:t>
            </a:r>
            <a:r>
              <a:rPr lang="en-US" altLang="zh-CN" sz="1400" dirty="0">
                <a:solidFill>
                  <a:srgbClr val="0000FF"/>
                </a:solidFill>
                <a:ea typeface="Arial Unicode MS" pitchFamily="34" charset="-122"/>
                <a:cs typeface="Arial Unicode MS" pitchFamily="34" charset="-122"/>
              </a:rPr>
              <a:t>&lt;</a:t>
            </a:r>
            <a:r>
              <a:rPr lang="en-US" altLang="zh-CN" sz="1400" dirty="0">
                <a:solidFill>
                  <a:srgbClr val="800000"/>
                </a:solidFill>
                <a:ea typeface="Arial Unicode MS" pitchFamily="34" charset="-122"/>
                <a:cs typeface="Arial Unicode MS" pitchFamily="34" charset="-122"/>
              </a:rPr>
              <a:t>sequence</a:t>
            </a:r>
            <a:r>
              <a:rPr lang="en-US" altLang="zh-CN" sz="1400" dirty="0">
                <a:solidFill>
                  <a:srgbClr val="0000FF"/>
                </a:solidFill>
                <a:ea typeface="Arial Unicode MS" pitchFamily="34" charset="-122"/>
                <a:cs typeface="Arial Unicode MS" pitchFamily="34" charset="-122"/>
              </a:rPr>
              <a:t>&gt;</a:t>
            </a:r>
            <a:endParaRPr lang="en-US" altLang="zh-CN" sz="1400" dirty="0">
              <a:solidFill>
                <a:srgbClr val="000000"/>
              </a:solidFill>
              <a:ea typeface="Arial Unicode MS" pitchFamily="34" charset="-122"/>
              <a:cs typeface="Arial Unicode MS" pitchFamily="34" charset="-122"/>
            </a:endParaRPr>
          </a:p>
          <a:p>
            <a:pPr>
              <a:spcBef>
                <a:spcPct val="0"/>
              </a:spcBef>
              <a:buClrTx/>
              <a:buFontTx/>
              <a:buNone/>
            </a:pPr>
            <a:r>
              <a:rPr lang="en-US" altLang="zh-CN" sz="1400" dirty="0">
                <a:solidFill>
                  <a:srgbClr val="000000"/>
                </a:solidFill>
                <a:ea typeface="Arial Unicode MS" pitchFamily="34" charset="-122"/>
                <a:cs typeface="Arial Unicode MS" pitchFamily="34" charset="-122"/>
              </a:rPr>
              <a:t>		</a:t>
            </a:r>
            <a:r>
              <a:rPr lang="en-US" altLang="zh-CN" sz="1400" dirty="0">
                <a:solidFill>
                  <a:srgbClr val="0000FF"/>
                </a:solidFill>
                <a:ea typeface="Arial Unicode MS" pitchFamily="34" charset="-122"/>
                <a:cs typeface="Arial Unicode MS" pitchFamily="34" charset="-122"/>
              </a:rPr>
              <a:t>&lt;</a:t>
            </a:r>
            <a:r>
              <a:rPr lang="en-US" altLang="zh-CN" sz="1400" dirty="0">
                <a:solidFill>
                  <a:srgbClr val="800000"/>
                </a:solidFill>
                <a:ea typeface="Arial Unicode MS" pitchFamily="34" charset="-122"/>
                <a:cs typeface="Arial Unicode MS" pitchFamily="34" charset="-122"/>
              </a:rPr>
              <a:t>receive</a:t>
            </a:r>
            <a:r>
              <a:rPr lang="en-US" altLang="zh-CN" sz="1400" dirty="0">
                <a:solidFill>
                  <a:srgbClr val="FF0000"/>
                </a:solidFill>
                <a:ea typeface="Arial Unicode MS" pitchFamily="34" charset="-122"/>
                <a:cs typeface="Arial Unicode MS" pitchFamily="34" charset="-122"/>
              </a:rPr>
              <a:t> 	</a:t>
            </a:r>
            <a:r>
              <a:rPr lang="en-US" altLang="zh-CN" sz="1400" dirty="0" err="1">
                <a:solidFill>
                  <a:srgbClr val="FF0000"/>
                </a:solidFill>
                <a:ea typeface="Arial Unicode MS" pitchFamily="34" charset="-122"/>
                <a:cs typeface="Arial Unicode MS" pitchFamily="34" charset="-122"/>
              </a:rPr>
              <a:t>partnerLink</a:t>
            </a:r>
            <a:r>
              <a:rPr lang="en-US" altLang="zh-CN" sz="1400" dirty="0">
                <a:solidFill>
                  <a:srgbClr val="0000FF"/>
                </a:solidFill>
                <a:ea typeface="Arial Unicode MS" pitchFamily="34" charset="-122"/>
                <a:cs typeface="Arial Unicode MS" pitchFamily="34" charset="-122"/>
              </a:rPr>
              <a:t>="</a:t>
            </a:r>
            <a:r>
              <a:rPr lang="en-US" altLang="zh-CN" sz="1400" dirty="0">
                <a:solidFill>
                  <a:srgbClr val="000000"/>
                </a:solidFill>
                <a:ea typeface="Arial Unicode MS" pitchFamily="34" charset="-122"/>
                <a:cs typeface="Arial Unicode MS" pitchFamily="34" charset="-122"/>
              </a:rPr>
              <a:t>purchasing</a:t>
            </a:r>
            <a:r>
              <a:rPr lang="en-US" altLang="zh-CN" sz="1400" dirty="0">
                <a:solidFill>
                  <a:srgbClr val="0000FF"/>
                </a:solidFill>
                <a:ea typeface="Arial Unicode MS" pitchFamily="34" charset="-122"/>
                <a:cs typeface="Arial Unicode MS" pitchFamily="34" charset="-122"/>
              </a:rPr>
              <a:t>"</a:t>
            </a:r>
            <a:endParaRPr lang="en-US" altLang="zh-CN" sz="1400" dirty="0">
              <a:solidFill>
                <a:srgbClr val="FF0000"/>
              </a:solidFill>
              <a:ea typeface="Arial Unicode MS" pitchFamily="34" charset="-122"/>
              <a:cs typeface="Arial Unicode MS" pitchFamily="34" charset="-122"/>
            </a:endParaRPr>
          </a:p>
          <a:p>
            <a:pPr>
              <a:spcBef>
                <a:spcPct val="0"/>
              </a:spcBef>
              <a:buClrTx/>
              <a:buFontTx/>
              <a:buNone/>
            </a:pPr>
            <a:r>
              <a:rPr lang="en-US" altLang="zh-CN" sz="1400" dirty="0">
                <a:solidFill>
                  <a:srgbClr val="FF0000"/>
                </a:solidFill>
                <a:ea typeface="Arial Unicode MS" pitchFamily="34" charset="-122"/>
                <a:cs typeface="Arial Unicode MS" pitchFamily="34" charset="-122"/>
              </a:rPr>
              <a:t>			</a:t>
            </a:r>
            <a:r>
              <a:rPr lang="en-US" altLang="zh-CN" sz="1400" dirty="0" err="1">
                <a:solidFill>
                  <a:srgbClr val="FF0000"/>
                </a:solidFill>
                <a:ea typeface="Arial Unicode MS" pitchFamily="34" charset="-122"/>
                <a:cs typeface="Arial Unicode MS" pitchFamily="34" charset="-122"/>
              </a:rPr>
              <a:t>portType</a:t>
            </a:r>
            <a:r>
              <a:rPr lang="en-US" altLang="zh-CN" sz="1400" dirty="0">
                <a:solidFill>
                  <a:srgbClr val="0000FF"/>
                </a:solidFill>
                <a:ea typeface="Arial Unicode MS" pitchFamily="34" charset="-122"/>
                <a:cs typeface="Arial Unicode MS" pitchFamily="34" charset="-122"/>
              </a:rPr>
              <a:t>="</a:t>
            </a:r>
            <a:r>
              <a:rPr lang="en-US" altLang="zh-CN" sz="1400" dirty="0" err="1">
                <a:solidFill>
                  <a:srgbClr val="000000"/>
                </a:solidFill>
                <a:ea typeface="Arial Unicode MS" pitchFamily="34" charset="-122"/>
                <a:cs typeface="Arial Unicode MS" pitchFamily="34" charset="-122"/>
              </a:rPr>
              <a:t>lns:purchaseOrderPT</a:t>
            </a:r>
            <a:r>
              <a:rPr lang="en-US" altLang="zh-CN" sz="1400" dirty="0">
                <a:solidFill>
                  <a:srgbClr val="0000FF"/>
                </a:solidFill>
                <a:ea typeface="Arial Unicode MS" pitchFamily="34" charset="-122"/>
                <a:cs typeface="Arial Unicode MS" pitchFamily="34" charset="-122"/>
              </a:rPr>
              <a:t>"</a:t>
            </a:r>
            <a:endParaRPr lang="en-US" altLang="zh-CN" sz="1400" dirty="0">
              <a:solidFill>
                <a:srgbClr val="FF0000"/>
              </a:solidFill>
              <a:ea typeface="Arial Unicode MS" pitchFamily="34" charset="-122"/>
              <a:cs typeface="Arial Unicode MS" pitchFamily="34" charset="-122"/>
            </a:endParaRPr>
          </a:p>
          <a:p>
            <a:pPr>
              <a:spcBef>
                <a:spcPct val="0"/>
              </a:spcBef>
              <a:buClrTx/>
              <a:buFontTx/>
              <a:buNone/>
            </a:pPr>
            <a:r>
              <a:rPr lang="en-US" altLang="zh-CN" sz="1400" dirty="0">
                <a:solidFill>
                  <a:srgbClr val="FF0000"/>
                </a:solidFill>
                <a:ea typeface="Arial Unicode MS" pitchFamily="34" charset="-122"/>
                <a:cs typeface="Arial Unicode MS" pitchFamily="34" charset="-122"/>
              </a:rPr>
              <a:t>			operation</a:t>
            </a:r>
            <a:r>
              <a:rPr lang="en-US" altLang="zh-CN" sz="1400" dirty="0">
                <a:solidFill>
                  <a:srgbClr val="0000FF"/>
                </a:solidFill>
                <a:ea typeface="Arial Unicode MS" pitchFamily="34" charset="-122"/>
                <a:cs typeface="Arial Unicode MS" pitchFamily="34" charset="-122"/>
              </a:rPr>
              <a:t>="</a:t>
            </a:r>
            <a:r>
              <a:rPr lang="en-US" altLang="zh-CN" sz="1400" dirty="0" err="1">
                <a:solidFill>
                  <a:srgbClr val="000000"/>
                </a:solidFill>
                <a:ea typeface="Arial Unicode MS" pitchFamily="34" charset="-122"/>
                <a:cs typeface="Arial Unicode MS" pitchFamily="34" charset="-122"/>
              </a:rPr>
              <a:t>submitPurchaseOrder</a:t>
            </a:r>
            <a:r>
              <a:rPr lang="en-US" altLang="zh-CN" sz="1400" dirty="0">
                <a:solidFill>
                  <a:srgbClr val="0000FF"/>
                </a:solidFill>
                <a:ea typeface="Arial Unicode MS" pitchFamily="34" charset="-122"/>
                <a:cs typeface="Arial Unicode MS" pitchFamily="34" charset="-122"/>
              </a:rPr>
              <a:t>"</a:t>
            </a:r>
            <a:endParaRPr lang="en-US" altLang="zh-CN" sz="1400" dirty="0">
              <a:solidFill>
                <a:srgbClr val="FF0000"/>
              </a:solidFill>
              <a:ea typeface="Arial Unicode MS" pitchFamily="34" charset="-122"/>
              <a:cs typeface="Arial Unicode MS" pitchFamily="34" charset="-122"/>
            </a:endParaRPr>
          </a:p>
          <a:p>
            <a:pPr>
              <a:spcBef>
                <a:spcPct val="0"/>
              </a:spcBef>
              <a:buClrTx/>
              <a:buFontTx/>
              <a:buNone/>
            </a:pPr>
            <a:r>
              <a:rPr lang="en-US" altLang="zh-CN" sz="1400" dirty="0">
                <a:solidFill>
                  <a:srgbClr val="FF0000"/>
                </a:solidFill>
                <a:ea typeface="Arial Unicode MS" pitchFamily="34" charset="-122"/>
                <a:cs typeface="Arial Unicode MS" pitchFamily="34" charset="-122"/>
              </a:rPr>
              <a:t>			variable</a:t>
            </a:r>
            <a:r>
              <a:rPr lang="en-US" altLang="zh-CN" sz="1400" dirty="0">
                <a:solidFill>
                  <a:srgbClr val="0000FF"/>
                </a:solidFill>
                <a:ea typeface="Arial Unicode MS" pitchFamily="34" charset="-122"/>
                <a:cs typeface="Arial Unicode MS" pitchFamily="34" charset="-122"/>
              </a:rPr>
              <a:t>="</a:t>
            </a:r>
            <a:r>
              <a:rPr lang="en-US" altLang="zh-CN" sz="1400" dirty="0" err="1">
                <a:solidFill>
                  <a:srgbClr val="000000"/>
                </a:solidFill>
                <a:ea typeface="Arial Unicode MS" pitchFamily="34" charset="-122"/>
                <a:cs typeface="Arial Unicode MS" pitchFamily="34" charset="-122"/>
              </a:rPr>
              <a:t>PurchaseOrder</a:t>
            </a:r>
            <a:r>
              <a:rPr lang="en-US" altLang="zh-CN" sz="1400" dirty="0">
                <a:solidFill>
                  <a:srgbClr val="0000FF"/>
                </a:solidFill>
                <a:ea typeface="Arial Unicode MS" pitchFamily="34" charset="-122"/>
                <a:cs typeface="Arial Unicode MS" pitchFamily="34" charset="-122"/>
              </a:rPr>
              <a:t>"&gt;</a:t>
            </a:r>
            <a:endParaRPr lang="en-US" altLang="zh-CN" sz="1400" dirty="0">
              <a:solidFill>
                <a:srgbClr val="000000"/>
              </a:solidFill>
              <a:ea typeface="Arial Unicode MS" pitchFamily="34" charset="-122"/>
              <a:cs typeface="Arial Unicode MS" pitchFamily="34" charset="-122"/>
            </a:endParaRPr>
          </a:p>
          <a:p>
            <a:pPr>
              <a:spcBef>
                <a:spcPct val="0"/>
              </a:spcBef>
              <a:buClrTx/>
              <a:buFontTx/>
              <a:buNone/>
            </a:pPr>
            <a:r>
              <a:rPr lang="en-US" altLang="zh-CN" sz="1400" dirty="0">
                <a:solidFill>
                  <a:srgbClr val="000000"/>
                </a:solidFill>
                <a:ea typeface="Arial Unicode MS" pitchFamily="34" charset="-122"/>
                <a:cs typeface="Arial Unicode MS" pitchFamily="34" charset="-122"/>
              </a:rPr>
              <a:t>		</a:t>
            </a:r>
            <a:r>
              <a:rPr lang="en-US" altLang="zh-CN" sz="1400" dirty="0">
                <a:solidFill>
                  <a:srgbClr val="0000FF"/>
                </a:solidFill>
                <a:ea typeface="Arial Unicode MS" pitchFamily="34" charset="-122"/>
                <a:cs typeface="Arial Unicode MS" pitchFamily="34" charset="-122"/>
              </a:rPr>
              <a:t>&lt;/</a:t>
            </a:r>
            <a:r>
              <a:rPr lang="en-US" altLang="zh-CN" sz="1400" dirty="0">
                <a:solidFill>
                  <a:srgbClr val="800000"/>
                </a:solidFill>
                <a:ea typeface="Arial Unicode MS" pitchFamily="34" charset="-122"/>
                <a:cs typeface="Arial Unicode MS" pitchFamily="34" charset="-122"/>
              </a:rPr>
              <a:t>receive</a:t>
            </a:r>
            <a:r>
              <a:rPr lang="en-US" altLang="zh-CN" sz="1400" dirty="0">
                <a:solidFill>
                  <a:srgbClr val="0000FF"/>
                </a:solidFill>
                <a:ea typeface="Arial Unicode MS" pitchFamily="34" charset="-122"/>
                <a:cs typeface="Arial Unicode MS" pitchFamily="34" charset="-122"/>
              </a:rPr>
              <a:t>&gt;</a:t>
            </a:r>
            <a:endParaRPr lang="en-US" altLang="zh-CN" sz="1400" dirty="0">
              <a:solidFill>
                <a:srgbClr val="000000"/>
              </a:solidFill>
              <a:ea typeface="Arial Unicode MS" pitchFamily="34" charset="-122"/>
              <a:cs typeface="Arial Unicode MS" pitchFamily="34" charset="-122"/>
            </a:endParaRPr>
          </a:p>
          <a:p>
            <a:pPr>
              <a:spcBef>
                <a:spcPct val="0"/>
              </a:spcBef>
              <a:buClrTx/>
              <a:buFontTx/>
              <a:buNone/>
            </a:pPr>
            <a:r>
              <a:rPr lang="en-US" altLang="zh-CN" sz="1400" dirty="0">
                <a:solidFill>
                  <a:srgbClr val="000000"/>
                </a:solidFill>
                <a:ea typeface="Arial Unicode MS" pitchFamily="34" charset="-122"/>
                <a:cs typeface="Arial Unicode MS" pitchFamily="34" charset="-122"/>
              </a:rPr>
              <a:t>		</a:t>
            </a:r>
            <a:r>
              <a:rPr lang="en-US" altLang="zh-CN" sz="1400" dirty="0">
                <a:solidFill>
                  <a:srgbClr val="0000FF"/>
                </a:solidFill>
                <a:ea typeface="Arial Unicode MS" pitchFamily="34" charset="-122"/>
                <a:cs typeface="Arial Unicode MS" pitchFamily="34" charset="-122"/>
              </a:rPr>
              <a:t>&lt;</a:t>
            </a:r>
            <a:r>
              <a:rPr lang="en-US" altLang="zh-CN" sz="1400" dirty="0">
                <a:solidFill>
                  <a:srgbClr val="800000"/>
                </a:solidFill>
                <a:ea typeface="Arial Unicode MS" pitchFamily="34" charset="-122"/>
                <a:cs typeface="Arial Unicode MS" pitchFamily="34" charset="-122"/>
              </a:rPr>
              <a:t>invoke</a:t>
            </a:r>
            <a:r>
              <a:rPr lang="en-US" altLang="zh-CN" sz="1400" dirty="0">
                <a:solidFill>
                  <a:srgbClr val="FF0000"/>
                </a:solidFill>
                <a:ea typeface="Arial Unicode MS" pitchFamily="34" charset="-122"/>
                <a:cs typeface="Arial Unicode MS" pitchFamily="34" charset="-122"/>
              </a:rPr>
              <a:t>	</a:t>
            </a:r>
            <a:r>
              <a:rPr lang="en-US" altLang="zh-CN" sz="1400" dirty="0" err="1">
                <a:solidFill>
                  <a:srgbClr val="FF0000"/>
                </a:solidFill>
                <a:ea typeface="Arial Unicode MS" pitchFamily="34" charset="-122"/>
                <a:cs typeface="Arial Unicode MS" pitchFamily="34" charset="-122"/>
              </a:rPr>
              <a:t>partnerLink</a:t>
            </a:r>
            <a:r>
              <a:rPr lang="en-US" altLang="zh-CN" sz="1400" dirty="0">
                <a:solidFill>
                  <a:srgbClr val="0000FF"/>
                </a:solidFill>
                <a:ea typeface="Arial Unicode MS" pitchFamily="34" charset="-122"/>
                <a:cs typeface="Arial Unicode MS" pitchFamily="34" charset="-122"/>
              </a:rPr>
              <a:t>="</a:t>
            </a:r>
            <a:r>
              <a:rPr lang="en-US" altLang="zh-CN" sz="1400" dirty="0">
                <a:solidFill>
                  <a:srgbClr val="000000"/>
                </a:solidFill>
                <a:ea typeface="Arial Unicode MS" pitchFamily="34" charset="-122"/>
                <a:cs typeface="Arial Unicode MS" pitchFamily="34" charset="-122"/>
              </a:rPr>
              <a:t>payment</a:t>
            </a:r>
            <a:r>
              <a:rPr lang="en-US" altLang="zh-CN" sz="1400" dirty="0">
                <a:solidFill>
                  <a:srgbClr val="0000FF"/>
                </a:solidFill>
                <a:ea typeface="Arial Unicode MS" pitchFamily="34" charset="-122"/>
                <a:cs typeface="Arial Unicode MS" pitchFamily="34" charset="-122"/>
              </a:rPr>
              <a:t>"</a:t>
            </a:r>
            <a:endParaRPr lang="en-US" altLang="zh-CN" sz="1400" dirty="0">
              <a:solidFill>
                <a:srgbClr val="FF0000"/>
              </a:solidFill>
              <a:ea typeface="Arial Unicode MS" pitchFamily="34" charset="-122"/>
              <a:cs typeface="Arial Unicode MS" pitchFamily="34" charset="-122"/>
            </a:endParaRPr>
          </a:p>
          <a:p>
            <a:pPr>
              <a:spcBef>
                <a:spcPct val="0"/>
              </a:spcBef>
              <a:buClrTx/>
              <a:buFontTx/>
              <a:buNone/>
            </a:pPr>
            <a:r>
              <a:rPr lang="en-US" altLang="zh-CN" sz="1400" dirty="0">
                <a:solidFill>
                  <a:srgbClr val="FF0000"/>
                </a:solidFill>
                <a:ea typeface="Arial Unicode MS" pitchFamily="34" charset="-122"/>
                <a:cs typeface="Arial Unicode MS" pitchFamily="34" charset="-122"/>
              </a:rPr>
              <a:t>			</a:t>
            </a:r>
            <a:r>
              <a:rPr lang="en-US" altLang="zh-CN" sz="1400" dirty="0" err="1">
                <a:solidFill>
                  <a:srgbClr val="FF0000"/>
                </a:solidFill>
                <a:ea typeface="Arial Unicode MS" pitchFamily="34" charset="-122"/>
                <a:cs typeface="Arial Unicode MS" pitchFamily="34" charset="-122"/>
              </a:rPr>
              <a:t>portType</a:t>
            </a:r>
            <a:r>
              <a:rPr lang="en-US" altLang="zh-CN" sz="1400" dirty="0">
                <a:solidFill>
                  <a:srgbClr val="0000FF"/>
                </a:solidFill>
                <a:ea typeface="Arial Unicode MS" pitchFamily="34" charset="-122"/>
                <a:cs typeface="Arial Unicode MS" pitchFamily="34" charset="-122"/>
              </a:rPr>
              <a:t>="</a:t>
            </a:r>
            <a:r>
              <a:rPr lang="en-US" altLang="zh-CN" sz="1400" dirty="0" err="1">
                <a:solidFill>
                  <a:srgbClr val="000000"/>
                </a:solidFill>
                <a:ea typeface="Arial Unicode MS" pitchFamily="34" charset="-122"/>
                <a:cs typeface="Arial Unicode MS" pitchFamily="34" charset="-122"/>
              </a:rPr>
              <a:t>lns:paymentPT</a:t>
            </a:r>
            <a:r>
              <a:rPr lang="en-US" altLang="zh-CN" sz="1400" dirty="0">
                <a:solidFill>
                  <a:srgbClr val="0000FF"/>
                </a:solidFill>
                <a:ea typeface="Arial Unicode MS" pitchFamily="34" charset="-122"/>
                <a:cs typeface="Arial Unicode MS" pitchFamily="34" charset="-122"/>
              </a:rPr>
              <a:t>"</a:t>
            </a:r>
            <a:endParaRPr lang="en-US" altLang="zh-CN" sz="1400" dirty="0">
              <a:solidFill>
                <a:srgbClr val="FF0000"/>
              </a:solidFill>
              <a:ea typeface="Arial Unicode MS" pitchFamily="34" charset="-122"/>
              <a:cs typeface="Arial Unicode MS" pitchFamily="34" charset="-122"/>
            </a:endParaRPr>
          </a:p>
          <a:p>
            <a:pPr>
              <a:spcBef>
                <a:spcPct val="0"/>
              </a:spcBef>
              <a:buClrTx/>
              <a:buFontTx/>
              <a:buNone/>
            </a:pPr>
            <a:r>
              <a:rPr lang="en-US" altLang="zh-CN" sz="1400" dirty="0">
                <a:solidFill>
                  <a:srgbClr val="FF0000"/>
                </a:solidFill>
                <a:ea typeface="Arial Unicode MS" pitchFamily="34" charset="-122"/>
                <a:cs typeface="Arial Unicode MS" pitchFamily="34" charset="-122"/>
              </a:rPr>
              <a:t>			operation</a:t>
            </a:r>
            <a:r>
              <a:rPr lang="en-US" altLang="zh-CN" sz="1400" dirty="0">
                <a:solidFill>
                  <a:srgbClr val="0000FF"/>
                </a:solidFill>
                <a:ea typeface="Arial Unicode MS" pitchFamily="34" charset="-122"/>
                <a:cs typeface="Arial Unicode MS" pitchFamily="34" charset="-122"/>
              </a:rPr>
              <a:t>="</a:t>
            </a:r>
            <a:r>
              <a:rPr lang="en-US" altLang="zh-CN" sz="1400" dirty="0" err="1">
                <a:solidFill>
                  <a:srgbClr val="000000"/>
                </a:solidFill>
                <a:ea typeface="Arial Unicode MS" pitchFamily="34" charset="-122"/>
                <a:cs typeface="Arial Unicode MS" pitchFamily="34" charset="-122"/>
              </a:rPr>
              <a:t>submitPayment</a:t>
            </a:r>
            <a:r>
              <a:rPr lang="en-US" altLang="zh-CN" sz="1400" dirty="0">
                <a:solidFill>
                  <a:srgbClr val="0000FF"/>
                </a:solidFill>
                <a:ea typeface="Arial Unicode MS" pitchFamily="34" charset="-122"/>
                <a:cs typeface="Arial Unicode MS" pitchFamily="34" charset="-122"/>
              </a:rPr>
              <a:t>"</a:t>
            </a:r>
            <a:endParaRPr lang="en-US" altLang="zh-CN" sz="1400" dirty="0">
              <a:solidFill>
                <a:srgbClr val="FF0000"/>
              </a:solidFill>
              <a:ea typeface="Arial Unicode MS" pitchFamily="34" charset="-122"/>
              <a:cs typeface="Arial Unicode MS" pitchFamily="34" charset="-122"/>
            </a:endParaRPr>
          </a:p>
          <a:p>
            <a:pPr>
              <a:spcBef>
                <a:spcPct val="0"/>
              </a:spcBef>
              <a:buClrTx/>
              <a:buFontTx/>
              <a:buNone/>
            </a:pPr>
            <a:r>
              <a:rPr lang="en-US" altLang="zh-CN" sz="1400" dirty="0">
                <a:solidFill>
                  <a:srgbClr val="FF0000"/>
                </a:solidFill>
                <a:ea typeface="Arial Unicode MS" pitchFamily="34" charset="-122"/>
                <a:cs typeface="Arial Unicode MS" pitchFamily="34" charset="-122"/>
              </a:rPr>
              <a:t>			</a:t>
            </a:r>
            <a:r>
              <a:rPr lang="en-US" altLang="zh-CN" sz="1400" dirty="0" err="1">
                <a:solidFill>
                  <a:srgbClr val="FF0000"/>
                </a:solidFill>
                <a:ea typeface="Arial Unicode MS" pitchFamily="34" charset="-122"/>
                <a:cs typeface="Arial Unicode MS" pitchFamily="34" charset="-122"/>
              </a:rPr>
              <a:t>inputVariable</a:t>
            </a:r>
            <a:r>
              <a:rPr lang="en-US" altLang="zh-CN" sz="1400" dirty="0">
                <a:solidFill>
                  <a:srgbClr val="0000FF"/>
                </a:solidFill>
                <a:ea typeface="Arial Unicode MS" pitchFamily="34" charset="-122"/>
                <a:cs typeface="Arial Unicode MS" pitchFamily="34" charset="-122"/>
              </a:rPr>
              <a:t>="</a:t>
            </a:r>
            <a:r>
              <a:rPr lang="en-US" altLang="zh-CN" sz="1400" dirty="0" err="1">
                <a:solidFill>
                  <a:srgbClr val="000000"/>
                </a:solidFill>
                <a:ea typeface="Arial Unicode MS" pitchFamily="34" charset="-122"/>
                <a:cs typeface="Arial Unicode MS" pitchFamily="34" charset="-122"/>
              </a:rPr>
              <a:t>PaymentRequest</a:t>
            </a:r>
            <a:r>
              <a:rPr lang="en-US" altLang="zh-CN" sz="1400" dirty="0">
                <a:solidFill>
                  <a:srgbClr val="0000FF"/>
                </a:solidFill>
                <a:ea typeface="Arial Unicode MS" pitchFamily="34" charset="-122"/>
                <a:cs typeface="Arial Unicode MS" pitchFamily="34" charset="-122"/>
              </a:rPr>
              <a:t>"</a:t>
            </a:r>
            <a:endParaRPr lang="en-US" altLang="zh-CN" sz="1400" dirty="0">
              <a:solidFill>
                <a:srgbClr val="FF0000"/>
              </a:solidFill>
              <a:ea typeface="Arial Unicode MS" pitchFamily="34" charset="-122"/>
              <a:cs typeface="Arial Unicode MS" pitchFamily="34" charset="-122"/>
            </a:endParaRPr>
          </a:p>
          <a:p>
            <a:pPr>
              <a:spcBef>
                <a:spcPct val="0"/>
              </a:spcBef>
              <a:buClrTx/>
              <a:buFontTx/>
              <a:buNone/>
            </a:pPr>
            <a:r>
              <a:rPr lang="en-US" altLang="zh-CN" sz="1400" dirty="0">
                <a:solidFill>
                  <a:srgbClr val="FF0000"/>
                </a:solidFill>
                <a:ea typeface="Arial Unicode MS" pitchFamily="34" charset="-122"/>
                <a:cs typeface="Arial Unicode MS" pitchFamily="34" charset="-122"/>
              </a:rPr>
              <a:t>			</a:t>
            </a:r>
            <a:r>
              <a:rPr lang="en-US" altLang="zh-CN" sz="1400" dirty="0" err="1">
                <a:solidFill>
                  <a:srgbClr val="FF0000"/>
                </a:solidFill>
                <a:ea typeface="Arial Unicode MS" pitchFamily="34" charset="-122"/>
                <a:cs typeface="Arial Unicode MS" pitchFamily="34" charset="-122"/>
              </a:rPr>
              <a:t>outpurVariable</a:t>
            </a:r>
            <a:r>
              <a:rPr lang="en-US" altLang="zh-CN" sz="1400" dirty="0">
                <a:solidFill>
                  <a:srgbClr val="0000FF"/>
                </a:solidFill>
                <a:ea typeface="Arial Unicode MS" pitchFamily="34" charset="-122"/>
                <a:cs typeface="Arial Unicode MS" pitchFamily="34" charset="-122"/>
              </a:rPr>
              <a:t>="</a:t>
            </a:r>
            <a:r>
              <a:rPr lang="en-US" altLang="zh-CN" sz="1400" dirty="0" err="1">
                <a:solidFill>
                  <a:srgbClr val="000000"/>
                </a:solidFill>
                <a:ea typeface="Arial Unicode MS" pitchFamily="34" charset="-122"/>
                <a:cs typeface="Arial Unicode MS" pitchFamily="34" charset="-122"/>
              </a:rPr>
              <a:t>PaymentResponse</a:t>
            </a:r>
            <a:r>
              <a:rPr lang="en-US" altLang="zh-CN" sz="1400" dirty="0">
                <a:solidFill>
                  <a:srgbClr val="0000FF"/>
                </a:solidFill>
                <a:ea typeface="Arial Unicode MS" pitchFamily="34" charset="-122"/>
                <a:cs typeface="Arial Unicode MS" pitchFamily="34" charset="-122"/>
              </a:rPr>
              <a:t>"&gt;</a:t>
            </a:r>
            <a:endParaRPr lang="en-US" altLang="zh-CN" sz="1400" dirty="0">
              <a:solidFill>
                <a:srgbClr val="000000"/>
              </a:solidFill>
              <a:ea typeface="Arial Unicode MS" pitchFamily="34" charset="-122"/>
              <a:cs typeface="Arial Unicode MS" pitchFamily="34" charset="-122"/>
            </a:endParaRPr>
          </a:p>
          <a:p>
            <a:pPr>
              <a:spcBef>
                <a:spcPct val="0"/>
              </a:spcBef>
              <a:buClrTx/>
              <a:buFontTx/>
              <a:buNone/>
            </a:pPr>
            <a:r>
              <a:rPr lang="en-US" altLang="zh-CN" sz="1400" dirty="0">
                <a:solidFill>
                  <a:srgbClr val="000000"/>
                </a:solidFill>
                <a:ea typeface="Arial Unicode MS" pitchFamily="34" charset="-122"/>
                <a:cs typeface="Arial Unicode MS" pitchFamily="34" charset="-122"/>
              </a:rPr>
              <a:t>		</a:t>
            </a:r>
            <a:r>
              <a:rPr lang="en-US" altLang="zh-CN" sz="1400" dirty="0">
                <a:solidFill>
                  <a:srgbClr val="0000FF"/>
                </a:solidFill>
                <a:ea typeface="Arial Unicode MS" pitchFamily="34" charset="-122"/>
                <a:cs typeface="Arial Unicode MS" pitchFamily="34" charset="-122"/>
              </a:rPr>
              <a:t>&lt;/</a:t>
            </a:r>
            <a:r>
              <a:rPr lang="en-US" altLang="zh-CN" sz="1400" dirty="0">
                <a:solidFill>
                  <a:srgbClr val="800000"/>
                </a:solidFill>
                <a:ea typeface="Arial Unicode MS" pitchFamily="34" charset="-122"/>
                <a:cs typeface="Arial Unicode MS" pitchFamily="34" charset="-122"/>
              </a:rPr>
              <a:t>invoke</a:t>
            </a:r>
            <a:r>
              <a:rPr lang="en-US" altLang="zh-CN" sz="1400" dirty="0">
                <a:solidFill>
                  <a:srgbClr val="0000FF"/>
                </a:solidFill>
                <a:ea typeface="Arial Unicode MS" pitchFamily="34" charset="-122"/>
                <a:cs typeface="Arial Unicode MS" pitchFamily="34" charset="-122"/>
              </a:rPr>
              <a:t>&gt;</a:t>
            </a:r>
            <a:endParaRPr lang="en-US" altLang="zh-CN" sz="1400" dirty="0">
              <a:solidFill>
                <a:srgbClr val="000000"/>
              </a:solidFill>
              <a:ea typeface="Arial Unicode MS" pitchFamily="34" charset="-122"/>
              <a:cs typeface="Arial Unicode MS" pitchFamily="34" charset="-122"/>
            </a:endParaRPr>
          </a:p>
          <a:p>
            <a:pPr>
              <a:spcBef>
                <a:spcPct val="0"/>
              </a:spcBef>
              <a:buClrTx/>
              <a:buFontTx/>
              <a:buNone/>
            </a:pPr>
            <a:r>
              <a:rPr lang="en-US" altLang="zh-CN" sz="1400" dirty="0">
                <a:solidFill>
                  <a:srgbClr val="000000"/>
                </a:solidFill>
                <a:ea typeface="Arial Unicode MS" pitchFamily="34" charset="-122"/>
                <a:cs typeface="Arial Unicode MS" pitchFamily="34" charset="-122"/>
              </a:rPr>
              <a:t>		</a:t>
            </a:r>
            <a:r>
              <a:rPr lang="en-US" altLang="zh-CN" sz="1400" dirty="0">
                <a:solidFill>
                  <a:srgbClr val="0000FF"/>
                </a:solidFill>
                <a:ea typeface="Arial Unicode MS" pitchFamily="34" charset="-122"/>
                <a:cs typeface="Arial Unicode MS" pitchFamily="34" charset="-122"/>
              </a:rPr>
              <a:t>&lt;</a:t>
            </a:r>
            <a:r>
              <a:rPr lang="en-US" altLang="zh-CN" sz="1400" dirty="0">
                <a:solidFill>
                  <a:srgbClr val="800000"/>
                </a:solidFill>
                <a:ea typeface="Arial Unicode MS" pitchFamily="34" charset="-122"/>
                <a:cs typeface="Arial Unicode MS" pitchFamily="34" charset="-122"/>
              </a:rPr>
              <a:t>invoke</a:t>
            </a:r>
            <a:r>
              <a:rPr lang="en-US" altLang="zh-CN" sz="1400" dirty="0">
                <a:solidFill>
                  <a:srgbClr val="FF0000"/>
                </a:solidFill>
                <a:ea typeface="Arial Unicode MS" pitchFamily="34" charset="-122"/>
                <a:cs typeface="Arial Unicode MS" pitchFamily="34" charset="-122"/>
              </a:rPr>
              <a:t>	</a:t>
            </a:r>
            <a:r>
              <a:rPr lang="en-US" altLang="zh-CN" sz="1400" dirty="0" err="1">
                <a:solidFill>
                  <a:srgbClr val="FF0000"/>
                </a:solidFill>
                <a:ea typeface="Arial Unicode MS" pitchFamily="34" charset="-122"/>
                <a:cs typeface="Arial Unicode MS" pitchFamily="34" charset="-122"/>
              </a:rPr>
              <a:t>partnerLink</a:t>
            </a:r>
            <a:r>
              <a:rPr lang="en-US" altLang="zh-CN" sz="1400" dirty="0">
                <a:solidFill>
                  <a:srgbClr val="0000FF"/>
                </a:solidFill>
                <a:ea typeface="Arial Unicode MS" pitchFamily="34" charset="-122"/>
                <a:cs typeface="Arial Unicode MS" pitchFamily="34" charset="-122"/>
              </a:rPr>
              <a:t>="</a:t>
            </a:r>
            <a:r>
              <a:rPr lang="en-US" altLang="zh-CN" sz="1400" dirty="0">
                <a:solidFill>
                  <a:srgbClr val="000000"/>
                </a:solidFill>
                <a:ea typeface="Arial Unicode MS" pitchFamily="34" charset="-122"/>
                <a:cs typeface="Arial Unicode MS" pitchFamily="34" charset="-122"/>
              </a:rPr>
              <a:t>shipping</a:t>
            </a:r>
            <a:r>
              <a:rPr lang="en-US" altLang="zh-CN" sz="1400" dirty="0">
                <a:solidFill>
                  <a:srgbClr val="0000FF"/>
                </a:solidFill>
                <a:ea typeface="Arial Unicode MS" pitchFamily="34" charset="-122"/>
                <a:cs typeface="Arial Unicode MS" pitchFamily="34" charset="-122"/>
              </a:rPr>
              <a:t>"</a:t>
            </a:r>
            <a:endParaRPr lang="en-US" altLang="zh-CN" sz="1400" dirty="0">
              <a:solidFill>
                <a:srgbClr val="FF0000"/>
              </a:solidFill>
              <a:ea typeface="Arial Unicode MS" pitchFamily="34" charset="-122"/>
              <a:cs typeface="Arial Unicode MS" pitchFamily="34" charset="-122"/>
            </a:endParaRPr>
          </a:p>
          <a:p>
            <a:pPr>
              <a:spcBef>
                <a:spcPct val="0"/>
              </a:spcBef>
              <a:buClrTx/>
              <a:buFontTx/>
              <a:buNone/>
            </a:pPr>
            <a:r>
              <a:rPr lang="en-US" altLang="zh-CN" sz="1400" dirty="0">
                <a:solidFill>
                  <a:srgbClr val="FF0000"/>
                </a:solidFill>
                <a:ea typeface="Arial Unicode MS" pitchFamily="34" charset="-122"/>
                <a:cs typeface="Arial Unicode MS" pitchFamily="34" charset="-122"/>
              </a:rPr>
              <a:t>			</a:t>
            </a:r>
            <a:r>
              <a:rPr lang="en-US" altLang="zh-CN" sz="1400" dirty="0" err="1">
                <a:solidFill>
                  <a:srgbClr val="FF0000"/>
                </a:solidFill>
                <a:ea typeface="Arial Unicode MS" pitchFamily="34" charset="-122"/>
                <a:cs typeface="Arial Unicode MS" pitchFamily="34" charset="-122"/>
              </a:rPr>
              <a:t>portType</a:t>
            </a:r>
            <a:r>
              <a:rPr lang="en-US" altLang="zh-CN" sz="1400" dirty="0">
                <a:solidFill>
                  <a:srgbClr val="0000FF"/>
                </a:solidFill>
                <a:ea typeface="Arial Unicode MS" pitchFamily="34" charset="-122"/>
                <a:cs typeface="Arial Unicode MS" pitchFamily="34" charset="-122"/>
              </a:rPr>
              <a:t>="</a:t>
            </a:r>
            <a:r>
              <a:rPr lang="en-US" altLang="zh-CN" sz="1400" dirty="0" err="1">
                <a:solidFill>
                  <a:srgbClr val="000000"/>
                </a:solidFill>
                <a:ea typeface="Arial Unicode MS" pitchFamily="34" charset="-122"/>
                <a:cs typeface="Arial Unicode MS" pitchFamily="34" charset="-122"/>
              </a:rPr>
              <a:t>lns:shippingPT</a:t>
            </a:r>
            <a:r>
              <a:rPr lang="en-US" altLang="zh-CN" sz="1400" dirty="0">
                <a:solidFill>
                  <a:srgbClr val="0000FF"/>
                </a:solidFill>
                <a:ea typeface="Arial Unicode MS" pitchFamily="34" charset="-122"/>
                <a:cs typeface="Arial Unicode MS" pitchFamily="34" charset="-122"/>
              </a:rPr>
              <a:t>"</a:t>
            </a:r>
            <a:endParaRPr lang="en-US" altLang="zh-CN" sz="1400" dirty="0">
              <a:solidFill>
                <a:srgbClr val="FF0000"/>
              </a:solidFill>
              <a:ea typeface="Arial Unicode MS" pitchFamily="34" charset="-122"/>
              <a:cs typeface="Arial Unicode MS" pitchFamily="34" charset="-122"/>
            </a:endParaRPr>
          </a:p>
          <a:p>
            <a:pPr>
              <a:spcBef>
                <a:spcPct val="0"/>
              </a:spcBef>
              <a:buClrTx/>
              <a:buFontTx/>
              <a:buNone/>
            </a:pPr>
            <a:r>
              <a:rPr lang="en-US" altLang="zh-CN" sz="1400" dirty="0">
                <a:solidFill>
                  <a:srgbClr val="FF0000"/>
                </a:solidFill>
                <a:ea typeface="Arial Unicode MS" pitchFamily="34" charset="-122"/>
                <a:cs typeface="Arial Unicode MS" pitchFamily="34" charset="-122"/>
              </a:rPr>
              <a:t>			operation</a:t>
            </a:r>
            <a:r>
              <a:rPr lang="en-US" altLang="zh-CN" sz="1400" dirty="0">
                <a:solidFill>
                  <a:srgbClr val="0000FF"/>
                </a:solidFill>
                <a:ea typeface="Arial Unicode MS" pitchFamily="34" charset="-122"/>
                <a:cs typeface="Arial Unicode MS" pitchFamily="34" charset="-122"/>
              </a:rPr>
              <a:t>="</a:t>
            </a:r>
            <a:r>
              <a:rPr lang="en-US" altLang="zh-CN" sz="1400" dirty="0" err="1">
                <a:solidFill>
                  <a:srgbClr val="000000"/>
                </a:solidFill>
                <a:ea typeface="Arial Unicode MS" pitchFamily="34" charset="-122"/>
                <a:cs typeface="Arial Unicode MS" pitchFamily="34" charset="-122"/>
              </a:rPr>
              <a:t>submitShipping</a:t>
            </a:r>
            <a:r>
              <a:rPr lang="en-US" altLang="zh-CN" sz="1400" dirty="0">
                <a:solidFill>
                  <a:srgbClr val="0000FF"/>
                </a:solidFill>
                <a:ea typeface="Arial Unicode MS" pitchFamily="34" charset="-122"/>
                <a:cs typeface="Arial Unicode MS" pitchFamily="34" charset="-122"/>
              </a:rPr>
              <a:t>"</a:t>
            </a:r>
            <a:endParaRPr lang="en-US" altLang="zh-CN" sz="1400" dirty="0">
              <a:solidFill>
                <a:srgbClr val="FF0000"/>
              </a:solidFill>
              <a:ea typeface="Arial Unicode MS" pitchFamily="34" charset="-122"/>
              <a:cs typeface="Arial Unicode MS" pitchFamily="34" charset="-122"/>
            </a:endParaRPr>
          </a:p>
          <a:p>
            <a:pPr>
              <a:spcBef>
                <a:spcPct val="0"/>
              </a:spcBef>
              <a:buClrTx/>
              <a:buFontTx/>
              <a:buNone/>
            </a:pPr>
            <a:r>
              <a:rPr lang="en-US" altLang="zh-CN" sz="1400" dirty="0">
                <a:solidFill>
                  <a:srgbClr val="FF0000"/>
                </a:solidFill>
                <a:ea typeface="Arial Unicode MS" pitchFamily="34" charset="-122"/>
                <a:cs typeface="Arial Unicode MS" pitchFamily="34" charset="-122"/>
              </a:rPr>
              <a:t>			</a:t>
            </a:r>
            <a:r>
              <a:rPr lang="en-US" altLang="zh-CN" sz="1400" dirty="0" err="1">
                <a:solidFill>
                  <a:srgbClr val="FF0000"/>
                </a:solidFill>
                <a:ea typeface="Arial Unicode MS" pitchFamily="34" charset="-122"/>
                <a:cs typeface="Arial Unicode MS" pitchFamily="34" charset="-122"/>
              </a:rPr>
              <a:t>inputVariable</a:t>
            </a:r>
            <a:r>
              <a:rPr lang="en-US" altLang="zh-CN" sz="1400" dirty="0">
                <a:solidFill>
                  <a:srgbClr val="0000FF"/>
                </a:solidFill>
                <a:ea typeface="Arial Unicode MS" pitchFamily="34" charset="-122"/>
                <a:cs typeface="Arial Unicode MS" pitchFamily="34" charset="-122"/>
              </a:rPr>
              <a:t>="</a:t>
            </a:r>
            <a:r>
              <a:rPr lang="en-US" altLang="zh-CN" sz="1400" dirty="0" err="1">
                <a:solidFill>
                  <a:srgbClr val="000000"/>
                </a:solidFill>
                <a:ea typeface="Arial Unicode MS" pitchFamily="34" charset="-122"/>
                <a:cs typeface="Arial Unicode MS" pitchFamily="34" charset="-122"/>
              </a:rPr>
              <a:t>ShippingRequest</a:t>
            </a:r>
            <a:r>
              <a:rPr lang="en-US" altLang="zh-CN" sz="1400" dirty="0">
                <a:solidFill>
                  <a:srgbClr val="0000FF"/>
                </a:solidFill>
                <a:ea typeface="Arial Unicode MS" pitchFamily="34" charset="-122"/>
                <a:cs typeface="Arial Unicode MS" pitchFamily="34" charset="-122"/>
              </a:rPr>
              <a:t>"</a:t>
            </a:r>
            <a:endParaRPr lang="en-US" altLang="zh-CN" sz="1400" dirty="0">
              <a:solidFill>
                <a:srgbClr val="FF0000"/>
              </a:solidFill>
              <a:ea typeface="Arial Unicode MS" pitchFamily="34" charset="-122"/>
              <a:cs typeface="Arial Unicode MS" pitchFamily="34" charset="-122"/>
            </a:endParaRPr>
          </a:p>
          <a:p>
            <a:pPr>
              <a:spcBef>
                <a:spcPct val="0"/>
              </a:spcBef>
              <a:buClrTx/>
              <a:buFontTx/>
              <a:buNone/>
            </a:pPr>
            <a:r>
              <a:rPr lang="en-US" altLang="zh-CN" sz="1400" dirty="0">
                <a:solidFill>
                  <a:srgbClr val="FF0000"/>
                </a:solidFill>
                <a:ea typeface="Arial Unicode MS" pitchFamily="34" charset="-122"/>
                <a:cs typeface="Arial Unicode MS" pitchFamily="34" charset="-122"/>
              </a:rPr>
              <a:t>			</a:t>
            </a:r>
            <a:r>
              <a:rPr lang="en-US" altLang="zh-CN" sz="1400" dirty="0" err="1">
                <a:solidFill>
                  <a:srgbClr val="FF0000"/>
                </a:solidFill>
                <a:ea typeface="Arial Unicode MS" pitchFamily="34" charset="-122"/>
                <a:cs typeface="Arial Unicode MS" pitchFamily="34" charset="-122"/>
              </a:rPr>
              <a:t>outpurVariable</a:t>
            </a:r>
            <a:r>
              <a:rPr lang="en-US" altLang="zh-CN" sz="1400" dirty="0">
                <a:solidFill>
                  <a:srgbClr val="0000FF"/>
                </a:solidFill>
                <a:ea typeface="Arial Unicode MS" pitchFamily="34" charset="-122"/>
                <a:cs typeface="Arial Unicode MS" pitchFamily="34" charset="-122"/>
              </a:rPr>
              <a:t>="</a:t>
            </a:r>
            <a:r>
              <a:rPr lang="en-US" altLang="zh-CN" sz="1400" dirty="0" err="1">
                <a:solidFill>
                  <a:srgbClr val="000000"/>
                </a:solidFill>
                <a:ea typeface="Arial Unicode MS" pitchFamily="34" charset="-122"/>
                <a:cs typeface="Arial Unicode MS" pitchFamily="34" charset="-122"/>
              </a:rPr>
              <a:t>ShippingtResponse</a:t>
            </a:r>
            <a:r>
              <a:rPr lang="en-US" altLang="zh-CN" sz="1400" dirty="0">
                <a:solidFill>
                  <a:srgbClr val="0000FF"/>
                </a:solidFill>
                <a:ea typeface="Arial Unicode MS" pitchFamily="34" charset="-122"/>
                <a:cs typeface="Arial Unicode MS" pitchFamily="34" charset="-122"/>
              </a:rPr>
              <a:t>"&gt;</a:t>
            </a:r>
            <a:endParaRPr lang="en-US" altLang="zh-CN" sz="1400" dirty="0">
              <a:solidFill>
                <a:srgbClr val="000000"/>
              </a:solidFill>
              <a:ea typeface="Arial Unicode MS" pitchFamily="34" charset="-122"/>
              <a:cs typeface="Arial Unicode MS" pitchFamily="34" charset="-122"/>
            </a:endParaRPr>
          </a:p>
          <a:p>
            <a:pPr>
              <a:spcBef>
                <a:spcPct val="0"/>
              </a:spcBef>
              <a:buClrTx/>
              <a:buFontTx/>
              <a:buNone/>
            </a:pPr>
            <a:r>
              <a:rPr lang="en-US" altLang="zh-CN" sz="1400" dirty="0">
                <a:solidFill>
                  <a:srgbClr val="000000"/>
                </a:solidFill>
                <a:ea typeface="Arial Unicode MS" pitchFamily="34" charset="-122"/>
                <a:cs typeface="Arial Unicode MS" pitchFamily="34" charset="-122"/>
              </a:rPr>
              <a:t>		</a:t>
            </a:r>
            <a:r>
              <a:rPr lang="en-US" altLang="zh-CN" sz="1400" dirty="0">
                <a:solidFill>
                  <a:srgbClr val="0000FF"/>
                </a:solidFill>
                <a:ea typeface="Arial Unicode MS" pitchFamily="34" charset="-122"/>
                <a:cs typeface="Arial Unicode MS" pitchFamily="34" charset="-122"/>
              </a:rPr>
              <a:t>&lt;/</a:t>
            </a:r>
            <a:r>
              <a:rPr lang="en-US" altLang="zh-CN" sz="1400" dirty="0">
                <a:solidFill>
                  <a:srgbClr val="800000"/>
                </a:solidFill>
                <a:ea typeface="Arial Unicode MS" pitchFamily="34" charset="-122"/>
                <a:cs typeface="Arial Unicode MS" pitchFamily="34" charset="-122"/>
              </a:rPr>
              <a:t>invoke</a:t>
            </a:r>
            <a:r>
              <a:rPr lang="en-US" altLang="zh-CN" sz="1400" dirty="0">
                <a:solidFill>
                  <a:srgbClr val="0000FF"/>
                </a:solidFill>
                <a:ea typeface="Arial Unicode MS" pitchFamily="34" charset="-122"/>
                <a:cs typeface="Arial Unicode MS" pitchFamily="34" charset="-122"/>
              </a:rPr>
              <a:t>&gt;</a:t>
            </a:r>
            <a:r>
              <a:rPr lang="en-US" altLang="zh-CN" sz="1400" dirty="0">
                <a:solidFill>
                  <a:srgbClr val="000000"/>
                </a:solidFill>
                <a:ea typeface="Arial Unicode MS" pitchFamily="34" charset="-122"/>
                <a:cs typeface="Arial Unicode MS" pitchFamily="34" charset="-122"/>
              </a:rPr>
              <a:t>		</a:t>
            </a:r>
          </a:p>
          <a:p>
            <a:pPr>
              <a:spcBef>
                <a:spcPct val="0"/>
              </a:spcBef>
              <a:buClrTx/>
              <a:buFontTx/>
              <a:buNone/>
            </a:pPr>
            <a:r>
              <a:rPr lang="en-US" altLang="zh-CN" sz="1400" dirty="0">
                <a:solidFill>
                  <a:srgbClr val="000000"/>
                </a:solidFill>
                <a:ea typeface="Arial Unicode MS" pitchFamily="34" charset="-122"/>
                <a:cs typeface="Arial Unicode MS" pitchFamily="34" charset="-122"/>
              </a:rPr>
              <a:t>		</a:t>
            </a:r>
            <a:r>
              <a:rPr lang="en-US" altLang="zh-CN" sz="1400" dirty="0">
                <a:solidFill>
                  <a:srgbClr val="0000FF"/>
                </a:solidFill>
                <a:ea typeface="Arial Unicode MS" pitchFamily="34" charset="-122"/>
                <a:cs typeface="Arial Unicode MS" pitchFamily="34" charset="-122"/>
              </a:rPr>
              <a:t>&lt;</a:t>
            </a:r>
            <a:r>
              <a:rPr lang="en-US" altLang="zh-CN" sz="1400" dirty="0">
                <a:solidFill>
                  <a:srgbClr val="800000"/>
                </a:solidFill>
                <a:ea typeface="Arial Unicode MS" pitchFamily="34" charset="-122"/>
                <a:cs typeface="Arial Unicode MS" pitchFamily="34" charset="-122"/>
              </a:rPr>
              <a:t>reply</a:t>
            </a:r>
            <a:r>
              <a:rPr lang="en-US" altLang="zh-CN" sz="1400" dirty="0">
                <a:solidFill>
                  <a:srgbClr val="FF0000"/>
                </a:solidFill>
                <a:ea typeface="Arial Unicode MS" pitchFamily="34" charset="-122"/>
                <a:cs typeface="Arial Unicode MS" pitchFamily="34" charset="-122"/>
              </a:rPr>
              <a:t>	</a:t>
            </a:r>
            <a:r>
              <a:rPr lang="en-US" altLang="zh-CN" sz="1400" dirty="0" err="1">
                <a:solidFill>
                  <a:srgbClr val="FF0000"/>
                </a:solidFill>
                <a:ea typeface="Arial Unicode MS" pitchFamily="34" charset="-122"/>
                <a:cs typeface="Arial Unicode MS" pitchFamily="34" charset="-122"/>
              </a:rPr>
              <a:t>partnerLink</a:t>
            </a:r>
            <a:r>
              <a:rPr lang="en-US" altLang="zh-CN" sz="1400" dirty="0">
                <a:solidFill>
                  <a:srgbClr val="0000FF"/>
                </a:solidFill>
                <a:ea typeface="Arial Unicode MS" pitchFamily="34" charset="-122"/>
                <a:cs typeface="Arial Unicode MS" pitchFamily="34" charset="-122"/>
              </a:rPr>
              <a:t>="</a:t>
            </a:r>
            <a:r>
              <a:rPr lang="en-US" altLang="zh-CN" sz="1400" dirty="0">
                <a:solidFill>
                  <a:srgbClr val="000000"/>
                </a:solidFill>
                <a:ea typeface="Arial Unicode MS" pitchFamily="34" charset="-122"/>
                <a:cs typeface="Arial Unicode MS" pitchFamily="34" charset="-122"/>
              </a:rPr>
              <a:t>purchasing</a:t>
            </a:r>
            <a:r>
              <a:rPr lang="en-US" altLang="zh-CN" sz="1400" dirty="0">
                <a:solidFill>
                  <a:srgbClr val="0000FF"/>
                </a:solidFill>
                <a:ea typeface="Arial Unicode MS" pitchFamily="34" charset="-122"/>
                <a:cs typeface="Arial Unicode MS" pitchFamily="34" charset="-122"/>
              </a:rPr>
              <a:t>"</a:t>
            </a:r>
            <a:endParaRPr lang="en-US" altLang="zh-CN" sz="1400" dirty="0">
              <a:solidFill>
                <a:srgbClr val="FF0000"/>
              </a:solidFill>
              <a:ea typeface="Arial Unicode MS" pitchFamily="34" charset="-122"/>
              <a:cs typeface="Arial Unicode MS" pitchFamily="34" charset="-122"/>
            </a:endParaRPr>
          </a:p>
          <a:p>
            <a:pPr>
              <a:spcBef>
                <a:spcPct val="0"/>
              </a:spcBef>
              <a:buClrTx/>
              <a:buFontTx/>
              <a:buNone/>
            </a:pPr>
            <a:r>
              <a:rPr lang="en-US" altLang="zh-CN" sz="1400" dirty="0">
                <a:solidFill>
                  <a:srgbClr val="FF0000"/>
                </a:solidFill>
                <a:ea typeface="Arial Unicode MS" pitchFamily="34" charset="-122"/>
                <a:cs typeface="Arial Unicode MS" pitchFamily="34" charset="-122"/>
              </a:rPr>
              <a:t>			</a:t>
            </a:r>
            <a:r>
              <a:rPr lang="en-US" altLang="zh-CN" sz="1400" dirty="0" err="1">
                <a:solidFill>
                  <a:srgbClr val="FF0000"/>
                </a:solidFill>
                <a:ea typeface="Arial Unicode MS" pitchFamily="34" charset="-122"/>
                <a:cs typeface="Arial Unicode MS" pitchFamily="34" charset="-122"/>
              </a:rPr>
              <a:t>portType</a:t>
            </a:r>
            <a:r>
              <a:rPr lang="en-US" altLang="zh-CN" sz="1400" dirty="0">
                <a:solidFill>
                  <a:srgbClr val="0000FF"/>
                </a:solidFill>
                <a:ea typeface="Arial Unicode MS" pitchFamily="34" charset="-122"/>
                <a:cs typeface="Arial Unicode MS" pitchFamily="34" charset="-122"/>
              </a:rPr>
              <a:t>="</a:t>
            </a:r>
            <a:r>
              <a:rPr lang="en-US" altLang="zh-CN" sz="1400" dirty="0" err="1">
                <a:solidFill>
                  <a:srgbClr val="000000"/>
                </a:solidFill>
                <a:ea typeface="Arial Unicode MS" pitchFamily="34" charset="-122"/>
                <a:cs typeface="Arial Unicode MS" pitchFamily="34" charset="-122"/>
              </a:rPr>
              <a:t>lns:purchaseOrderPT</a:t>
            </a:r>
            <a:r>
              <a:rPr lang="en-US" altLang="zh-CN" sz="1400" dirty="0">
                <a:solidFill>
                  <a:srgbClr val="0000FF"/>
                </a:solidFill>
                <a:ea typeface="Arial Unicode MS" pitchFamily="34" charset="-122"/>
                <a:cs typeface="Arial Unicode MS" pitchFamily="34" charset="-122"/>
              </a:rPr>
              <a:t>"</a:t>
            </a:r>
            <a:endParaRPr lang="en-US" altLang="zh-CN" sz="1400" dirty="0">
              <a:solidFill>
                <a:srgbClr val="FF0000"/>
              </a:solidFill>
              <a:ea typeface="Arial Unicode MS" pitchFamily="34" charset="-122"/>
              <a:cs typeface="Arial Unicode MS" pitchFamily="34" charset="-122"/>
            </a:endParaRPr>
          </a:p>
          <a:p>
            <a:pPr>
              <a:spcBef>
                <a:spcPct val="0"/>
              </a:spcBef>
              <a:buClrTx/>
              <a:buFontTx/>
              <a:buNone/>
            </a:pPr>
            <a:r>
              <a:rPr lang="en-US" altLang="zh-CN" sz="1400" dirty="0">
                <a:solidFill>
                  <a:srgbClr val="FF0000"/>
                </a:solidFill>
                <a:ea typeface="Arial Unicode MS" pitchFamily="34" charset="-122"/>
                <a:cs typeface="Arial Unicode MS" pitchFamily="34" charset="-122"/>
              </a:rPr>
              <a:t>			operation</a:t>
            </a:r>
            <a:r>
              <a:rPr lang="en-US" altLang="zh-CN" sz="1400" dirty="0">
                <a:solidFill>
                  <a:srgbClr val="0000FF"/>
                </a:solidFill>
                <a:ea typeface="Arial Unicode MS" pitchFamily="34" charset="-122"/>
                <a:cs typeface="Arial Unicode MS" pitchFamily="34" charset="-122"/>
              </a:rPr>
              <a:t>="</a:t>
            </a:r>
            <a:r>
              <a:rPr lang="en-US" altLang="zh-CN" sz="1400" dirty="0" err="1">
                <a:solidFill>
                  <a:srgbClr val="000000"/>
                </a:solidFill>
                <a:ea typeface="Arial Unicode MS" pitchFamily="34" charset="-122"/>
                <a:cs typeface="Arial Unicode MS" pitchFamily="34" charset="-122"/>
              </a:rPr>
              <a:t>submitPurchaseOrder</a:t>
            </a:r>
            <a:r>
              <a:rPr lang="en-US" altLang="zh-CN" sz="1400" dirty="0">
                <a:solidFill>
                  <a:srgbClr val="0000FF"/>
                </a:solidFill>
                <a:ea typeface="Arial Unicode MS" pitchFamily="34" charset="-122"/>
                <a:cs typeface="Arial Unicode MS" pitchFamily="34" charset="-122"/>
              </a:rPr>
              <a:t>"</a:t>
            </a:r>
            <a:endParaRPr lang="en-US" altLang="zh-CN" sz="1400" dirty="0">
              <a:solidFill>
                <a:srgbClr val="FF0000"/>
              </a:solidFill>
              <a:ea typeface="Arial Unicode MS" pitchFamily="34" charset="-122"/>
              <a:cs typeface="Arial Unicode MS" pitchFamily="34" charset="-122"/>
            </a:endParaRPr>
          </a:p>
          <a:p>
            <a:pPr>
              <a:spcBef>
                <a:spcPct val="0"/>
              </a:spcBef>
              <a:buClrTx/>
              <a:buFontTx/>
              <a:buNone/>
            </a:pPr>
            <a:r>
              <a:rPr lang="en-US" altLang="zh-CN" sz="1400" dirty="0">
                <a:solidFill>
                  <a:srgbClr val="FF0000"/>
                </a:solidFill>
                <a:ea typeface="Arial Unicode MS" pitchFamily="34" charset="-122"/>
                <a:cs typeface="Arial Unicode MS" pitchFamily="34" charset="-122"/>
              </a:rPr>
              <a:t>			variable</a:t>
            </a:r>
            <a:r>
              <a:rPr lang="en-US" altLang="zh-CN" sz="1400" dirty="0">
                <a:solidFill>
                  <a:srgbClr val="0000FF"/>
                </a:solidFill>
                <a:ea typeface="Arial Unicode MS" pitchFamily="34" charset="-122"/>
                <a:cs typeface="Arial Unicode MS" pitchFamily="34" charset="-122"/>
              </a:rPr>
              <a:t>="</a:t>
            </a:r>
            <a:r>
              <a:rPr lang="en-US" altLang="zh-CN" sz="1400" dirty="0">
                <a:solidFill>
                  <a:srgbClr val="000000"/>
                </a:solidFill>
                <a:ea typeface="Arial Unicode MS" pitchFamily="34" charset="-122"/>
                <a:cs typeface="Arial Unicode MS" pitchFamily="34" charset="-122"/>
              </a:rPr>
              <a:t>Result</a:t>
            </a:r>
            <a:r>
              <a:rPr lang="en-US" altLang="zh-CN" sz="1400" dirty="0">
                <a:solidFill>
                  <a:srgbClr val="0000FF"/>
                </a:solidFill>
                <a:ea typeface="Arial Unicode MS" pitchFamily="34" charset="-122"/>
                <a:cs typeface="Arial Unicode MS" pitchFamily="34" charset="-122"/>
              </a:rPr>
              <a:t>"/&gt;</a:t>
            </a:r>
            <a:endParaRPr lang="en-US" altLang="zh-CN" sz="1400" dirty="0">
              <a:solidFill>
                <a:srgbClr val="000000"/>
              </a:solidFill>
              <a:ea typeface="Arial Unicode MS" pitchFamily="34" charset="-122"/>
              <a:cs typeface="Arial Unicode MS" pitchFamily="34" charset="-122"/>
            </a:endParaRPr>
          </a:p>
          <a:p>
            <a:pPr>
              <a:spcBef>
                <a:spcPct val="0"/>
              </a:spcBef>
              <a:buClrTx/>
              <a:buFontTx/>
              <a:buNone/>
            </a:pPr>
            <a:r>
              <a:rPr lang="en-US" altLang="zh-CN" sz="1400" dirty="0">
                <a:solidFill>
                  <a:srgbClr val="000000"/>
                </a:solidFill>
                <a:ea typeface="Arial Unicode MS" pitchFamily="34" charset="-122"/>
                <a:cs typeface="Arial Unicode MS" pitchFamily="34" charset="-122"/>
              </a:rPr>
              <a:t>	</a:t>
            </a:r>
            <a:r>
              <a:rPr lang="en-US" altLang="zh-CN" sz="1400" dirty="0">
                <a:solidFill>
                  <a:srgbClr val="0000FF"/>
                </a:solidFill>
                <a:ea typeface="Arial Unicode MS" pitchFamily="34" charset="-122"/>
                <a:cs typeface="Arial Unicode MS" pitchFamily="34" charset="-122"/>
              </a:rPr>
              <a:t>&lt;/</a:t>
            </a:r>
            <a:r>
              <a:rPr lang="en-US" altLang="zh-CN" sz="1400" dirty="0">
                <a:solidFill>
                  <a:srgbClr val="800000"/>
                </a:solidFill>
                <a:ea typeface="Arial Unicode MS" pitchFamily="34" charset="-122"/>
                <a:cs typeface="Arial Unicode MS" pitchFamily="34" charset="-122"/>
              </a:rPr>
              <a:t>sequence</a:t>
            </a:r>
            <a:r>
              <a:rPr lang="en-US" altLang="zh-CN" sz="1400" dirty="0">
                <a:solidFill>
                  <a:srgbClr val="0000FF"/>
                </a:solidFill>
                <a:ea typeface="Arial Unicode MS" pitchFamily="34" charset="-122"/>
                <a:cs typeface="Arial Unicode MS" pitchFamily="34" charset="-122"/>
              </a:rPr>
              <a:t>&gt;</a:t>
            </a:r>
            <a:endParaRPr lang="en-US" altLang="zh-CN" sz="1400" dirty="0">
              <a:solidFill>
                <a:srgbClr val="000000"/>
              </a:solidFill>
              <a:ea typeface="Arial Unicode MS" pitchFamily="34" charset="-122"/>
              <a:cs typeface="Arial Unicode MS" pitchFamily="34" charset="-122"/>
            </a:endParaRPr>
          </a:p>
          <a:p>
            <a:pPr>
              <a:spcBef>
                <a:spcPct val="0"/>
              </a:spcBef>
              <a:buClrTx/>
              <a:buFontTx/>
              <a:buNone/>
            </a:pPr>
            <a:r>
              <a:rPr lang="en-US" altLang="zh-CN" sz="1400" dirty="0">
                <a:solidFill>
                  <a:srgbClr val="0000FF"/>
                </a:solidFill>
                <a:ea typeface="Arial Unicode MS" pitchFamily="34" charset="-122"/>
                <a:cs typeface="Arial Unicode MS" pitchFamily="34" charset="-122"/>
              </a:rPr>
              <a:t>&lt;/</a:t>
            </a:r>
            <a:r>
              <a:rPr lang="en-US" altLang="zh-CN" sz="1400" dirty="0">
                <a:solidFill>
                  <a:srgbClr val="800000"/>
                </a:solidFill>
                <a:ea typeface="Arial Unicode MS" pitchFamily="34" charset="-122"/>
                <a:cs typeface="Arial Unicode MS" pitchFamily="34" charset="-122"/>
              </a:rPr>
              <a:t>process</a:t>
            </a:r>
            <a:r>
              <a:rPr lang="en-US" altLang="zh-CN" sz="1400" dirty="0">
                <a:solidFill>
                  <a:srgbClr val="0000FF"/>
                </a:solidFill>
                <a:ea typeface="Arial Unicode MS" pitchFamily="34" charset="-122"/>
                <a:cs typeface="Arial Unicode MS" pitchFamily="34" charset="-122"/>
              </a:rPr>
              <a:t>&gt;</a:t>
            </a:r>
          </a:p>
        </p:txBody>
      </p:sp>
      <p:sp>
        <p:nvSpPr>
          <p:cNvPr id="57348" name="灯片编号占位符 5"/>
          <p:cNvSpPr>
            <a:spLocks noGrp="1"/>
          </p:cNvSpPr>
          <p:nvPr>
            <p:ph type="sldNum" sz="quarter" idx="10"/>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fontAlgn="base">
              <a:spcBef>
                <a:spcPct val="0"/>
              </a:spcBef>
              <a:spcAft>
                <a:spcPct val="0"/>
              </a:spcAft>
              <a:defRPr sz="1200" kern="1200">
                <a:solidFill>
                  <a:schemeClr val="tx1"/>
                </a:solidFill>
                <a:latin typeface="+mj-lt"/>
                <a:ea typeface="宋体"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eaLnBrk="1" hangingPunct="1"/>
            <a:fld id="{C2FAFEC3-FCF9-4793-BD53-13ACF2C4D1E4}" type="slidenum">
              <a:rPr lang="en-US" altLang="zh-CN" smtClean="0"/>
              <a:pPr>
                <a:defRPr/>
              </a:pPr>
              <a:t>24</a:t>
            </a:fld>
            <a:endParaRPr lang="en-US" altLang="zh-CN"/>
          </a:p>
        </p:txBody>
      </p:sp>
      <p:sp>
        <p:nvSpPr>
          <p:cNvPr id="5" name="Line 6"/>
          <p:cNvSpPr>
            <a:spLocks noChangeShapeType="1"/>
          </p:cNvSpPr>
          <p:nvPr/>
        </p:nvSpPr>
        <p:spPr bwMode="auto">
          <a:xfrm flipH="1">
            <a:off x="4427984" y="2819596"/>
            <a:ext cx="2304256" cy="33339"/>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 name="Text Box 7"/>
          <p:cNvSpPr txBox="1">
            <a:spLocks noChangeArrowheads="1"/>
          </p:cNvSpPr>
          <p:nvPr/>
        </p:nvSpPr>
        <p:spPr bwMode="auto">
          <a:xfrm>
            <a:off x="6732240" y="2532260"/>
            <a:ext cx="216024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dirty="0"/>
              <a:t>variables processing maybe omitted  </a:t>
            </a:r>
          </a:p>
        </p:txBody>
      </p:sp>
      <p:sp>
        <p:nvSpPr>
          <p:cNvPr id="9" name="Line 6"/>
          <p:cNvSpPr>
            <a:spLocks noChangeShapeType="1"/>
          </p:cNvSpPr>
          <p:nvPr/>
        </p:nvSpPr>
        <p:spPr bwMode="auto">
          <a:xfrm flipH="1">
            <a:off x="4580384" y="2852935"/>
            <a:ext cx="2151856" cy="1224137"/>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Line 6"/>
          <p:cNvSpPr>
            <a:spLocks noChangeShapeType="1"/>
          </p:cNvSpPr>
          <p:nvPr/>
        </p:nvSpPr>
        <p:spPr bwMode="auto">
          <a:xfrm flipH="1">
            <a:off x="4580384" y="2852935"/>
            <a:ext cx="2151856" cy="2592289"/>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381209455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linds(horizontal)">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blinds(horizontal)">
                                      <p:cBhvr>
                                        <p:cTn id="2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9" grpId="0" animBg="1"/>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US" altLang="zh-CN">
                <a:ea typeface="宋体" pitchFamily="2" charset="-122"/>
              </a:rPr>
              <a:t>BPEL Key Elements (1/3)</a:t>
            </a:r>
          </a:p>
        </p:txBody>
      </p:sp>
      <p:sp>
        <p:nvSpPr>
          <p:cNvPr id="56324" name="Rectangle 3"/>
          <p:cNvSpPr>
            <a:spLocks noGrp="1" noChangeArrowheads="1"/>
          </p:cNvSpPr>
          <p:nvPr>
            <p:ph idx="1"/>
          </p:nvPr>
        </p:nvSpPr>
        <p:spPr/>
        <p:txBody>
          <a:bodyPr>
            <a:normAutofit lnSpcReduction="10000"/>
          </a:bodyPr>
          <a:lstStyle/>
          <a:p>
            <a:pPr>
              <a:defRPr/>
            </a:pPr>
            <a:r>
              <a:rPr lang="en-US" altLang="zh-CN" sz="2400" i="1" dirty="0"/>
              <a:t>partners</a:t>
            </a:r>
          </a:p>
          <a:p>
            <a:pPr lvl="1">
              <a:defRPr/>
            </a:pPr>
            <a:r>
              <a:rPr lang="en-US" altLang="zh-CN" sz="2000" dirty="0"/>
              <a:t>Defines the relationship between a business process under construction and its partner processes.</a:t>
            </a:r>
          </a:p>
          <a:p>
            <a:pPr lvl="1">
              <a:defRPr/>
            </a:pPr>
            <a:r>
              <a:rPr lang="en-US" altLang="zh-CN" sz="2000" dirty="0"/>
              <a:t>A partner can act as</a:t>
            </a:r>
          </a:p>
          <a:p>
            <a:pPr lvl="2">
              <a:defRPr/>
            </a:pPr>
            <a:r>
              <a:rPr lang="en-US" altLang="zh-CN" sz="1800" dirty="0"/>
              <a:t>A consumer of a service provided by a business process</a:t>
            </a:r>
          </a:p>
          <a:p>
            <a:pPr lvl="2">
              <a:defRPr/>
            </a:pPr>
            <a:r>
              <a:rPr lang="en-US" altLang="zh-CN" sz="1800" dirty="0"/>
              <a:t>A provider of a service that is used by a business process</a:t>
            </a:r>
          </a:p>
          <a:p>
            <a:pPr lvl="2">
              <a:defRPr/>
            </a:pPr>
            <a:r>
              <a:rPr lang="en-US" altLang="zh-CN" sz="1800" dirty="0"/>
              <a:t>A service that activates a business process</a:t>
            </a:r>
          </a:p>
          <a:p>
            <a:pPr>
              <a:defRPr/>
            </a:pPr>
            <a:r>
              <a:rPr lang="en-US" altLang="zh-CN" sz="2400" i="1" dirty="0"/>
              <a:t>partner link types</a:t>
            </a:r>
          </a:p>
          <a:p>
            <a:pPr lvl="1">
              <a:defRPr/>
            </a:pPr>
            <a:r>
              <a:rPr lang="en-US" altLang="zh-CN" sz="2000" dirty="0"/>
              <a:t>Defines the conversational relationship between two Web services</a:t>
            </a:r>
          </a:p>
          <a:p>
            <a:pPr lvl="1">
              <a:defRPr/>
            </a:pPr>
            <a:r>
              <a:rPr lang="en-US" altLang="zh-CN" sz="2000" dirty="0"/>
              <a:t>Defined in WSDL and give the role(s) linked to </a:t>
            </a:r>
            <a:r>
              <a:rPr lang="en-US" altLang="zh-CN" sz="2000" dirty="0" err="1"/>
              <a:t>portType</a:t>
            </a:r>
            <a:endParaRPr lang="en-US" altLang="zh-CN" sz="2000" dirty="0"/>
          </a:p>
          <a:p>
            <a:pPr>
              <a:defRPr/>
            </a:pPr>
            <a:r>
              <a:rPr lang="en-US" altLang="zh-CN" sz="2400" i="1" dirty="0"/>
              <a:t>partner links</a:t>
            </a:r>
          </a:p>
          <a:p>
            <a:pPr lvl="1">
              <a:defRPr/>
            </a:pPr>
            <a:r>
              <a:rPr lang="en-US" altLang="zh-CN" sz="2000" dirty="0"/>
              <a:t>Models the partner services that a business process interacts with</a:t>
            </a:r>
          </a:p>
          <a:p>
            <a:pPr lvl="1">
              <a:defRPr/>
            </a:pPr>
            <a:r>
              <a:rPr lang="en-US" altLang="zh-CN" sz="2000" dirty="0"/>
              <a:t>Is characterized by a partner link type</a:t>
            </a:r>
          </a:p>
          <a:p>
            <a:pPr lvl="1">
              <a:defRPr/>
            </a:pPr>
            <a:r>
              <a:rPr lang="en-US" altLang="zh-CN" sz="2000" dirty="0"/>
              <a:t>Defines the static relationship within a business process</a:t>
            </a:r>
          </a:p>
        </p:txBody>
      </p:sp>
      <p:sp>
        <p:nvSpPr>
          <p:cNvPr id="58372" name="灯片编号占位符 5"/>
          <p:cNvSpPr>
            <a:spLocks noGrp="1"/>
          </p:cNvSpPr>
          <p:nvPr>
            <p:ph type="sldNum" sz="quarter" idx="10"/>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fontAlgn="base">
              <a:spcBef>
                <a:spcPct val="0"/>
              </a:spcBef>
              <a:spcAft>
                <a:spcPct val="0"/>
              </a:spcAft>
              <a:defRPr sz="1200" kern="1200">
                <a:solidFill>
                  <a:schemeClr val="tx1"/>
                </a:solidFill>
                <a:latin typeface="+mj-lt"/>
                <a:ea typeface="宋体"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eaLnBrk="1" hangingPunct="1"/>
            <a:fld id="{C2FAFEC3-FCF9-4793-BD53-13ACF2C4D1E4}" type="slidenum">
              <a:rPr lang="en-US" altLang="zh-CN" smtClean="0"/>
              <a:pPr>
                <a:defRPr/>
              </a:pPr>
              <a:t>25</a:t>
            </a:fld>
            <a:endParaRPr lang="en-US" altLang="zh-CN"/>
          </a:p>
        </p:txBody>
      </p:sp>
    </p:spTree>
    <p:extLst>
      <p:ext uri="{BB962C8B-B14F-4D97-AF65-F5344CB8AC3E}">
        <p14:creationId xmlns:p14="http://schemas.microsoft.com/office/powerpoint/2010/main" val="2452899207"/>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altLang="zh-CN">
                <a:ea typeface="宋体" pitchFamily="2" charset="-122"/>
              </a:rPr>
              <a:t>BPEL Key Elements (2/3)</a:t>
            </a:r>
          </a:p>
        </p:txBody>
      </p:sp>
      <p:sp>
        <p:nvSpPr>
          <p:cNvPr id="57348" name="Rectangle 3"/>
          <p:cNvSpPr>
            <a:spLocks noGrp="1" noChangeArrowheads="1"/>
          </p:cNvSpPr>
          <p:nvPr>
            <p:ph idx="1"/>
          </p:nvPr>
        </p:nvSpPr>
        <p:spPr/>
        <p:txBody>
          <a:bodyPr>
            <a:normAutofit fontScale="92500" lnSpcReduction="10000"/>
          </a:bodyPr>
          <a:lstStyle/>
          <a:p>
            <a:r>
              <a:rPr lang="en-US" altLang="zh-CN" sz="2400" i="1" dirty="0">
                <a:ea typeface="宋体" pitchFamily="2" charset="-122"/>
              </a:rPr>
              <a:t>business partners</a:t>
            </a:r>
          </a:p>
          <a:p>
            <a:pPr lvl="1"/>
            <a:r>
              <a:rPr lang="en-US" altLang="zh-CN" sz="2000" dirty="0">
                <a:latin typeface="Arial" charset="0"/>
                <a:ea typeface="宋体" pitchFamily="2" charset="-122"/>
              </a:rPr>
              <a:t>Model the relationship with a business partner who requires more that one conversational relationship, using element </a:t>
            </a:r>
            <a:r>
              <a:rPr lang="en-US" altLang="zh-CN" sz="2000" i="1" dirty="0">
                <a:latin typeface="Arial" charset="0"/>
                <a:ea typeface="宋体" pitchFamily="2" charset="-122"/>
              </a:rPr>
              <a:t>partner</a:t>
            </a:r>
          </a:p>
          <a:p>
            <a:pPr lvl="1"/>
            <a:r>
              <a:rPr lang="en-US" altLang="zh-CN" sz="2000" dirty="0">
                <a:latin typeface="Arial" charset="0"/>
                <a:ea typeface="宋体" pitchFamily="2" charset="-122"/>
              </a:rPr>
              <a:t>Allows the grouping of </a:t>
            </a:r>
            <a:r>
              <a:rPr lang="en-US" altLang="zh-CN" sz="2000" i="1" dirty="0">
                <a:latin typeface="Arial" charset="0"/>
                <a:ea typeface="宋体" pitchFamily="2" charset="-122"/>
              </a:rPr>
              <a:t>partner links</a:t>
            </a:r>
          </a:p>
          <a:p>
            <a:pPr lvl="1"/>
            <a:r>
              <a:rPr lang="en-US" altLang="zh-CN" sz="2000" dirty="0">
                <a:latin typeface="Arial" charset="0"/>
                <a:ea typeface="宋体" pitchFamily="2" charset="-122"/>
              </a:rPr>
              <a:t>Overlap is forbidden</a:t>
            </a:r>
          </a:p>
          <a:p>
            <a:r>
              <a:rPr lang="en-US" altLang="zh-CN" sz="2400" i="1" dirty="0">
                <a:ea typeface="宋体" pitchFamily="2" charset="-122"/>
              </a:rPr>
              <a:t>endpoint references</a:t>
            </a:r>
          </a:p>
          <a:p>
            <a:pPr lvl="1"/>
            <a:r>
              <a:rPr lang="en-US" altLang="zh-CN" sz="2000" dirty="0">
                <a:latin typeface="Arial" charset="0"/>
                <a:ea typeface="宋体" pitchFamily="2" charset="-122"/>
              </a:rPr>
              <a:t>Provide a mechanism for dynamic binding with port-specific data for services.</a:t>
            </a:r>
          </a:p>
          <a:p>
            <a:pPr lvl="1"/>
            <a:r>
              <a:rPr lang="en-US" altLang="zh-CN" sz="2000" dirty="0">
                <a:latin typeface="Arial" charset="0"/>
                <a:ea typeface="宋体" pitchFamily="2" charset="-122"/>
              </a:rPr>
              <a:t>Allows dynamical binding of services provider with roles in partner links</a:t>
            </a:r>
          </a:p>
          <a:p>
            <a:r>
              <a:rPr lang="en-US" altLang="zh-CN" sz="2400" i="1" dirty="0">
                <a:ea typeface="宋体" pitchFamily="2" charset="-122"/>
              </a:rPr>
              <a:t>activities</a:t>
            </a:r>
          </a:p>
          <a:p>
            <a:pPr lvl="1"/>
            <a:r>
              <a:rPr lang="en-US" altLang="zh-CN" sz="2000" dirty="0">
                <a:latin typeface="Arial" charset="0"/>
                <a:ea typeface="宋体" pitchFamily="2" charset="-122"/>
              </a:rPr>
              <a:t>Basic activities, such as </a:t>
            </a:r>
            <a:r>
              <a:rPr lang="en-US" altLang="zh-CN" sz="2000" i="1" dirty="0">
                <a:latin typeface="Arial" charset="0"/>
                <a:ea typeface="宋体" pitchFamily="2" charset="-122"/>
              </a:rPr>
              <a:t>receive</a:t>
            </a:r>
            <a:r>
              <a:rPr lang="en-US" altLang="zh-CN" sz="2000" dirty="0">
                <a:latin typeface="Arial" charset="0"/>
                <a:ea typeface="宋体" pitchFamily="2" charset="-122"/>
              </a:rPr>
              <a:t>, </a:t>
            </a:r>
            <a:r>
              <a:rPr lang="en-US" altLang="zh-CN" sz="2000" i="1" dirty="0">
                <a:latin typeface="Arial" charset="0"/>
                <a:ea typeface="宋体" pitchFamily="2" charset="-122"/>
              </a:rPr>
              <a:t>reply</a:t>
            </a:r>
            <a:r>
              <a:rPr lang="en-US" altLang="zh-CN" sz="2000" dirty="0">
                <a:latin typeface="Arial" charset="0"/>
                <a:ea typeface="宋体" pitchFamily="2" charset="-122"/>
              </a:rPr>
              <a:t> and </a:t>
            </a:r>
            <a:r>
              <a:rPr lang="en-US" altLang="zh-CN" sz="2000" i="1" dirty="0">
                <a:latin typeface="Arial" charset="0"/>
                <a:ea typeface="宋体" pitchFamily="2" charset="-122"/>
              </a:rPr>
              <a:t>invoke</a:t>
            </a:r>
          </a:p>
          <a:p>
            <a:pPr lvl="1"/>
            <a:r>
              <a:rPr lang="en-US" altLang="zh-CN" sz="2000" dirty="0">
                <a:latin typeface="Arial" charset="0"/>
                <a:ea typeface="宋体" pitchFamily="2" charset="-122"/>
              </a:rPr>
              <a:t>Structured activities</a:t>
            </a:r>
          </a:p>
          <a:p>
            <a:pPr lvl="2"/>
            <a:r>
              <a:rPr lang="en-US" altLang="zh-CN" sz="1800" dirty="0">
                <a:latin typeface="Arial" charset="0"/>
                <a:ea typeface="宋体" pitchFamily="2" charset="-122"/>
              </a:rPr>
              <a:t>Sequential order (</a:t>
            </a:r>
            <a:r>
              <a:rPr lang="en-US" altLang="zh-CN" sz="1800" i="1" dirty="0">
                <a:latin typeface="Arial" charset="0"/>
                <a:ea typeface="宋体" pitchFamily="2" charset="-122"/>
              </a:rPr>
              <a:t>sequence</a:t>
            </a:r>
            <a:r>
              <a:rPr lang="en-US" altLang="zh-CN" sz="1800" dirty="0">
                <a:latin typeface="Arial" charset="0"/>
                <a:ea typeface="宋体" pitchFamily="2" charset="-122"/>
              </a:rPr>
              <a:t>, </a:t>
            </a:r>
            <a:r>
              <a:rPr lang="en-US" altLang="zh-CN" sz="1800" i="1" dirty="0">
                <a:latin typeface="Arial" charset="0"/>
                <a:ea typeface="宋体" pitchFamily="2" charset="-122"/>
              </a:rPr>
              <a:t>switch</a:t>
            </a:r>
            <a:r>
              <a:rPr lang="en-US" altLang="zh-CN" sz="1800" dirty="0">
                <a:latin typeface="Arial" charset="0"/>
                <a:ea typeface="宋体" pitchFamily="2" charset="-122"/>
              </a:rPr>
              <a:t> and </a:t>
            </a:r>
            <a:r>
              <a:rPr lang="en-US" altLang="zh-CN" sz="1800" i="1" dirty="0">
                <a:latin typeface="Arial" charset="0"/>
                <a:ea typeface="宋体" pitchFamily="2" charset="-122"/>
              </a:rPr>
              <a:t>while)</a:t>
            </a:r>
          </a:p>
          <a:p>
            <a:pPr lvl="2"/>
            <a:r>
              <a:rPr lang="en-US" altLang="zh-CN" sz="1800" dirty="0">
                <a:latin typeface="Arial" charset="0"/>
                <a:ea typeface="宋体" pitchFamily="2" charset="-122"/>
              </a:rPr>
              <a:t>Concurrent order (</a:t>
            </a:r>
            <a:r>
              <a:rPr lang="en-US" altLang="zh-CN" sz="1800" i="1" dirty="0">
                <a:latin typeface="Arial" charset="0"/>
                <a:ea typeface="宋体" pitchFamily="2" charset="-122"/>
              </a:rPr>
              <a:t>flow</a:t>
            </a:r>
            <a:r>
              <a:rPr lang="en-US" altLang="zh-CN" sz="1800" dirty="0">
                <a:latin typeface="Arial" charset="0"/>
                <a:ea typeface="宋体" pitchFamily="2" charset="-122"/>
              </a:rPr>
              <a:t>)</a:t>
            </a:r>
          </a:p>
          <a:p>
            <a:pPr lvl="2"/>
            <a:r>
              <a:rPr lang="en-US" altLang="zh-CN" sz="1800" dirty="0">
                <a:latin typeface="Arial" charset="0"/>
                <a:ea typeface="宋体" pitchFamily="2" charset="-122"/>
              </a:rPr>
              <a:t>Non-deterministic choice (</a:t>
            </a:r>
            <a:r>
              <a:rPr lang="en-US" altLang="zh-CN" sz="1800" i="1" dirty="0">
                <a:latin typeface="Arial" charset="0"/>
                <a:ea typeface="宋体" pitchFamily="2" charset="-122"/>
              </a:rPr>
              <a:t>pick</a:t>
            </a:r>
            <a:r>
              <a:rPr lang="en-US" altLang="zh-CN" sz="1800" dirty="0">
                <a:latin typeface="Arial" charset="0"/>
                <a:ea typeface="宋体" pitchFamily="2" charset="-122"/>
              </a:rPr>
              <a:t>)</a:t>
            </a:r>
          </a:p>
          <a:p>
            <a:pPr lvl="1"/>
            <a:r>
              <a:rPr lang="en-US" altLang="zh-CN" sz="2000" dirty="0">
                <a:latin typeface="Arial" charset="0"/>
                <a:ea typeface="宋体" pitchFamily="2" charset="-122"/>
              </a:rPr>
              <a:t>Attributes, </a:t>
            </a:r>
            <a:r>
              <a:rPr lang="en-US" altLang="zh-CN" sz="2000" i="1" dirty="0">
                <a:latin typeface="Arial" charset="0"/>
                <a:ea typeface="宋体" pitchFamily="2" charset="-122"/>
              </a:rPr>
              <a:t>name, </a:t>
            </a:r>
            <a:r>
              <a:rPr lang="en-US" altLang="zh-CN" sz="2000" i="1" dirty="0" err="1">
                <a:latin typeface="Arial" charset="0"/>
                <a:ea typeface="宋体" pitchFamily="2" charset="-122"/>
              </a:rPr>
              <a:t>joinCondition</a:t>
            </a:r>
            <a:r>
              <a:rPr lang="en-US" altLang="zh-CN" sz="2000" i="1" dirty="0">
                <a:latin typeface="Arial" charset="0"/>
                <a:ea typeface="宋体" pitchFamily="2" charset="-122"/>
              </a:rPr>
              <a:t>, source, target</a:t>
            </a:r>
            <a:endParaRPr lang="en-US" altLang="zh-CN" sz="2000" dirty="0">
              <a:latin typeface="Arial" charset="0"/>
              <a:ea typeface="宋体" pitchFamily="2" charset="-122"/>
            </a:endParaRPr>
          </a:p>
        </p:txBody>
      </p:sp>
      <p:sp>
        <p:nvSpPr>
          <p:cNvPr id="59396" name="灯片编号占位符 5"/>
          <p:cNvSpPr>
            <a:spLocks noGrp="1"/>
          </p:cNvSpPr>
          <p:nvPr>
            <p:ph type="sldNum" sz="quarter" idx="10"/>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fontAlgn="base">
              <a:spcBef>
                <a:spcPct val="0"/>
              </a:spcBef>
              <a:spcAft>
                <a:spcPct val="0"/>
              </a:spcAft>
              <a:defRPr sz="1200" kern="1200">
                <a:solidFill>
                  <a:schemeClr val="tx1"/>
                </a:solidFill>
                <a:latin typeface="+mj-lt"/>
                <a:ea typeface="宋体"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eaLnBrk="1" hangingPunct="1"/>
            <a:fld id="{C2FAFEC3-FCF9-4793-BD53-13ACF2C4D1E4}" type="slidenum">
              <a:rPr lang="en-US" altLang="zh-CN" smtClean="0"/>
              <a:pPr>
                <a:defRPr/>
              </a:pPr>
              <a:t>26</a:t>
            </a:fld>
            <a:endParaRPr lang="en-US" altLang="zh-CN" dirty="0"/>
          </a:p>
        </p:txBody>
      </p:sp>
    </p:spTree>
    <p:extLst>
      <p:ext uri="{BB962C8B-B14F-4D97-AF65-F5344CB8AC3E}">
        <p14:creationId xmlns:p14="http://schemas.microsoft.com/office/powerpoint/2010/main" val="2691843049"/>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US" altLang="zh-CN">
                <a:ea typeface="宋体" pitchFamily="2" charset="-122"/>
              </a:rPr>
              <a:t>BPEL Key Elements (3/3)</a:t>
            </a:r>
          </a:p>
        </p:txBody>
      </p:sp>
      <p:sp>
        <p:nvSpPr>
          <p:cNvPr id="58372" name="Rectangle 3"/>
          <p:cNvSpPr>
            <a:spLocks noGrp="1" noChangeArrowheads="1"/>
          </p:cNvSpPr>
          <p:nvPr>
            <p:ph idx="1"/>
          </p:nvPr>
        </p:nvSpPr>
        <p:spPr/>
        <p:txBody>
          <a:bodyPr>
            <a:normAutofit fontScale="92500"/>
          </a:bodyPr>
          <a:lstStyle/>
          <a:p>
            <a:r>
              <a:rPr lang="en-US" altLang="zh-CN" sz="2400" i="1" dirty="0">
                <a:ea typeface="宋体" pitchFamily="2" charset="-122"/>
              </a:rPr>
              <a:t>data handling</a:t>
            </a:r>
          </a:p>
          <a:p>
            <a:pPr lvl="1"/>
            <a:r>
              <a:rPr lang="en-US" altLang="zh-CN" sz="2100" dirty="0">
                <a:latin typeface="Arial" charset="0"/>
                <a:ea typeface="宋体" pitchFamily="2" charset="-122"/>
              </a:rPr>
              <a:t>Models status in a business process</a:t>
            </a:r>
          </a:p>
          <a:p>
            <a:pPr lvl="1"/>
            <a:r>
              <a:rPr lang="en-US" altLang="zh-CN" sz="2100" dirty="0">
                <a:latin typeface="Arial" charset="0"/>
                <a:ea typeface="宋体" pitchFamily="2" charset="-122"/>
              </a:rPr>
              <a:t>Three way to handle</a:t>
            </a:r>
          </a:p>
          <a:p>
            <a:pPr lvl="2"/>
            <a:r>
              <a:rPr lang="en-US" altLang="zh-CN" sz="1900" i="1" dirty="0">
                <a:latin typeface="Arial" charset="0"/>
                <a:ea typeface="宋体" pitchFamily="2" charset="-122"/>
              </a:rPr>
              <a:t>Variables</a:t>
            </a:r>
          </a:p>
          <a:p>
            <a:pPr lvl="2"/>
            <a:r>
              <a:rPr lang="en-US" altLang="zh-CN" sz="1900" i="1" dirty="0">
                <a:latin typeface="Arial" charset="0"/>
                <a:ea typeface="宋体" pitchFamily="2" charset="-122"/>
              </a:rPr>
              <a:t>Expressions</a:t>
            </a:r>
          </a:p>
          <a:p>
            <a:pPr lvl="2"/>
            <a:r>
              <a:rPr lang="en-US" altLang="zh-CN" sz="1900" i="1" dirty="0">
                <a:latin typeface="Arial" charset="0"/>
                <a:ea typeface="宋体" pitchFamily="2" charset="-122"/>
              </a:rPr>
              <a:t>Assignments</a:t>
            </a:r>
          </a:p>
          <a:p>
            <a:pPr lvl="1"/>
            <a:r>
              <a:rPr lang="en-US" altLang="zh-CN" sz="2300" dirty="0">
                <a:latin typeface="Arial" charset="0"/>
                <a:ea typeface="宋体" pitchFamily="2" charset="-122"/>
              </a:rPr>
              <a:t>Provided</a:t>
            </a:r>
            <a:r>
              <a:rPr lang="en-US" altLang="zh-CN" sz="2300" i="1" dirty="0">
                <a:latin typeface="Arial" charset="0"/>
                <a:ea typeface="宋体" pitchFamily="2" charset="-122"/>
              </a:rPr>
              <a:t> </a:t>
            </a:r>
            <a:r>
              <a:rPr lang="en-US" altLang="zh-CN" sz="2300" dirty="0">
                <a:latin typeface="Arial" charset="0"/>
                <a:ea typeface="宋体" pitchFamily="2" charset="-122"/>
              </a:rPr>
              <a:t>for both XML data types and WSDL message types</a:t>
            </a:r>
            <a:endParaRPr lang="en-US" altLang="zh-CN" sz="2300" i="1" dirty="0">
              <a:latin typeface="Arial" charset="0"/>
              <a:ea typeface="宋体" pitchFamily="2" charset="-122"/>
            </a:endParaRPr>
          </a:p>
          <a:p>
            <a:r>
              <a:rPr lang="en-US" altLang="zh-CN" sz="2400" i="1" dirty="0">
                <a:ea typeface="宋体" pitchFamily="2" charset="-122"/>
              </a:rPr>
              <a:t>Correlation</a:t>
            </a:r>
          </a:p>
          <a:p>
            <a:pPr lvl="1"/>
            <a:r>
              <a:rPr lang="en-US" altLang="zh-CN" sz="2100" dirty="0">
                <a:latin typeface="Arial" charset="0"/>
                <a:ea typeface="宋体" pitchFamily="2" charset="-122"/>
              </a:rPr>
              <a:t>Used to handle long-lasting stateful conversations between processes</a:t>
            </a:r>
          </a:p>
          <a:p>
            <a:pPr lvl="1"/>
            <a:r>
              <a:rPr lang="en-US" altLang="zh-CN" sz="2100" dirty="0">
                <a:latin typeface="Arial" charset="0"/>
                <a:ea typeface="宋体" pitchFamily="2" charset="-122"/>
              </a:rPr>
              <a:t>Used to identify new business process</a:t>
            </a:r>
          </a:p>
          <a:p>
            <a:r>
              <a:rPr lang="en-US" altLang="zh-CN" sz="2400" i="1" dirty="0">
                <a:ea typeface="宋体" pitchFamily="2" charset="-122"/>
              </a:rPr>
              <a:t>Scope</a:t>
            </a:r>
          </a:p>
          <a:p>
            <a:pPr lvl="1"/>
            <a:r>
              <a:rPr lang="en-US" altLang="zh-CN" sz="2100" dirty="0">
                <a:latin typeface="Arial" charset="0"/>
                <a:ea typeface="宋体" pitchFamily="2" charset="-122"/>
              </a:rPr>
              <a:t>The context for the behavior of each activity</a:t>
            </a:r>
          </a:p>
          <a:p>
            <a:pPr lvl="1"/>
            <a:r>
              <a:rPr lang="en-US" altLang="zh-CN" sz="2100" dirty="0">
                <a:latin typeface="Arial" charset="0"/>
                <a:ea typeface="宋体" pitchFamily="2" charset="-122"/>
              </a:rPr>
              <a:t>Five kinds (fault handlers, event handlers, compensation handlers, data variables, and correlation sets)</a:t>
            </a:r>
          </a:p>
        </p:txBody>
      </p:sp>
      <p:sp>
        <p:nvSpPr>
          <p:cNvPr id="60420" name="灯片编号占位符 5"/>
          <p:cNvSpPr>
            <a:spLocks noGrp="1"/>
          </p:cNvSpPr>
          <p:nvPr>
            <p:ph type="sldNum" sz="quarter" idx="10"/>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fontAlgn="base">
              <a:spcBef>
                <a:spcPct val="0"/>
              </a:spcBef>
              <a:spcAft>
                <a:spcPct val="0"/>
              </a:spcAft>
              <a:defRPr sz="1200" kern="1200">
                <a:solidFill>
                  <a:schemeClr val="tx1"/>
                </a:solidFill>
                <a:latin typeface="+mj-lt"/>
                <a:ea typeface="宋体"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eaLnBrk="1" hangingPunct="1"/>
            <a:fld id="{C2FAFEC3-FCF9-4793-BD53-13ACF2C4D1E4}" type="slidenum">
              <a:rPr lang="en-US" altLang="zh-CN" smtClean="0"/>
              <a:pPr>
                <a:defRPr/>
              </a:pPr>
              <a:t>27</a:t>
            </a:fld>
            <a:endParaRPr lang="en-US" altLang="zh-CN"/>
          </a:p>
        </p:txBody>
      </p:sp>
    </p:spTree>
    <p:extLst>
      <p:ext uri="{BB962C8B-B14F-4D97-AF65-F5344CB8AC3E}">
        <p14:creationId xmlns:p14="http://schemas.microsoft.com/office/powerpoint/2010/main" val="3277491516"/>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标题 1"/>
          <p:cNvSpPr>
            <a:spLocks noGrp="1"/>
          </p:cNvSpPr>
          <p:nvPr>
            <p:ph type="title"/>
          </p:nvPr>
        </p:nvSpPr>
        <p:spPr/>
        <p:txBody>
          <a:bodyPr/>
          <a:lstStyle/>
          <a:p>
            <a:r>
              <a:rPr lang="en-US" altLang="zh-CN" dirty="0"/>
              <a:t>Message Dispatch in Web Services</a:t>
            </a:r>
            <a:endParaRPr lang="zh-CN" altLang="en-US" dirty="0"/>
          </a:p>
        </p:txBody>
      </p:sp>
      <p:sp>
        <p:nvSpPr>
          <p:cNvPr id="3" name="内容占位符 2"/>
          <p:cNvSpPr>
            <a:spLocks noGrp="1"/>
          </p:cNvSpPr>
          <p:nvPr>
            <p:ph idx="1"/>
          </p:nvPr>
        </p:nvSpPr>
        <p:spPr/>
        <p:txBody>
          <a:bodyPr>
            <a:normAutofit fontScale="85000" lnSpcReduction="20000"/>
          </a:bodyPr>
          <a:lstStyle/>
          <a:p>
            <a:pPr>
              <a:lnSpc>
                <a:spcPct val="120000"/>
              </a:lnSpc>
            </a:pPr>
            <a:r>
              <a:rPr lang="en-US" altLang="zh-CN" sz="2400" dirty="0"/>
              <a:t>It is desirable for a message recipient to have the capability to uniquely identify the instance of Web services to handle it</a:t>
            </a:r>
          </a:p>
          <a:p>
            <a:pPr>
              <a:lnSpc>
                <a:spcPct val="120000"/>
              </a:lnSpc>
            </a:pPr>
            <a:r>
              <a:rPr lang="en-US" altLang="zh-CN" sz="2400" dirty="0"/>
              <a:t>Since it is not defined in WSDL, the provider are recommended to consider how to disambiguate message types when they develop their services</a:t>
            </a:r>
          </a:p>
          <a:p>
            <a:pPr lvl="1">
              <a:lnSpc>
                <a:spcPct val="120000"/>
              </a:lnSpc>
            </a:pPr>
            <a:r>
              <a:rPr lang="en-US" altLang="zh-CN" sz="2000" dirty="0"/>
              <a:t>In a typical deployment, an endpoint address may host a single service (described by a WSDL service element). When XSD is used, assigning unique qualified names of global element declarations as inputs within the interface that describes the service would be sufficient to disambiguate the types of the messages that are received</a:t>
            </a:r>
          </a:p>
          <a:p>
            <a:pPr lvl="1">
              <a:lnSpc>
                <a:spcPct val="120000"/>
              </a:lnSpc>
            </a:pPr>
            <a:r>
              <a:rPr lang="en-US" altLang="zh-CN" sz="2000" dirty="0"/>
              <a:t>When endpoint address hosts multiple services, in essence supporting several WSDL descriptions, the desire to disambiguate message types should be considered within the context of all the deployed services, not only within a single interface</a:t>
            </a:r>
          </a:p>
          <a:p>
            <a:pPr>
              <a:lnSpc>
                <a:spcPct val="120000"/>
              </a:lnSpc>
            </a:pPr>
            <a:r>
              <a:rPr lang="en-US" altLang="zh-CN" sz="2400" dirty="0"/>
              <a:t>If the provider can’t achieve the above goals, especially, wildcards are used (#any, #none), disambiguation mechanisms are necessary.</a:t>
            </a:r>
          </a:p>
          <a:p>
            <a:pPr>
              <a:lnSpc>
                <a:spcPct val="120000"/>
              </a:lnSpc>
            </a:pPr>
            <a:r>
              <a:rPr lang="en-US" altLang="zh-CN" sz="2400" dirty="0"/>
              <a:t>It is also need to identify instance of </a:t>
            </a:r>
            <a:r>
              <a:rPr lang="en-US" altLang="zh-CN" sz="2400" dirty="0" err="1"/>
              <a:t>stateful</a:t>
            </a:r>
            <a:r>
              <a:rPr lang="en-US" altLang="zh-CN" sz="2400" dirty="0"/>
              <a:t> Web services</a:t>
            </a:r>
          </a:p>
        </p:txBody>
      </p:sp>
      <p:sp>
        <p:nvSpPr>
          <p:cNvPr id="151556" name="灯片编号占位符 3"/>
          <p:cNvSpPr>
            <a:spLocks noGrp="1"/>
          </p:cNvSpPr>
          <p:nvPr>
            <p:ph type="sldNum" sz="quarter" idx="11"/>
          </p:nvPr>
        </p:nvSpPr>
        <p:spPr/>
        <p:txBody>
          <a:bodyPr/>
          <a:lstStyle>
            <a:lvl1pPr eaLnBrk="0" hangingPunct="0">
              <a:defRPr sz="3200">
                <a:solidFill>
                  <a:schemeClr val="tx1"/>
                </a:solidFill>
                <a:latin typeface="Arial" charset="0"/>
                <a:ea typeface="宋体" charset="-122"/>
              </a:defRPr>
            </a:lvl1pPr>
            <a:lvl2pPr marL="742950" indent="-285750" eaLnBrk="0" hangingPunct="0">
              <a:defRPr sz="3200">
                <a:solidFill>
                  <a:schemeClr val="tx1"/>
                </a:solidFill>
                <a:latin typeface="Arial" charset="0"/>
                <a:ea typeface="宋体" charset="-122"/>
              </a:defRPr>
            </a:lvl2pPr>
            <a:lvl3pPr marL="1143000" indent="-228600" eaLnBrk="0" hangingPunct="0">
              <a:defRPr sz="3200">
                <a:solidFill>
                  <a:schemeClr val="tx1"/>
                </a:solidFill>
                <a:latin typeface="Arial" charset="0"/>
                <a:ea typeface="宋体" charset="-122"/>
              </a:defRPr>
            </a:lvl3pPr>
            <a:lvl4pPr marL="1600200" indent="-228600" eaLnBrk="0" hangingPunct="0">
              <a:defRPr sz="3200">
                <a:solidFill>
                  <a:schemeClr val="tx1"/>
                </a:solidFill>
                <a:latin typeface="Arial" charset="0"/>
                <a:ea typeface="宋体" charset="-122"/>
              </a:defRPr>
            </a:lvl4pPr>
            <a:lvl5pPr marL="2057400" indent="-228600" eaLnBrk="0" hangingPunct="0">
              <a:defRPr sz="3200">
                <a:solidFill>
                  <a:schemeClr val="tx1"/>
                </a:solidFill>
                <a:latin typeface="Arial" charset="0"/>
                <a:ea typeface="宋体" charset="-122"/>
              </a:defRPr>
            </a:lvl5pPr>
            <a:lvl6pPr marL="2514600" indent="-228600" eaLnBrk="0" fontAlgn="base" hangingPunct="0">
              <a:spcBef>
                <a:spcPct val="20000"/>
              </a:spcBef>
              <a:spcAft>
                <a:spcPct val="0"/>
              </a:spcAft>
              <a:buClr>
                <a:schemeClr val="accent1"/>
              </a:buClr>
              <a:buFont typeface="Wingdings" pitchFamily="2" charset="2"/>
              <a:buChar char="l"/>
              <a:defRPr sz="3200">
                <a:solidFill>
                  <a:schemeClr val="tx1"/>
                </a:solidFill>
                <a:latin typeface="Arial" charset="0"/>
                <a:ea typeface="宋体" charset="-122"/>
              </a:defRPr>
            </a:lvl6pPr>
            <a:lvl7pPr marL="2971800" indent="-228600" eaLnBrk="0" fontAlgn="base" hangingPunct="0">
              <a:spcBef>
                <a:spcPct val="20000"/>
              </a:spcBef>
              <a:spcAft>
                <a:spcPct val="0"/>
              </a:spcAft>
              <a:buClr>
                <a:schemeClr val="accent1"/>
              </a:buClr>
              <a:buFont typeface="Wingdings" pitchFamily="2" charset="2"/>
              <a:buChar char="l"/>
              <a:defRPr sz="3200">
                <a:solidFill>
                  <a:schemeClr val="tx1"/>
                </a:solidFill>
                <a:latin typeface="Arial" charset="0"/>
                <a:ea typeface="宋体" charset="-122"/>
              </a:defRPr>
            </a:lvl7pPr>
            <a:lvl8pPr marL="3429000" indent="-228600" eaLnBrk="0" fontAlgn="base" hangingPunct="0">
              <a:spcBef>
                <a:spcPct val="20000"/>
              </a:spcBef>
              <a:spcAft>
                <a:spcPct val="0"/>
              </a:spcAft>
              <a:buClr>
                <a:schemeClr val="accent1"/>
              </a:buClr>
              <a:buFont typeface="Wingdings" pitchFamily="2" charset="2"/>
              <a:buChar char="l"/>
              <a:defRPr sz="3200">
                <a:solidFill>
                  <a:schemeClr val="tx1"/>
                </a:solidFill>
                <a:latin typeface="Arial" charset="0"/>
                <a:ea typeface="宋体" charset="-122"/>
              </a:defRPr>
            </a:lvl8pPr>
            <a:lvl9pPr marL="3886200" indent="-228600" eaLnBrk="0" fontAlgn="base" hangingPunct="0">
              <a:spcBef>
                <a:spcPct val="20000"/>
              </a:spcBef>
              <a:spcAft>
                <a:spcPct val="0"/>
              </a:spcAft>
              <a:buClr>
                <a:schemeClr val="accent1"/>
              </a:buClr>
              <a:buFont typeface="Wingdings" pitchFamily="2" charset="2"/>
              <a:buChar char="l"/>
              <a:defRPr sz="3200">
                <a:solidFill>
                  <a:schemeClr val="tx1"/>
                </a:solidFill>
                <a:latin typeface="Arial" charset="0"/>
                <a:ea typeface="宋体" charset="-122"/>
              </a:defRPr>
            </a:lvl9pPr>
          </a:lstStyle>
          <a:p>
            <a:fld id="{244281BE-5C98-4696-8668-CDDA1E07994F}" type="slidenum">
              <a:rPr lang="en-US" altLang="zh-CN" sz="1200" smtClean="0"/>
              <a:pPr/>
              <a:t>28</a:t>
            </a:fld>
            <a:endParaRPr lang="en-US" altLang="zh-CN" sz="1200" dirty="0"/>
          </a:p>
        </p:txBody>
      </p:sp>
    </p:spTree>
    <p:extLst>
      <p:ext uri="{BB962C8B-B14F-4D97-AF65-F5344CB8AC3E}">
        <p14:creationId xmlns:p14="http://schemas.microsoft.com/office/powerpoint/2010/main" val="27783604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标题 1"/>
          <p:cNvSpPr>
            <a:spLocks noGrp="1"/>
          </p:cNvSpPr>
          <p:nvPr>
            <p:ph type="title"/>
          </p:nvPr>
        </p:nvSpPr>
        <p:spPr/>
        <p:txBody>
          <a:bodyPr>
            <a:normAutofit fontScale="90000"/>
          </a:bodyPr>
          <a:lstStyle/>
          <a:p>
            <a:pPr>
              <a:defRPr/>
            </a:pPr>
            <a:r>
              <a:rPr lang="en-US" altLang="zh-CN" dirty="0"/>
              <a:t>WS-Addressing</a:t>
            </a:r>
            <a:endParaRPr lang="zh-CN" altLang="en-US" dirty="0"/>
          </a:p>
        </p:txBody>
      </p:sp>
      <p:sp>
        <p:nvSpPr>
          <p:cNvPr id="3" name="内容占位符 2"/>
          <p:cNvSpPr>
            <a:spLocks noGrp="1"/>
          </p:cNvSpPr>
          <p:nvPr>
            <p:ph idx="1"/>
          </p:nvPr>
        </p:nvSpPr>
        <p:spPr/>
        <p:txBody>
          <a:bodyPr>
            <a:normAutofit fontScale="92500"/>
          </a:bodyPr>
          <a:lstStyle/>
          <a:p>
            <a:pPr>
              <a:defRPr/>
            </a:pPr>
            <a:r>
              <a:rPr lang="en-US" altLang="zh-CN" sz="2400" dirty="0"/>
              <a:t>The WS-Addressing specification provides such a disambiguation mechanism. </a:t>
            </a:r>
          </a:p>
          <a:p>
            <a:pPr>
              <a:defRPr/>
            </a:pPr>
            <a:r>
              <a:rPr lang="en-US" altLang="zh-CN" sz="2400" dirty="0"/>
              <a:t>It consists of an extension element which may be marked as required, and defines a required </a:t>
            </a:r>
            <a:r>
              <a:rPr lang="en-US" altLang="zh-CN" sz="2400" i="1" dirty="0"/>
              <a:t>action</a:t>
            </a:r>
            <a:r>
              <a:rPr lang="en-US" altLang="zh-CN" sz="2400" dirty="0"/>
              <a:t> property whose value is always present in a conformant message delivery. </a:t>
            </a:r>
          </a:p>
          <a:p>
            <a:pPr>
              <a:defRPr/>
            </a:pPr>
            <a:r>
              <a:rPr lang="en-US" altLang="zh-CN" sz="2400" dirty="0"/>
              <a:t>The value of the </a:t>
            </a:r>
            <a:r>
              <a:rPr lang="en-US" altLang="zh-CN" sz="2400" i="1" dirty="0"/>
              <a:t>action</a:t>
            </a:r>
            <a:r>
              <a:rPr lang="en-US" altLang="zh-CN" sz="2400" dirty="0"/>
              <a:t> property can be used to disambiguate the message by the receiver and there is a well defined way to associate actions to messages in WS-Addressing specifications</a:t>
            </a:r>
          </a:p>
          <a:p>
            <a:pPr>
              <a:defRPr/>
            </a:pPr>
            <a:r>
              <a:rPr lang="en-US" altLang="zh-CN" sz="2400" dirty="0"/>
              <a:t>Further, WS-Addressing also provides an appropriate default </a:t>
            </a:r>
            <a:r>
              <a:rPr lang="en-US" altLang="zh-CN" sz="2400" i="1" dirty="0"/>
              <a:t>action</a:t>
            </a:r>
            <a:r>
              <a:rPr lang="en-US" altLang="zh-CN" sz="2400" dirty="0"/>
              <a:t> value that identifies each message type uniquely</a:t>
            </a:r>
          </a:p>
          <a:p>
            <a:pPr>
              <a:defRPr/>
            </a:pPr>
            <a:r>
              <a:rPr lang="en-US" altLang="zh-CN" sz="2400" dirty="0"/>
              <a:t>WS-Addressing defines</a:t>
            </a:r>
          </a:p>
          <a:p>
            <a:pPr lvl="1">
              <a:defRPr/>
            </a:pPr>
            <a:r>
              <a:rPr lang="en-US" altLang="zh-CN" sz="2400" dirty="0"/>
              <a:t>Endpoint reference and</a:t>
            </a:r>
          </a:p>
          <a:p>
            <a:pPr lvl="1">
              <a:defRPr/>
            </a:pPr>
            <a:r>
              <a:rPr lang="en-US" altLang="zh-CN" sz="2400" dirty="0"/>
              <a:t>SOAP header blocks</a:t>
            </a:r>
          </a:p>
        </p:txBody>
      </p:sp>
      <p:sp>
        <p:nvSpPr>
          <p:cNvPr id="153604" name="灯片编号占位符 3"/>
          <p:cNvSpPr>
            <a:spLocks noGrp="1"/>
          </p:cNvSpPr>
          <p:nvPr>
            <p:ph type="sldNum" sz="quarter" idx="4294967295"/>
          </p:nvPr>
        </p:nvSpPr>
        <p:spPr>
          <a:xfrm>
            <a:off x="6553200" y="6248400"/>
            <a:ext cx="2133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ea typeface="宋体" charset="-122"/>
              </a:defRPr>
            </a:lvl1pPr>
            <a:lvl2pPr marL="742950" indent="-285750" eaLnBrk="0" hangingPunct="0">
              <a:defRPr sz="3200">
                <a:solidFill>
                  <a:schemeClr val="tx1"/>
                </a:solidFill>
                <a:latin typeface="Arial" charset="0"/>
                <a:ea typeface="宋体" charset="-122"/>
              </a:defRPr>
            </a:lvl2pPr>
            <a:lvl3pPr marL="1143000" indent="-228600" eaLnBrk="0" hangingPunct="0">
              <a:defRPr sz="3200">
                <a:solidFill>
                  <a:schemeClr val="tx1"/>
                </a:solidFill>
                <a:latin typeface="Arial" charset="0"/>
                <a:ea typeface="宋体" charset="-122"/>
              </a:defRPr>
            </a:lvl3pPr>
            <a:lvl4pPr marL="1600200" indent="-228600" eaLnBrk="0" hangingPunct="0">
              <a:defRPr sz="3200">
                <a:solidFill>
                  <a:schemeClr val="tx1"/>
                </a:solidFill>
                <a:latin typeface="Arial" charset="0"/>
                <a:ea typeface="宋体" charset="-122"/>
              </a:defRPr>
            </a:lvl4pPr>
            <a:lvl5pPr marL="2057400" indent="-228600" eaLnBrk="0" hangingPunct="0">
              <a:defRPr sz="3200">
                <a:solidFill>
                  <a:schemeClr val="tx1"/>
                </a:solidFill>
                <a:latin typeface="Arial" charset="0"/>
                <a:ea typeface="宋体" charset="-122"/>
              </a:defRPr>
            </a:lvl5pPr>
            <a:lvl6pPr marL="2514600" indent="-228600" eaLnBrk="0" fontAlgn="base" hangingPunct="0">
              <a:spcBef>
                <a:spcPct val="20000"/>
              </a:spcBef>
              <a:spcAft>
                <a:spcPct val="0"/>
              </a:spcAft>
              <a:buClr>
                <a:schemeClr val="accent1"/>
              </a:buClr>
              <a:buFont typeface="Wingdings" pitchFamily="2" charset="2"/>
              <a:buChar char="l"/>
              <a:defRPr sz="3200">
                <a:solidFill>
                  <a:schemeClr val="tx1"/>
                </a:solidFill>
                <a:latin typeface="Arial" charset="0"/>
                <a:ea typeface="宋体" charset="-122"/>
              </a:defRPr>
            </a:lvl6pPr>
            <a:lvl7pPr marL="2971800" indent="-228600" eaLnBrk="0" fontAlgn="base" hangingPunct="0">
              <a:spcBef>
                <a:spcPct val="20000"/>
              </a:spcBef>
              <a:spcAft>
                <a:spcPct val="0"/>
              </a:spcAft>
              <a:buClr>
                <a:schemeClr val="accent1"/>
              </a:buClr>
              <a:buFont typeface="Wingdings" pitchFamily="2" charset="2"/>
              <a:buChar char="l"/>
              <a:defRPr sz="3200">
                <a:solidFill>
                  <a:schemeClr val="tx1"/>
                </a:solidFill>
                <a:latin typeface="Arial" charset="0"/>
                <a:ea typeface="宋体" charset="-122"/>
              </a:defRPr>
            </a:lvl7pPr>
            <a:lvl8pPr marL="3429000" indent="-228600" eaLnBrk="0" fontAlgn="base" hangingPunct="0">
              <a:spcBef>
                <a:spcPct val="20000"/>
              </a:spcBef>
              <a:spcAft>
                <a:spcPct val="0"/>
              </a:spcAft>
              <a:buClr>
                <a:schemeClr val="accent1"/>
              </a:buClr>
              <a:buFont typeface="Wingdings" pitchFamily="2" charset="2"/>
              <a:buChar char="l"/>
              <a:defRPr sz="3200">
                <a:solidFill>
                  <a:schemeClr val="tx1"/>
                </a:solidFill>
                <a:latin typeface="Arial" charset="0"/>
                <a:ea typeface="宋体" charset="-122"/>
              </a:defRPr>
            </a:lvl8pPr>
            <a:lvl9pPr marL="3886200" indent="-228600" eaLnBrk="0" fontAlgn="base" hangingPunct="0">
              <a:spcBef>
                <a:spcPct val="20000"/>
              </a:spcBef>
              <a:spcAft>
                <a:spcPct val="0"/>
              </a:spcAft>
              <a:buClr>
                <a:schemeClr val="accent1"/>
              </a:buClr>
              <a:buFont typeface="Wingdings" pitchFamily="2" charset="2"/>
              <a:buChar char="l"/>
              <a:defRPr sz="3200">
                <a:solidFill>
                  <a:schemeClr val="tx1"/>
                </a:solidFill>
                <a:latin typeface="Arial" charset="0"/>
                <a:ea typeface="宋体" charset="-122"/>
              </a:defRPr>
            </a:lvl9pPr>
          </a:lstStyle>
          <a:p>
            <a:pPr eaLnBrk="1" hangingPunct="1"/>
            <a:fld id="{B57296DF-F402-4DF7-8ACD-05488AFC6711}" type="slidenum">
              <a:rPr lang="en-US" altLang="zh-CN" sz="1000" smtClean="0">
                <a:solidFill>
                  <a:srgbClr val="000000"/>
                </a:solidFill>
              </a:rPr>
              <a:pPr eaLnBrk="1" hangingPunct="1"/>
              <a:t>29</a:t>
            </a:fld>
            <a:endParaRPr lang="en-US" altLang="zh-CN" sz="1000">
              <a:solidFill>
                <a:srgbClr val="000000"/>
              </a:solidFill>
            </a:endParaRPr>
          </a:p>
        </p:txBody>
      </p:sp>
    </p:spTree>
    <p:extLst>
      <p:ext uri="{BB962C8B-B14F-4D97-AF65-F5344CB8AC3E}">
        <p14:creationId xmlns:p14="http://schemas.microsoft.com/office/powerpoint/2010/main" val="11085201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SOAP message with WS-Addressing</a:t>
            </a:r>
            <a:endParaRPr lang="zh-CN" altLang="en-US" dirty="0"/>
          </a:p>
        </p:txBody>
      </p:sp>
      <p:sp>
        <p:nvSpPr>
          <p:cNvPr id="4" name="灯片编号占位符 3"/>
          <p:cNvSpPr>
            <a:spLocks noGrp="1"/>
          </p:cNvSpPr>
          <p:nvPr>
            <p:ph type="sldNum" sz="quarter" idx="11"/>
          </p:nvPr>
        </p:nvSpPr>
        <p:spPr/>
        <p:txBody>
          <a:bodyPr/>
          <a:lstStyle/>
          <a:p>
            <a:pPr>
              <a:defRPr/>
            </a:pPr>
            <a:fld id="{4E1ABE52-5E8C-43D7-9401-8312C5F7EB45}" type="slidenum">
              <a:rPr lang="en-US" altLang="zh-CN" smtClean="0"/>
              <a:pPr>
                <a:defRPr/>
              </a:pPr>
              <a:t>30</a:t>
            </a:fld>
            <a:endParaRPr lang="en-US" altLang="zh-CN"/>
          </a:p>
        </p:txBody>
      </p:sp>
      <p:sp>
        <p:nvSpPr>
          <p:cNvPr id="5" name="Text Box 3"/>
          <p:cNvSpPr txBox="1">
            <a:spLocks noChangeArrowheads="1"/>
          </p:cNvSpPr>
          <p:nvPr/>
        </p:nvSpPr>
        <p:spPr bwMode="auto">
          <a:xfrm>
            <a:off x="395536" y="1412776"/>
            <a:ext cx="8496944" cy="480131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soap:Envelope</a:t>
            </a:r>
            <a:r>
              <a:rPr lang="en-US" altLang="zh-CN" dirty="0">
                <a:solidFill>
                  <a:srgbClr val="FF0000"/>
                </a:solidFill>
                <a:highlight>
                  <a:srgbClr val="FFFFFF"/>
                </a:highlight>
                <a:latin typeface="+mn-lt"/>
                <a:ea typeface="宋体"/>
              </a:rPr>
              <a:t> </a:t>
            </a:r>
            <a:r>
              <a:rPr lang="en-US" altLang="zh-CN" dirty="0" err="1">
                <a:solidFill>
                  <a:srgbClr val="FF0000"/>
                </a:solidFill>
                <a:highlight>
                  <a:srgbClr val="FFFFFF"/>
                </a:highlight>
                <a:latin typeface="+mn-lt"/>
                <a:ea typeface="宋体"/>
              </a:rPr>
              <a:t>xmlns:soap</a:t>
            </a:r>
            <a:r>
              <a:rPr lang="en-US" altLang="zh-CN" dirty="0">
                <a:solidFill>
                  <a:srgbClr val="0000FF"/>
                </a:solidFill>
                <a:highlight>
                  <a:srgbClr val="FFFFFF"/>
                </a:highlight>
                <a:latin typeface="+mn-lt"/>
                <a:ea typeface="宋体"/>
              </a:rPr>
              <a:t>="</a:t>
            </a:r>
            <a:r>
              <a:rPr lang="en-US" altLang="zh-CN" dirty="0">
                <a:solidFill>
                  <a:srgbClr val="000000"/>
                </a:solidFill>
                <a:highlight>
                  <a:srgbClr val="FFFFFF"/>
                </a:highlight>
                <a:latin typeface="+mn-lt"/>
                <a:ea typeface="宋体"/>
              </a:rPr>
              <a:t>http://www.w3.org/2003/05/soap-envelope</a:t>
            </a:r>
            <a:r>
              <a:rPr lang="en-US" altLang="zh-CN" dirty="0">
                <a:solidFill>
                  <a:srgbClr val="0000FF"/>
                </a:solidFill>
                <a:highlight>
                  <a:srgbClr val="FFFFFF"/>
                </a:highlight>
                <a:latin typeface="+mn-lt"/>
                <a:ea typeface="宋体"/>
              </a:rPr>
              <a:t>"</a:t>
            </a:r>
            <a:r>
              <a:rPr lang="en-US" altLang="zh-CN" dirty="0">
                <a:solidFill>
                  <a:srgbClr val="FF0000"/>
                </a:solidFill>
                <a:highlight>
                  <a:srgbClr val="FFFFFF"/>
                </a:highlight>
                <a:latin typeface="+mn-lt"/>
                <a:ea typeface="宋体"/>
              </a:rPr>
              <a:t> </a:t>
            </a:r>
            <a:r>
              <a:rPr lang="en-US" altLang="zh-CN" dirty="0" err="1">
                <a:solidFill>
                  <a:srgbClr val="FF0000"/>
                </a:solidFill>
                <a:highlight>
                  <a:srgbClr val="FFFFFF"/>
                </a:highlight>
                <a:latin typeface="+mn-lt"/>
                <a:ea typeface="宋体"/>
              </a:rPr>
              <a:t>xmlns:wsa</a:t>
            </a:r>
            <a:r>
              <a:rPr lang="en-US" altLang="zh-CN" dirty="0">
                <a:solidFill>
                  <a:srgbClr val="0000FF"/>
                </a:solidFill>
                <a:highlight>
                  <a:srgbClr val="FFFFFF"/>
                </a:highlight>
                <a:latin typeface="+mn-lt"/>
                <a:ea typeface="宋体"/>
              </a:rPr>
              <a:t>="</a:t>
            </a:r>
            <a:r>
              <a:rPr lang="en-US" altLang="zh-CN" dirty="0">
                <a:solidFill>
                  <a:srgbClr val="000000"/>
                </a:solidFill>
                <a:highlight>
                  <a:srgbClr val="FFFFFF"/>
                </a:highlight>
                <a:latin typeface="+mn-lt"/>
                <a:ea typeface="宋体"/>
              </a:rPr>
              <a:t>http://www.w3.org/2004/12/addressing</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soap:Header</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wsa:MessageID</a:t>
            </a:r>
            <a:r>
              <a:rPr lang="en-US" altLang="zh-CN" dirty="0">
                <a:solidFill>
                  <a:srgbClr val="0000FF"/>
                </a:solidFill>
                <a:highlight>
                  <a:srgbClr val="FFFFFF"/>
                </a:highlight>
                <a:latin typeface="+mn-lt"/>
                <a:ea typeface="宋体"/>
              </a:rPr>
              <a:t>&gt;</a:t>
            </a:r>
            <a:r>
              <a:rPr lang="en-US" altLang="zh-CN" dirty="0" err="1">
                <a:solidFill>
                  <a:srgbClr val="000000"/>
                </a:solidFill>
                <a:highlight>
                  <a:srgbClr val="FFFFFF"/>
                </a:highlight>
                <a:latin typeface="+mn-lt"/>
                <a:ea typeface="宋体"/>
              </a:rPr>
              <a:t>uuid:SomeUniqueMessageIDString</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wsa:MessageID</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wsa:ReplyTo</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a:solidFill>
                  <a:srgbClr val="808080"/>
                </a:solidFill>
                <a:highlight>
                  <a:srgbClr val="FFFFFF"/>
                </a:highlight>
                <a:latin typeface="+mn-lt"/>
                <a:ea typeface="宋体"/>
              </a:rPr>
              <a:t> Endpoint reference for intended receiver of message reply </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wsa:Address</a:t>
            </a:r>
            <a:r>
              <a:rPr lang="en-US" altLang="zh-CN" dirty="0">
                <a:solidFill>
                  <a:srgbClr val="0000FF"/>
                </a:solidFill>
                <a:highlight>
                  <a:srgbClr val="FFFFFF"/>
                </a:highlight>
                <a:latin typeface="+mn-lt"/>
                <a:ea typeface="宋体"/>
              </a:rPr>
              <a:t>&gt;</a:t>
            </a:r>
            <a:r>
              <a:rPr lang="en-US" altLang="zh-CN" dirty="0">
                <a:solidFill>
                  <a:srgbClr val="000000"/>
                </a:solidFill>
                <a:highlight>
                  <a:srgbClr val="FFFFFF"/>
                </a:highlight>
                <a:latin typeface="+mn-lt"/>
                <a:ea typeface="宋体"/>
              </a:rPr>
              <a:t>http://myclinet.com/business/someClinet</a:t>
            </a:r>
            <a:r>
              <a:rPr lang="en-US" altLang="zh-CN" dirty="0">
                <a:solidFill>
                  <a:srgbClr val="0000FF"/>
                </a:solidFill>
                <a:highlight>
                  <a:srgbClr val="FFFFFF"/>
                </a:highlight>
                <a:latin typeface="+mn-lt"/>
                <a:ea typeface="宋体"/>
              </a:rPr>
              <a:t>&lt;/</a:t>
            </a:r>
            <a:r>
              <a:rPr lang="en-US" altLang="zh-CN" dirty="0">
                <a:solidFill>
                  <a:srgbClr val="800000"/>
                </a:solidFill>
                <a:highlight>
                  <a:srgbClr val="FFFFFF"/>
                </a:highlight>
                <a:latin typeface="+mn-lt"/>
                <a:ea typeface="宋体"/>
              </a:rPr>
              <a:t>wsa:Address</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wsa:ReplyTo</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a:solidFill>
                  <a:srgbClr val="808080"/>
                </a:solidFill>
                <a:highlight>
                  <a:srgbClr val="FFFFFF"/>
                </a:highlight>
                <a:latin typeface="+mn-lt"/>
                <a:ea typeface="宋体"/>
              </a:rPr>
              <a:t> Endpoint reference for ultimate receiver of message reply </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wsa:To</a:t>
            </a:r>
            <a:r>
              <a:rPr lang="en-US" altLang="zh-CN" dirty="0">
                <a:solidFill>
                  <a:srgbClr val="0000FF"/>
                </a:solidFill>
                <a:highlight>
                  <a:srgbClr val="FFFFFF"/>
                </a:highlight>
                <a:latin typeface="+mn-lt"/>
                <a:ea typeface="宋体"/>
              </a:rPr>
              <a:t>&gt;</a:t>
            </a:r>
            <a:r>
              <a:rPr lang="en-US" altLang="zh-CN" dirty="0">
                <a:solidFill>
                  <a:srgbClr val="000000"/>
                </a:solidFill>
                <a:highlight>
                  <a:srgbClr val="FFFFFF"/>
                </a:highlight>
                <a:latin typeface="+mn-lt"/>
                <a:ea typeface="宋体"/>
              </a:rPr>
              <a:t>http://www.plastics_supply.com/purchasing</a:t>
            </a:r>
            <a:r>
              <a:rPr lang="en-US" altLang="zh-CN" dirty="0">
                <a:solidFill>
                  <a:srgbClr val="0000FF"/>
                </a:solidFill>
                <a:highlight>
                  <a:srgbClr val="FFFFFF"/>
                </a:highlight>
                <a:latin typeface="+mn-lt"/>
                <a:ea typeface="宋体"/>
              </a:rPr>
              <a:t>&lt;/</a:t>
            </a:r>
            <a:r>
              <a:rPr lang="en-US" altLang="zh-CN" dirty="0">
                <a:solidFill>
                  <a:srgbClr val="800000"/>
                </a:solidFill>
                <a:highlight>
                  <a:srgbClr val="FFFFFF"/>
                </a:highlight>
                <a:latin typeface="+mn-lt"/>
                <a:ea typeface="宋体"/>
              </a:rPr>
              <a:t>wsa:To</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wsa:Action</a:t>
            </a:r>
            <a:r>
              <a:rPr lang="en-US" altLang="zh-CN" dirty="0">
                <a:solidFill>
                  <a:srgbClr val="0000FF"/>
                </a:solidFill>
                <a:highlight>
                  <a:srgbClr val="FFFFFF"/>
                </a:highlight>
                <a:latin typeface="+mn-lt"/>
                <a:ea typeface="宋体"/>
              </a:rPr>
              <a:t>&gt;</a:t>
            </a:r>
            <a:r>
              <a:rPr lang="en-US" altLang="zh-CN" dirty="0">
                <a:solidFill>
                  <a:srgbClr val="000000"/>
                </a:solidFill>
                <a:highlight>
                  <a:srgbClr val="FFFFFF"/>
                </a:highlight>
                <a:latin typeface="+mn-lt"/>
                <a:ea typeface="宋体"/>
              </a:rPr>
              <a:t>http://www.plastics_supply.com/SubmitPO</a:t>
            </a:r>
            <a:r>
              <a:rPr lang="en-US" altLang="zh-CN" dirty="0">
                <a:solidFill>
                  <a:srgbClr val="0000FF"/>
                </a:solidFill>
                <a:highlight>
                  <a:srgbClr val="FFFFFF"/>
                </a:highlight>
                <a:latin typeface="+mn-lt"/>
                <a:ea typeface="宋体"/>
              </a:rPr>
              <a:t>&lt;/</a:t>
            </a:r>
            <a:r>
              <a:rPr lang="en-US" altLang="zh-CN" dirty="0">
                <a:solidFill>
                  <a:srgbClr val="800000"/>
                </a:solidFill>
                <a:highlight>
                  <a:srgbClr val="FFFFFF"/>
                </a:highlight>
                <a:latin typeface="+mn-lt"/>
                <a:ea typeface="宋体"/>
              </a:rPr>
              <a:t>wsa:Action</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soap:Header</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soap:Body</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a:solidFill>
                  <a:srgbClr val="808080"/>
                </a:solidFill>
                <a:highlight>
                  <a:srgbClr val="FFFFFF"/>
                </a:highlight>
                <a:latin typeface="+mn-lt"/>
                <a:ea typeface="宋体"/>
              </a:rPr>
              <a:t> the message body of the SOAP request appears here </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SubmitPO</a:t>
            </a:r>
            <a:r>
              <a:rPr lang="en-US" altLang="zh-CN" dirty="0">
                <a:solidFill>
                  <a:srgbClr val="0000FF"/>
                </a:solidFill>
                <a:highlight>
                  <a:srgbClr val="FFFFFF"/>
                </a:highlight>
                <a:latin typeface="+mn-lt"/>
                <a:ea typeface="宋体"/>
              </a:rPr>
              <a:t>&gt;</a:t>
            </a:r>
            <a:r>
              <a:rPr lang="en-US" altLang="zh-CN" dirty="0">
                <a:solidFill>
                  <a:srgbClr val="000000"/>
                </a:solidFill>
                <a:highlight>
                  <a:srgbClr val="FFFFFF"/>
                </a:highlight>
                <a:latin typeface="+mn-lt"/>
                <a:ea typeface="宋体"/>
              </a:rPr>
              <a:t>…</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SubmitPO</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soap:Body</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soap:Envelope</a:t>
            </a:r>
            <a:r>
              <a:rPr lang="en-US" altLang="zh-CN" dirty="0">
                <a:solidFill>
                  <a:srgbClr val="0000FF"/>
                </a:solidFill>
                <a:highlight>
                  <a:srgbClr val="FFFFFF"/>
                </a:highlight>
                <a:latin typeface="+mn-lt"/>
                <a:ea typeface="宋体"/>
              </a:rPr>
              <a:t>&gt;</a:t>
            </a:r>
            <a:endParaRPr lang="en-US" altLang="zh-CN" dirty="0">
              <a:solidFill>
                <a:srgbClr val="0000FF"/>
              </a:solidFill>
              <a:latin typeface="+mn-lt"/>
            </a:endParaRPr>
          </a:p>
        </p:txBody>
      </p:sp>
      <p:sp>
        <p:nvSpPr>
          <p:cNvPr id="6" name="Line 7"/>
          <p:cNvSpPr>
            <a:spLocks noChangeShapeType="1"/>
          </p:cNvSpPr>
          <p:nvPr/>
        </p:nvSpPr>
        <p:spPr bwMode="auto">
          <a:xfrm flipH="1" flipV="1">
            <a:off x="4139952" y="3933056"/>
            <a:ext cx="1079748" cy="1439044"/>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8"/>
          <p:cNvSpPr txBox="1">
            <a:spLocks noChangeArrowheads="1"/>
          </p:cNvSpPr>
          <p:nvPr/>
        </p:nvSpPr>
        <p:spPr bwMode="auto">
          <a:xfrm>
            <a:off x="4643438" y="5373688"/>
            <a:ext cx="331293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dirty="0"/>
              <a:t>From, </a:t>
            </a:r>
            <a:r>
              <a:rPr lang="en-US" altLang="zh-CN" dirty="0" err="1"/>
              <a:t>FaultTo</a:t>
            </a:r>
            <a:r>
              <a:rPr lang="en-US" altLang="zh-CN" dirty="0"/>
              <a:t>, </a:t>
            </a:r>
            <a:r>
              <a:rPr lang="en-US" altLang="zh-CN" dirty="0" err="1"/>
              <a:t>RelatesTo</a:t>
            </a:r>
            <a:r>
              <a:rPr lang="en-US" altLang="zh-CN" dirty="0"/>
              <a:t> blocks can also be defined</a:t>
            </a:r>
          </a:p>
        </p:txBody>
      </p:sp>
      <p:sp>
        <p:nvSpPr>
          <p:cNvPr id="8" name="Line 9"/>
          <p:cNvSpPr>
            <a:spLocks noChangeShapeType="1"/>
          </p:cNvSpPr>
          <p:nvPr/>
        </p:nvSpPr>
        <p:spPr bwMode="auto">
          <a:xfrm flipH="1" flipV="1">
            <a:off x="4355976" y="3068960"/>
            <a:ext cx="863724" cy="230472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1295953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linds(horizontal)">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Endpoint Reference</a:t>
            </a:r>
            <a:endParaRPr lang="zh-CN" altLang="en-US" dirty="0"/>
          </a:p>
        </p:txBody>
      </p:sp>
      <p:sp>
        <p:nvSpPr>
          <p:cNvPr id="4" name="灯片编号占位符 3"/>
          <p:cNvSpPr>
            <a:spLocks noGrp="1"/>
          </p:cNvSpPr>
          <p:nvPr>
            <p:ph type="sldNum" sz="quarter" idx="11"/>
          </p:nvPr>
        </p:nvSpPr>
        <p:spPr/>
        <p:txBody>
          <a:bodyPr/>
          <a:lstStyle/>
          <a:p>
            <a:pPr>
              <a:defRPr/>
            </a:pPr>
            <a:fld id="{4E1ABE52-5E8C-43D7-9401-8312C5F7EB45}" type="slidenum">
              <a:rPr lang="en-US" altLang="zh-CN" smtClean="0"/>
              <a:pPr>
                <a:defRPr/>
              </a:pPr>
              <a:t>31</a:t>
            </a:fld>
            <a:endParaRPr lang="en-US" altLang="zh-CN"/>
          </a:p>
        </p:txBody>
      </p:sp>
      <p:sp>
        <p:nvSpPr>
          <p:cNvPr id="5" name="Text Box 3"/>
          <p:cNvSpPr txBox="1">
            <a:spLocks noChangeArrowheads="1"/>
          </p:cNvSpPr>
          <p:nvPr/>
        </p:nvSpPr>
        <p:spPr bwMode="auto">
          <a:xfrm>
            <a:off x="395536" y="1412776"/>
            <a:ext cx="8496944" cy="507831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da-DK" altLang="zh-CN" dirty="0">
                <a:solidFill>
                  <a:srgbClr val="0000FF"/>
                </a:solidFill>
                <a:highlight>
                  <a:srgbClr val="FFFFFF"/>
                </a:highlight>
                <a:latin typeface="+mn-lt"/>
                <a:ea typeface="宋体"/>
              </a:rPr>
              <a:t>&lt;</a:t>
            </a:r>
            <a:r>
              <a:rPr lang="da-DK" altLang="zh-CN" dirty="0">
                <a:solidFill>
                  <a:srgbClr val="800000"/>
                </a:solidFill>
                <a:highlight>
                  <a:srgbClr val="FFFFFF"/>
                </a:highlight>
                <a:latin typeface="+mn-lt"/>
                <a:ea typeface="宋体"/>
              </a:rPr>
              <a:t>wsa:EndpointReference</a:t>
            </a:r>
            <a:r>
              <a:rPr lang="da-DK" altLang="zh-CN" dirty="0">
                <a:solidFill>
                  <a:srgbClr val="FF0000"/>
                </a:solidFill>
                <a:highlight>
                  <a:srgbClr val="FFFFFF"/>
                </a:highlight>
                <a:latin typeface="+mn-lt"/>
                <a:ea typeface="宋体"/>
              </a:rPr>
              <a:t> xmlns:wsa</a:t>
            </a:r>
            <a:r>
              <a:rPr lang="da-DK" altLang="zh-CN" dirty="0">
                <a:solidFill>
                  <a:srgbClr val="0000FF"/>
                </a:solidFill>
                <a:highlight>
                  <a:srgbClr val="FFFFFF"/>
                </a:highlight>
                <a:latin typeface="+mn-lt"/>
                <a:ea typeface="宋体"/>
              </a:rPr>
              <a:t>="</a:t>
            </a:r>
            <a:r>
              <a:rPr lang="da-DK" altLang="zh-CN" dirty="0">
                <a:solidFill>
                  <a:srgbClr val="000000"/>
                </a:solidFill>
                <a:highlight>
                  <a:srgbClr val="FFFFFF"/>
                </a:highlight>
                <a:latin typeface="+mn-lt"/>
                <a:ea typeface="宋体"/>
              </a:rPr>
              <a:t>http://schema.xmlsoap.org/ws/2003/03/addressing</a:t>
            </a:r>
            <a:r>
              <a:rPr lang="da-DK" altLang="zh-CN" dirty="0">
                <a:solidFill>
                  <a:srgbClr val="0000FF"/>
                </a:solidFill>
                <a:highlight>
                  <a:srgbClr val="FFFFFF"/>
                </a:highlight>
                <a:latin typeface="+mn-lt"/>
                <a:ea typeface="宋体"/>
              </a:rPr>
              <a:t>"</a:t>
            </a:r>
            <a:r>
              <a:rPr lang="da-DK" altLang="zh-CN" dirty="0">
                <a:solidFill>
                  <a:srgbClr val="FF0000"/>
                </a:solidFill>
                <a:highlight>
                  <a:srgbClr val="FFFFFF"/>
                </a:highlight>
                <a:latin typeface="+mn-lt"/>
                <a:ea typeface="宋体"/>
              </a:rPr>
              <a:t> xmlns:wsp</a:t>
            </a:r>
            <a:r>
              <a:rPr lang="da-DK" altLang="zh-CN" dirty="0">
                <a:solidFill>
                  <a:srgbClr val="0000FF"/>
                </a:solidFill>
                <a:highlight>
                  <a:srgbClr val="FFFFFF"/>
                </a:highlight>
                <a:latin typeface="+mn-lt"/>
                <a:ea typeface="宋体"/>
              </a:rPr>
              <a:t>="</a:t>
            </a:r>
            <a:r>
              <a:rPr lang="da-DK" altLang="zh-CN" dirty="0">
                <a:solidFill>
                  <a:srgbClr val="000000"/>
                </a:solidFill>
                <a:highlight>
                  <a:srgbClr val="FFFFFF"/>
                </a:highlight>
                <a:latin typeface="+mn-lt"/>
                <a:ea typeface="宋体"/>
              </a:rPr>
              <a:t>http://schema.xmlsoap.org/ws/2004/09/policy</a:t>
            </a:r>
            <a:r>
              <a:rPr lang="da-DK" altLang="zh-CN" dirty="0">
                <a:solidFill>
                  <a:srgbClr val="0000FF"/>
                </a:solidFill>
                <a:highlight>
                  <a:srgbClr val="FFFFFF"/>
                </a:highlight>
                <a:latin typeface="+mn-lt"/>
                <a:ea typeface="宋体"/>
              </a:rPr>
              <a:t>"</a:t>
            </a:r>
            <a:r>
              <a:rPr lang="da-DK" altLang="zh-CN" dirty="0">
                <a:solidFill>
                  <a:srgbClr val="FF0000"/>
                </a:solidFill>
                <a:highlight>
                  <a:srgbClr val="FFFFFF"/>
                </a:highlight>
                <a:latin typeface="+mn-lt"/>
                <a:ea typeface="宋体"/>
              </a:rPr>
              <a:t> xmlns:tns</a:t>
            </a:r>
            <a:r>
              <a:rPr lang="da-DK" altLang="zh-CN" dirty="0">
                <a:solidFill>
                  <a:srgbClr val="0000FF"/>
                </a:solidFill>
                <a:highlight>
                  <a:srgbClr val="FFFFFF"/>
                </a:highlight>
                <a:latin typeface="+mn-lt"/>
                <a:ea typeface="宋体"/>
              </a:rPr>
              <a:t>="</a:t>
            </a:r>
            <a:r>
              <a:rPr lang="da-DK" altLang="zh-CN" dirty="0">
                <a:solidFill>
                  <a:srgbClr val="000000"/>
                </a:solidFill>
                <a:highlight>
                  <a:srgbClr val="FFFFFF"/>
                </a:highlight>
                <a:latin typeface="+mn-lt"/>
                <a:ea typeface="宋体"/>
              </a:rPr>
              <a:t>http://supply.com/PurchaseService/wsdl</a:t>
            </a:r>
            <a:r>
              <a:rPr lang="da-DK" altLang="zh-CN" dirty="0">
                <a:solidFill>
                  <a:srgbClr val="0000FF"/>
                </a:solidFill>
                <a:highlight>
                  <a:srgbClr val="FFFFFF"/>
                </a:highlight>
                <a:latin typeface="+mn-lt"/>
                <a:ea typeface="宋体"/>
              </a:rPr>
              <a:t>"&gt;</a:t>
            </a:r>
            <a:endParaRPr lang="da-DK" altLang="zh-CN" dirty="0">
              <a:solidFill>
                <a:srgbClr val="000000"/>
              </a:solidFill>
              <a:highlight>
                <a:srgbClr val="FFFFFF"/>
              </a:highlight>
              <a:latin typeface="+mn-lt"/>
              <a:ea typeface="宋体"/>
            </a:endParaRPr>
          </a:p>
          <a:p>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wsa:Address</a:t>
            </a:r>
            <a:r>
              <a:rPr lang="en-US" altLang="zh-CN" dirty="0">
                <a:solidFill>
                  <a:srgbClr val="0000FF"/>
                </a:solidFill>
                <a:highlight>
                  <a:srgbClr val="FFFFFF"/>
                </a:highlight>
                <a:latin typeface="+mn-lt"/>
                <a:ea typeface="宋体"/>
              </a:rPr>
              <a:t>&gt;</a:t>
            </a:r>
            <a:r>
              <a:rPr lang="en-US" altLang="zh-CN" dirty="0">
                <a:solidFill>
                  <a:srgbClr val="000000"/>
                </a:solidFill>
                <a:highlight>
                  <a:srgbClr val="FFFFFF"/>
                </a:highlight>
                <a:latin typeface="+mn-lt"/>
                <a:ea typeface="宋体"/>
              </a:rPr>
              <a:t>http://supply.com/PurchaseService/wsdl</a:t>
            </a:r>
            <a:r>
              <a:rPr lang="en-US" altLang="zh-CN" dirty="0">
                <a:solidFill>
                  <a:srgbClr val="0000FF"/>
                </a:solidFill>
                <a:highlight>
                  <a:srgbClr val="FFFFFF"/>
                </a:highlight>
                <a:latin typeface="+mn-lt"/>
                <a:ea typeface="宋体"/>
              </a:rPr>
              <a:t>&lt;/</a:t>
            </a:r>
            <a:r>
              <a:rPr lang="en-US" altLang="zh-CN" dirty="0">
                <a:solidFill>
                  <a:srgbClr val="800000"/>
                </a:solidFill>
                <a:highlight>
                  <a:srgbClr val="FFFFFF"/>
                </a:highlight>
                <a:latin typeface="+mn-lt"/>
                <a:ea typeface="宋体"/>
              </a:rPr>
              <a:t>wsa:Address</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wsa:PortType</a:t>
            </a:r>
            <a:r>
              <a:rPr lang="en-US" altLang="zh-CN" dirty="0">
                <a:solidFill>
                  <a:srgbClr val="0000FF"/>
                </a:solidFill>
                <a:highlight>
                  <a:srgbClr val="FFFFFF"/>
                </a:highlight>
                <a:latin typeface="+mn-lt"/>
                <a:ea typeface="宋体"/>
              </a:rPr>
              <a:t>&gt;</a:t>
            </a:r>
            <a:r>
              <a:rPr lang="en-US" altLang="zh-CN" dirty="0" err="1">
                <a:solidFill>
                  <a:srgbClr val="000000"/>
                </a:solidFill>
                <a:highlight>
                  <a:srgbClr val="FFFFFF"/>
                </a:highlight>
                <a:latin typeface="+mn-lt"/>
                <a:ea typeface="宋体"/>
              </a:rPr>
              <a:t>tns:PurchaseOrderPortType</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wsa:PortType</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wsa:ServiceName</a:t>
            </a:r>
            <a:r>
              <a:rPr lang="en-US" altLang="zh-CN" dirty="0">
                <a:solidFill>
                  <a:srgbClr val="FF0000"/>
                </a:solidFill>
                <a:highlight>
                  <a:srgbClr val="FFFFFF"/>
                </a:highlight>
                <a:latin typeface="+mn-lt"/>
                <a:ea typeface="宋体"/>
              </a:rPr>
              <a:t> </a:t>
            </a:r>
            <a:r>
              <a:rPr lang="en-US" altLang="zh-CN" dirty="0" err="1">
                <a:solidFill>
                  <a:srgbClr val="FF0000"/>
                </a:solidFill>
                <a:highlight>
                  <a:srgbClr val="FFFFFF"/>
                </a:highlight>
                <a:latin typeface="+mn-lt"/>
                <a:ea typeface="宋体"/>
              </a:rPr>
              <a:t>PortName</a:t>
            </a:r>
            <a:r>
              <a:rPr lang="en-US" altLang="zh-CN" dirty="0">
                <a:solidFill>
                  <a:srgbClr val="0000FF"/>
                </a:solidFill>
                <a:highlight>
                  <a:srgbClr val="FFFFFF"/>
                </a:highlight>
                <a:latin typeface="+mn-lt"/>
                <a:ea typeface="宋体"/>
              </a:rPr>
              <a:t>="</a:t>
            </a:r>
            <a:r>
              <a:rPr lang="en-US" altLang="zh-CN" dirty="0" err="1">
                <a:solidFill>
                  <a:srgbClr val="000000"/>
                </a:solidFill>
                <a:highlight>
                  <a:srgbClr val="FFFFFF"/>
                </a:highlight>
                <a:latin typeface="+mn-lt"/>
                <a:ea typeface="宋体"/>
              </a:rPr>
              <a:t>tns:PurchaseOrderPort</a:t>
            </a:r>
            <a:r>
              <a:rPr lang="en-US" altLang="zh-CN" dirty="0">
                <a:solidFill>
                  <a:srgbClr val="0000FF"/>
                </a:solidFill>
                <a:highlight>
                  <a:srgbClr val="FFFFFF"/>
                </a:highlight>
                <a:latin typeface="+mn-lt"/>
                <a:ea typeface="宋体"/>
              </a:rPr>
              <a:t>"&gt;</a:t>
            </a:r>
            <a:r>
              <a:rPr lang="en-US" altLang="zh-CN" dirty="0" err="1">
                <a:solidFill>
                  <a:srgbClr val="000000"/>
                </a:solidFill>
                <a:highlight>
                  <a:srgbClr val="FFFFFF"/>
                </a:highlight>
                <a:latin typeface="+mn-lt"/>
                <a:ea typeface="宋体"/>
              </a:rPr>
              <a:t>tns:PurchaseOrderService</a:t>
            </a:r>
            <a:endParaRPr lang="en-US" altLang="zh-CN" dirty="0">
              <a:solidFill>
                <a:srgbClr val="000000"/>
              </a:solidFill>
              <a:highlight>
                <a:srgbClr val="FFFFFF"/>
              </a:highlight>
              <a:latin typeface="+mn-lt"/>
              <a:ea typeface="宋体"/>
            </a:endParaRPr>
          </a:p>
          <a:p>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wsa:ServiceName</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wsa:ReferenceProperties</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tns:CustomerServiceLevel</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r>
              <a:rPr lang="en-US" altLang="zh-CN" dirty="0">
                <a:solidFill>
                  <a:srgbClr val="000000"/>
                </a:solidFill>
                <a:highlight>
                  <a:srgbClr val="FFFFFF"/>
                </a:highlight>
                <a:latin typeface="+mn-lt"/>
                <a:ea typeface="宋体"/>
              </a:rPr>
              <a:t>        Premium</a:t>
            </a:r>
          </a:p>
          <a:p>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tns:CustomerServiceLevel</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wsa:ReferenceProperties</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wsp:Policy</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a:solidFill>
                  <a:srgbClr val="808080"/>
                </a:solidFill>
                <a:highlight>
                  <a:srgbClr val="FFFFFF"/>
                </a:highlight>
                <a:latin typeface="+mn-lt"/>
                <a:ea typeface="宋体"/>
              </a:rPr>
              <a:t> policy statement omitted</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wsp:Policy</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wsa:EndpointReference</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p:txBody>
      </p:sp>
      <p:sp>
        <p:nvSpPr>
          <p:cNvPr id="7" name="Text Box 8"/>
          <p:cNvSpPr txBox="1">
            <a:spLocks noChangeArrowheads="1"/>
          </p:cNvSpPr>
          <p:nvPr/>
        </p:nvSpPr>
        <p:spPr bwMode="auto">
          <a:xfrm>
            <a:off x="4643438" y="5373688"/>
            <a:ext cx="331293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dirty="0"/>
              <a:t>It defines a resource with this message exchange</a:t>
            </a:r>
          </a:p>
        </p:txBody>
      </p:sp>
      <p:sp>
        <p:nvSpPr>
          <p:cNvPr id="8" name="Line 9"/>
          <p:cNvSpPr>
            <a:spLocks noChangeShapeType="1"/>
          </p:cNvSpPr>
          <p:nvPr/>
        </p:nvSpPr>
        <p:spPr bwMode="auto">
          <a:xfrm flipH="1" flipV="1">
            <a:off x="3491880" y="4581128"/>
            <a:ext cx="1727820" cy="79256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1787419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Request Message</a:t>
            </a:r>
            <a:endParaRPr lang="zh-CN" altLang="en-US" dirty="0"/>
          </a:p>
        </p:txBody>
      </p:sp>
      <p:sp>
        <p:nvSpPr>
          <p:cNvPr id="4" name="灯片编号占位符 3"/>
          <p:cNvSpPr>
            <a:spLocks noGrp="1"/>
          </p:cNvSpPr>
          <p:nvPr>
            <p:ph type="sldNum" sz="quarter" idx="11"/>
          </p:nvPr>
        </p:nvSpPr>
        <p:spPr/>
        <p:txBody>
          <a:bodyPr/>
          <a:lstStyle/>
          <a:p>
            <a:pPr>
              <a:defRPr/>
            </a:pPr>
            <a:fld id="{4E1ABE52-5E8C-43D7-9401-8312C5F7EB45}" type="slidenum">
              <a:rPr lang="en-US" altLang="zh-CN" smtClean="0"/>
              <a:pPr>
                <a:defRPr/>
              </a:pPr>
              <a:t>32</a:t>
            </a:fld>
            <a:endParaRPr lang="en-US" altLang="zh-CN"/>
          </a:p>
        </p:txBody>
      </p:sp>
      <p:pic>
        <p:nvPicPr>
          <p:cNvPr id="7" name="内容占位符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19672" y="993521"/>
            <a:ext cx="5688632" cy="5864479"/>
          </a:xfrm>
        </p:spPr>
      </p:pic>
    </p:spTree>
    <p:extLst>
      <p:ext uri="{BB962C8B-B14F-4D97-AF65-F5344CB8AC3E}">
        <p14:creationId xmlns:p14="http://schemas.microsoft.com/office/powerpoint/2010/main" val="11418918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Response Message</a:t>
            </a:r>
            <a:endParaRPr lang="zh-CN" altLang="en-US" dirty="0"/>
          </a:p>
        </p:txBody>
      </p:sp>
      <p:pic>
        <p:nvPicPr>
          <p:cNvPr id="7" name="内容占位符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35696" y="1002482"/>
            <a:ext cx="5616624" cy="5856124"/>
          </a:xfrm>
        </p:spPr>
      </p:pic>
      <p:sp>
        <p:nvSpPr>
          <p:cNvPr id="4" name="灯片编号占位符 3"/>
          <p:cNvSpPr>
            <a:spLocks noGrp="1"/>
          </p:cNvSpPr>
          <p:nvPr>
            <p:ph type="sldNum" sz="quarter" idx="11"/>
          </p:nvPr>
        </p:nvSpPr>
        <p:spPr/>
        <p:txBody>
          <a:bodyPr/>
          <a:lstStyle/>
          <a:p>
            <a:pPr>
              <a:defRPr/>
            </a:pPr>
            <a:fld id="{4E1ABE52-5E8C-43D7-9401-8312C5F7EB45}" type="slidenum">
              <a:rPr lang="en-US" altLang="zh-CN" smtClean="0"/>
              <a:pPr>
                <a:defRPr/>
              </a:pPr>
              <a:t>33</a:t>
            </a:fld>
            <a:endParaRPr lang="en-US" altLang="zh-CN"/>
          </a:p>
        </p:txBody>
      </p:sp>
    </p:spTree>
    <p:extLst>
      <p:ext uri="{BB962C8B-B14F-4D97-AF65-F5344CB8AC3E}">
        <p14:creationId xmlns:p14="http://schemas.microsoft.com/office/powerpoint/2010/main" val="5573535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normAutofit fontScale="90000"/>
          </a:bodyPr>
          <a:lstStyle/>
          <a:p>
            <a:pPr>
              <a:defRPr/>
            </a:pPr>
            <a:r>
              <a:rPr lang="en-US" altLang="zh-CN" sz="2800" dirty="0"/>
              <a:t>Stateless  and </a:t>
            </a:r>
            <a:r>
              <a:rPr lang="en-US" altLang="zh-CN" sz="2800" dirty="0" err="1"/>
              <a:t>Stateful</a:t>
            </a:r>
            <a:r>
              <a:rPr lang="en-US" altLang="zh-CN" sz="2800" dirty="0"/>
              <a:t> Web services (1/4)</a:t>
            </a:r>
          </a:p>
        </p:txBody>
      </p:sp>
      <p:sp>
        <p:nvSpPr>
          <p:cNvPr id="34820" name="Rectangle 3"/>
          <p:cNvSpPr>
            <a:spLocks noGrp="1" noChangeArrowheads="1"/>
          </p:cNvSpPr>
          <p:nvPr>
            <p:ph idx="1"/>
          </p:nvPr>
        </p:nvSpPr>
        <p:spPr/>
        <p:txBody>
          <a:bodyPr/>
          <a:lstStyle/>
          <a:p>
            <a:r>
              <a:rPr lang="en-US" altLang="zh-CN" dirty="0">
                <a:ea typeface="宋体" pitchFamily="2" charset="-122"/>
              </a:rPr>
              <a:t>Stateless web services don’t capture or maintain state </a:t>
            </a:r>
          </a:p>
          <a:p>
            <a:pPr lvl="1"/>
            <a:r>
              <a:rPr lang="en-US" altLang="zh-CN" dirty="0">
                <a:latin typeface="Arial" charset="0"/>
                <a:ea typeface="宋体" pitchFamily="2" charset="-122"/>
              </a:rPr>
              <a:t>Web services without context</a:t>
            </a:r>
          </a:p>
          <a:p>
            <a:r>
              <a:rPr lang="en-US" altLang="zh-CN" dirty="0" err="1">
                <a:ea typeface="宋体" pitchFamily="2" charset="-122"/>
              </a:rPr>
              <a:t>Stateful</a:t>
            </a:r>
            <a:r>
              <a:rPr lang="en-US" altLang="zh-CN" dirty="0">
                <a:ea typeface="宋体" pitchFamily="2" charset="-122"/>
              </a:rPr>
              <a:t> web services</a:t>
            </a:r>
          </a:p>
          <a:p>
            <a:pPr lvl="1"/>
            <a:r>
              <a:rPr lang="en-US" altLang="zh-CN" dirty="0">
                <a:latin typeface="Arial" charset="0"/>
                <a:ea typeface="宋体" pitchFamily="2" charset="-122"/>
              </a:rPr>
              <a:t>Serve various types of consumers and provide personalized services</a:t>
            </a:r>
          </a:p>
          <a:p>
            <a:pPr lvl="1"/>
            <a:r>
              <a:rPr lang="en-US" altLang="zh-CN" dirty="0">
                <a:latin typeface="Arial" charset="0"/>
                <a:ea typeface="宋体" pitchFamily="2" charset="-122"/>
              </a:rPr>
              <a:t>Persistent information to serve consumers better</a:t>
            </a:r>
          </a:p>
          <a:p>
            <a:pPr lvl="1"/>
            <a:r>
              <a:rPr lang="en-US" altLang="zh-CN" dirty="0">
                <a:latin typeface="Arial" charset="0"/>
                <a:ea typeface="宋体" pitchFamily="2" charset="-122"/>
              </a:rPr>
              <a:t>Comprehensive services require collaboration</a:t>
            </a:r>
          </a:p>
        </p:txBody>
      </p:sp>
      <p:sp>
        <p:nvSpPr>
          <p:cNvPr id="7" name="灯片编号占位符 3"/>
          <p:cNvSpPr>
            <a:spLocks noGrp="1"/>
          </p:cNvSpPr>
          <p:nvPr>
            <p:ph type="sldNum" sz="quarter" idx="11"/>
          </p:nvPr>
        </p:nvSpPr>
        <p:spPr>
          <a:xfrm>
            <a:off x="3505200" y="6461125"/>
            <a:ext cx="2133600" cy="320675"/>
          </a:xfrm>
        </p:spPr>
        <p:txBody>
          <a:bodyPr/>
          <a:lstStyle/>
          <a:p>
            <a:pPr>
              <a:defRPr/>
            </a:pPr>
            <a:fld id="{4E1ABE52-5E8C-43D7-9401-8312C5F7EB45}" type="slidenum">
              <a:rPr lang="en-US" altLang="zh-CN" smtClean="0"/>
              <a:pPr>
                <a:defRPr/>
              </a:pPr>
              <a:t>34</a:t>
            </a:fld>
            <a:endParaRPr lang="en-US" altLang="zh-CN"/>
          </a:p>
        </p:txBody>
      </p:sp>
    </p:spTree>
    <p:extLst>
      <p:ext uri="{BB962C8B-B14F-4D97-AF65-F5344CB8AC3E}">
        <p14:creationId xmlns:p14="http://schemas.microsoft.com/office/powerpoint/2010/main" val="576939480"/>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normAutofit fontScale="90000"/>
          </a:bodyPr>
          <a:lstStyle/>
          <a:p>
            <a:pPr>
              <a:defRPr/>
            </a:pPr>
            <a:r>
              <a:rPr lang="en-US" altLang="zh-CN" sz="2800" dirty="0"/>
              <a:t>Stateless  and </a:t>
            </a:r>
            <a:r>
              <a:rPr lang="en-US" altLang="zh-CN" sz="2800" dirty="0" err="1"/>
              <a:t>Stateful</a:t>
            </a:r>
            <a:r>
              <a:rPr lang="en-US" altLang="zh-CN" sz="2800" dirty="0"/>
              <a:t> Web services (2/4)</a:t>
            </a:r>
          </a:p>
        </p:txBody>
      </p:sp>
      <p:sp>
        <p:nvSpPr>
          <p:cNvPr id="35844" name="Rectangle 3"/>
          <p:cNvSpPr>
            <a:spLocks noGrp="1" noChangeArrowheads="1"/>
          </p:cNvSpPr>
          <p:nvPr>
            <p:ph idx="1"/>
          </p:nvPr>
        </p:nvSpPr>
        <p:spPr/>
        <p:txBody>
          <a:bodyPr/>
          <a:lstStyle/>
          <a:p>
            <a:pPr>
              <a:lnSpc>
                <a:spcPct val="90000"/>
              </a:lnSpc>
              <a:defRPr/>
            </a:pPr>
            <a:r>
              <a:rPr lang="en-US" altLang="zh-CN" dirty="0"/>
              <a:t>Stateless services </a:t>
            </a:r>
          </a:p>
          <a:p>
            <a:pPr lvl="1">
              <a:lnSpc>
                <a:spcPct val="90000"/>
              </a:lnSpc>
              <a:defRPr/>
            </a:pPr>
            <a:r>
              <a:rPr lang="en-US" altLang="zh-CN" dirty="0"/>
              <a:t>scale better and are more fault-tolerate</a:t>
            </a:r>
          </a:p>
          <a:p>
            <a:pPr lvl="1">
              <a:lnSpc>
                <a:spcPct val="90000"/>
              </a:lnSpc>
              <a:defRPr/>
            </a:pPr>
            <a:r>
              <a:rPr lang="en-US" altLang="zh-CN" dirty="0"/>
              <a:t>Lightweight</a:t>
            </a:r>
          </a:p>
          <a:p>
            <a:pPr>
              <a:lnSpc>
                <a:spcPct val="90000"/>
              </a:lnSpc>
              <a:defRPr/>
            </a:pPr>
            <a:r>
              <a:rPr lang="en-US" altLang="zh-CN" dirty="0" err="1"/>
              <a:t>Stateful</a:t>
            </a:r>
            <a:r>
              <a:rPr lang="en-US" altLang="zh-CN" dirty="0"/>
              <a:t> services </a:t>
            </a:r>
          </a:p>
          <a:p>
            <a:pPr lvl="1">
              <a:lnSpc>
                <a:spcPct val="90000"/>
              </a:lnSpc>
              <a:defRPr/>
            </a:pPr>
            <a:r>
              <a:rPr lang="en-US" altLang="zh-CN" dirty="0"/>
              <a:t>Support more comprehensive business transactions and provide more personalized services</a:t>
            </a:r>
          </a:p>
          <a:p>
            <a:pPr lvl="1">
              <a:lnSpc>
                <a:spcPct val="90000"/>
              </a:lnSpc>
              <a:defRPr/>
            </a:pPr>
            <a:r>
              <a:rPr lang="en-US" altLang="zh-CN" dirty="0"/>
              <a:t>Requires more coding and additional processing resources</a:t>
            </a:r>
          </a:p>
          <a:p>
            <a:pPr lvl="1">
              <a:lnSpc>
                <a:spcPct val="90000"/>
              </a:lnSpc>
              <a:defRPr/>
            </a:pPr>
            <a:r>
              <a:rPr lang="en-US" altLang="zh-CN" dirty="0"/>
              <a:t>Heavyweight</a:t>
            </a:r>
          </a:p>
        </p:txBody>
      </p:sp>
      <p:sp>
        <p:nvSpPr>
          <p:cNvPr id="7" name="灯片编号占位符 3"/>
          <p:cNvSpPr>
            <a:spLocks noGrp="1"/>
          </p:cNvSpPr>
          <p:nvPr>
            <p:ph type="sldNum" sz="quarter" idx="11"/>
          </p:nvPr>
        </p:nvSpPr>
        <p:spPr>
          <a:xfrm>
            <a:off x="3505200" y="6461125"/>
            <a:ext cx="2133600" cy="320675"/>
          </a:xfrm>
        </p:spPr>
        <p:txBody>
          <a:bodyPr/>
          <a:lstStyle/>
          <a:p>
            <a:pPr>
              <a:defRPr/>
            </a:pPr>
            <a:fld id="{4E1ABE52-5E8C-43D7-9401-8312C5F7EB45}" type="slidenum">
              <a:rPr lang="en-US" altLang="zh-CN" smtClean="0"/>
              <a:pPr>
                <a:defRPr/>
              </a:pPr>
              <a:t>35</a:t>
            </a:fld>
            <a:endParaRPr lang="en-US" altLang="zh-CN"/>
          </a:p>
        </p:txBody>
      </p:sp>
    </p:spTree>
    <p:extLst>
      <p:ext uri="{BB962C8B-B14F-4D97-AF65-F5344CB8AC3E}">
        <p14:creationId xmlns:p14="http://schemas.microsoft.com/office/powerpoint/2010/main" val="3803970165"/>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500" dirty="0"/>
              <a:t>Stateless  and </a:t>
            </a:r>
            <a:r>
              <a:rPr lang="en-US" altLang="zh-CN" sz="2500" dirty="0" err="1"/>
              <a:t>Stateful</a:t>
            </a:r>
            <a:r>
              <a:rPr lang="en-US" altLang="zh-CN" sz="2500" dirty="0"/>
              <a:t> Web services (3/4)</a:t>
            </a:r>
            <a:endParaRPr lang="zh-CN" altLang="en-US" sz="2500" dirty="0"/>
          </a:p>
        </p:txBody>
      </p:sp>
      <p:sp>
        <p:nvSpPr>
          <p:cNvPr id="4" name="灯片编号占位符 3"/>
          <p:cNvSpPr>
            <a:spLocks noGrp="1"/>
          </p:cNvSpPr>
          <p:nvPr>
            <p:ph type="sldNum" sz="quarter" idx="11"/>
          </p:nvPr>
        </p:nvSpPr>
        <p:spPr/>
        <p:txBody>
          <a:bodyPr/>
          <a:lstStyle/>
          <a:p>
            <a:pPr>
              <a:defRPr/>
            </a:pPr>
            <a:fld id="{4E1ABE52-5E8C-43D7-9401-8312C5F7EB45}" type="slidenum">
              <a:rPr lang="en-US" altLang="zh-CN" smtClean="0"/>
              <a:pPr>
                <a:defRPr/>
              </a:pPr>
              <a:t>36</a:t>
            </a:fld>
            <a:endParaRPr lang="en-US" altLang="zh-CN" dirty="0"/>
          </a:p>
        </p:txBody>
      </p:sp>
      <p:graphicFrame>
        <p:nvGraphicFramePr>
          <p:cNvPr id="5" name="对象 4"/>
          <p:cNvGraphicFramePr>
            <a:graphicFrameLocks noChangeAspect="1"/>
          </p:cNvGraphicFramePr>
          <p:nvPr>
            <p:extLst>
              <p:ext uri="{D42A27DB-BD31-4B8C-83A1-F6EECF244321}">
                <p14:modId xmlns:p14="http://schemas.microsoft.com/office/powerpoint/2010/main" val="1008598571"/>
              </p:ext>
            </p:extLst>
          </p:nvPr>
        </p:nvGraphicFramePr>
        <p:xfrm>
          <a:off x="611560" y="1196752"/>
          <a:ext cx="8311887" cy="5050334"/>
        </p:xfrm>
        <a:graphic>
          <a:graphicData uri="http://schemas.openxmlformats.org/presentationml/2006/ole">
            <mc:AlternateContent xmlns:mc="http://schemas.openxmlformats.org/markup-compatibility/2006">
              <mc:Choice xmlns:v="urn:schemas-microsoft-com:vml" Requires="v">
                <p:oleObj spid="_x0000_s12328" name="Visio" r:id="rId3" imgW="6889320" imgH="4186238" progId="Visio.Drawing.11">
                  <p:embed/>
                </p:oleObj>
              </mc:Choice>
              <mc:Fallback>
                <p:oleObj name="Visio" r:id="rId3" imgW="6889320" imgH="4186238" progId="Visio.Drawing.11">
                  <p:embed/>
                  <p:pic>
                    <p:nvPicPr>
                      <p:cNvPr id="0" name=""/>
                      <p:cNvPicPr/>
                      <p:nvPr/>
                    </p:nvPicPr>
                    <p:blipFill>
                      <a:blip r:embed="rId4"/>
                      <a:stretch>
                        <a:fillRect/>
                      </a:stretch>
                    </p:blipFill>
                    <p:spPr>
                      <a:xfrm>
                        <a:off x="611560" y="1196752"/>
                        <a:ext cx="8311887" cy="5050334"/>
                      </a:xfrm>
                      <a:prstGeom prst="rect">
                        <a:avLst/>
                      </a:prstGeom>
                    </p:spPr>
                  </p:pic>
                </p:oleObj>
              </mc:Fallback>
            </mc:AlternateContent>
          </a:graphicData>
        </a:graphic>
      </p:graphicFrame>
    </p:spTree>
    <p:extLst>
      <p:ext uri="{BB962C8B-B14F-4D97-AF65-F5344CB8AC3E}">
        <p14:creationId xmlns:p14="http://schemas.microsoft.com/office/powerpoint/2010/main" val="40674413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500" dirty="0"/>
              <a:t>Stateless  and </a:t>
            </a:r>
            <a:r>
              <a:rPr lang="en-US" altLang="zh-CN" sz="2500" dirty="0" err="1"/>
              <a:t>Stateful</a:t>
            </a:r>
            <a:r>
              <a:rPr lang="en-US" altLang="zh-CN" sz="2500" dirty="0"/>
              <a:t> Web services (4/4)</a:t>
            </a:r>
            <a:endParaRPr lang="zh-CN" altLang="en-US" sz="2500" dirty="0"/>
          </a:p>
        </p:txBody>
      </p:sp>
      <p:sp>
        <p:nvSpPr>
          <p:cNvPr id="4" name="灯片编号占位符 3"/>
          <p:cNvSpPr>
            <a:spLocks noGrp="1"/>
          </p:cNvSpPr>
          <p:nvPr>
            <p:ph type="sldNum" sz="quarter" idx="11"/>
          </p:nvPr>
        </p:nvSpPr>
        <p:spPr/>
        <p:txBody>
          <a:bodyPr/>
          <a:lstStyle/>
          <a:p>
            <a:pPr>
              <a:defRPr/>
            </a:pPr>
            <a:fld id="{4E1ABE52-5E8C-43D7-9401-8312C5F7EB45}" type="slidenum">
              <a:rPr lang="en-US" altLang="zh-CN" smtClean="0"/>
              <a:pPr>
                <a:defRPr/>
              </a:pPr>
              <a:t>37</a:t>
            </a:fld>
            <a:endParaRPr lang="en-US" altLang="zh-CN"/>
          </a:p>
        </p:txBody>
      </p:sp>
      <p:graphicFrame>
        <p:nvGraphicFramePr>
          <p:cNvPr id="6" name="对象 5"/>
          <p:cNvGraphicFramePr>
            <a:graphicFrameLocks noChangeAspect="1"/>
          </p:cNvGraphicFramePr>
          <p:nvPr>
            <p:extLst>
              <p:ext uri="{D42A27DB-BD31-4B8C-83A1-F6EECF244321}">
                <p14:modId xmlns:p14="http://schemas.microsoft.com/office/powerpoint/2010/main" val="3117489853"/>
              </p:ext>
            </p:extLst>
          </p:nvPr>
        </p:nvGraphicFramePr>
        <p:xfrm>
          <a:off x="539552" y="1268760"/>
          <a:ext cx="8110538" cy="5213350"/>
        </p:xfrm>
        <a:graphic>
          <a:graphicData uri="http://schemas.openxmlformats.org/presentationml/2006/ole">
            <mc:AlternateContent xmlns:mc="http://schemas.openxmlformats.org/markup-compatibility/2006">
              <mc:Choice xmlns:v="urn:schemas-microsoft-com:vml" Requires="v">
                <p:oleObj spid="_x0000_s11306" name="Visio" r:id="rId3" imgW="8109990" imgH="5213320" progId="Visio.Drawing.11">
                  <p:embed/>
                </p:oleObj>
              </mc:Choice>
              <mc:Fallback>
                <p:oleObj name="Visio" r:id="rId3" imgW="8109990" imgH="5213320" progId="Visio.Drawing.11">
                  <p:embed/>
                  <p:pic>
                    <p:nvPicPr>
                      <p:cNvPr id="0" name=""/>
                      <p:cNvPicPr/>
                      <p:nvPr/>
                    </p:nvPicPr>
                    <p:blipFill>
                      <a:blip r:embed="rId4"/>
                      <a:stretch>
                        <a:fillRect/>
                      </a:stretch>
                    </p:blipFill>
                    <p:spPr>
                      <a:xfrm>
                        <a:off x="539552" y="1268760"/>
                        <a:ext cx="8110538" cy="5213350"/>
                      </a:xfrm>
                      <a:prstGeom prst="rect">
                        <a:avLst/>
                      </a:prstGeom>
                    </p:spPr>
                  </p:pic>
                </p:oleObj>
              </mc:Fallback>
            </mc:AlternateContent>
          </a:graphicData>
        </a:graphic>
      </p:graphicFrame>
    </p:spTree>
    <p:extLst>
      <p:ext uri="{BB962C8B-B14F-4D97-AF65-F5344CB8AC3E}">
        <p14:creationId xmlns:p14="http://schemas.microsoft.com/office/powerpoint/2010/main" val="30902676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ltLang="zh-CN">
                <a:ea typeface="宋体" pitchFamily="2" charset="-122"/>
              </a:rPr>
              <a:t>Stateful Web services Modeling</a:t>
            </a:r>
          </a:p>
        </p:txBody>
      </p:sp>
      <p:sp>
        <p:nvSpPr>
          <p:cNvPr id="36868" name="Rectangle 3"/>
          <p:cNvSpPr>
            <a:spLocks noGrp="1" noChangeArrowheads="1"/>
          </p:cNvSpPr>
          <p:nvPr>
            <p:ph idx="1"/>
          </p:nvPr>
        </p:nvSpPr>
        <p:spPr/>
        <p:txBody>
          <a:bodyPr>
            <a:normAutofit lnSpcReduction="10000"/>
          </a:bodyPr>
          <a:lstStyle/>
          <a:p>
            <a:pPr>
              <a:defRPr/>
            </a:pPr>
            <a:r>
              <a:rPr lang="en-US" altLang="zh-CN" dirty="0"/>
              <a:t>Web Services Resource Framework (WSRF)</a:t>
            </a:r>
          </a:p>
          <a:p>
            <a:pPr lvl="1">
              <a:defRPr/>
            </a:pPr>
            <a:r>
              <a:rPr lang="en-US" altLang="zh-CN" sz="2400" dirty="0"/>
              <a:t>Defines a system of specifications for managing and accessing </a:t>
            </a:r>
            <a:r>
              <a:rPr lang="en-US" altLang="zh-CN" sz="2400" dirty="0" err="1"/>
              <a:t>stateful</a:t>
            </a:r>
            <a:r>
              <a:rPr lang="en-US" altLang="zh-CN" sz="2400" dirty="0"/>
              <a:t> resources using Web services</a:t>
            </a:r>
          </a:p>
          <a:p>
            <a:pPr lvl="1">
              <a:defRPr/>
            </a:pPr>
            <a:r>
              <a:rPr lang="en-US" altLang="zh-CN" sz="2400" dirty="0"/>
              <a:t>Contains four sets of specifications to access to internal status of a resource via web service interfaces:</a:t>
            </a:r>
          </a:p>
          <a:p>
            <a:pPr lvl="2">
              <a:defRPr/>
            </a:pPr>
            <a:r>
              <a:rPr lang="en-US" altLang="zh-CN" i="1" dirty="0"/>
              <a:t>WS-</a:t>
            </a:r>
            <a:r>
              <a:rPr lang="en-US" altLang="zh-CN" i="1" dirty="0" err="1"/>
              <a:t>ResourceProperties</a:t>
            </a:r>
            <a:endParaRPr lang="en-US" altLang="zh-CN" i="1" dirty="0"/>
          </a:p>
          <a:p>
            <a:pPr lvl="2">
              <a:defRPr/>
            </a:pPr>
            <a:r>
              <a:rPr lang="en-US" altLang="zh-CN" i="1" dirty="0"/>
              <a:t>WS-</a:t>
            </a:r>
            <a:r>
              <a:rPr lang="en-US" altLang="zh-CN" i="1" dirty="0" err="1"/>
              <a:t>ResourceLifetime</a:t>
            </a:r>
            <a:endParaRPr lang="en-US" altLang="zh-CN" i="1" dirty="0"/>
          </a:p>
          <a:p>
            <a:pPr lvl="2">
              <a:defRPr/>
            </a:pPr>
            <a:r>
              <a:rPr lang="en-US" altLang="zh-CN" i="1" dirty="0"/>
              <a:t>WS-</a:t>
            </a:r>
            <a:r>
              <a:rPr lang="en-US" altLang="zh-CN" i="1" dirty="0" err="1"/>
              <a:t>BaseFault</a:t>
            </a:r>
            <a:endParaRPr lang="en-US" altLang="zh-CN" i="1" dirty="0"/>
          </a:p>
          <a:p>
            <a:pPr lvl="2">
              <a:defRPr/>
            </a:pPr>
            <a:r>
              <a:rPr lang="en-US" altLang="zh-CN" i="1" dirty="0"/>
              <a:t>WS-</a:t>
            </a:r>
            <a:r>
              <a:rPr lang="en-US" altLang="zh-CN" i="1" dirty="0" err="1"/>
              <a:t>ServiceGroup</a:t>
            </a:r>
            <a:endParaRPr lang="en-US" altLang="zh-CN" i="1" dirty="0"/>
          </a:p>
          <a:p>
            <a:pPr lvl="1">
              <a:defRPr/>
            </a:pPr>
            <a:r>
              <a:rPr lang="en-US" altLang="zh-CN" sz="2400" dirty="0"/>
              <a:t>Support dynamic creation of resource properties and associated values</a:t>
            </a:r>
          </a:p>
        </p:txBody>
      </p:sp>
      <p:sp>
        <p:nvSpPr>
          <p:cNvPr id="7" name="灯片编号占位符 3"/>
          <p:cNvSpPr>
            <a:spLocks noGrp="1"/>
          </p:cNvSpPr>
          <p:nvPr>
            <p:ph type="sldNum" sz="quarter" idx="11"/>
          </p:nvPr>
        </p:nvSpPr>
        <p:spPr>
          <a:xfrm>
            <a:off x="3505200" y="6461125"/>
            <a:ext cx="2133600" cy="320675"/>
          </a:xfrm>
        </p:spPr>
        <p:txBody>
          <a:bodyPr/>
          <a:lstStyle/>
          <a:p>
            <a:pPr>
              <a:defRPr/>
            </a:pPr>
            <a:fld id="{4E1ABE52-5E8C-43D7-9401-8312C5F7EB45}" type="slidenum">
              <a:rPr lang="en-US" altLang="zh-CN" smtClean="0"/>
              <a:pPr>
                <a:defRPr/>
              </a:pPr>
              <a:t>38</a:t>
            </a:fld>
            <a:endParaRPr lang="en-US" altLang="zh-CN"/>
          </a:p>
        </p:txBody>
      </p:sp>
    </p:spTree>
    <p:extLst>
      <p:ext uri="{BB962C8B-B14F-4D97-AF65-F5344CB8AC3E}">
        <p14:creationId xmlns:p14="http://schemas.microsoft.com/office/powerpoint/2010/main" val="3199494702"/>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lstStyle/>
          <a:p>
            <a:pPr eaLnBrk="1" hangingPunct="1"/>
            <a:r>
              <a:rPr lang="en-US" altLang="zh-CN"/>
              <a:t>WS-Resource Lifetime</a:t>
            </a:r>
          </a:p>
        </p:txBody>
      </p:sp>
      <p:sp>
        <p:nvSpPr>
          <p:cNvPr id="27652" name="Rectangle 3"/>
          <p:cNvSpPr>
            <a:spLocks noGrp="1" noChangeArrowheads="1"/>
          </p:cNvSpPr>
          <p:nvPr>
            <p:ph idx="1"/>
          </p:nvPr>
        </p:nvSpPr>
        <p:spPr/>
        <p:txBody>
          <a:bodyPr/>
          <a:lstStyle/>
          <a:p>
            <a:pPr eaLnBrk="1" hangingPunct="1"/>
            <a:r>
              <a:rPr lang="en-US" altLang="zh-CN" sz="2800"/>
              <a:t>WS-Resource Lifetime specification defines message exchanges to standardize the means as to how a WS-Resource can be destroyed, and how resource properties can be used to inspect and monitor the lifetime of a WS-Resource.</a:t>
            </a:r>
          </a:p>
          <a:p>
            <a:pPr eaLnBrk="1" hangingPunct="1"/>
            <a:r>
              <a:rPr lang="en-US" altLang="zh-CN" sz="2800"/>
              <a:t>It defines two means of destroying a WS-Resource:</a:t>
            </a:r>
          </a:p>
          <a:p>
            <a:pPr lvl="1" eaLnBrk="1" hangingPunct="1"/>
            <a:r>
              <a:rPr lang="en-US" altLang="zh-CN" sz="2300"/>
              <a:t>Immediate destruction</a:t>
            </a:r>
          </a:p>
          <a:p>
            <a:pPr lvl="1" eaLnBrk="1" hangingPunct="1"/>
            <a:r>
              <a:rPr lang="en-US" altLang="zh-CN" sz="2300"/>
              <a:t>Time-based scheduled destruction</a:t>
            </a:r>
          </a:p>
        </p:txBody>
      </p:sp>
      <p:sp>
        <p:nvSpPr>
          <p:cNvPr id="27650"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76090BC-8B83-411D-9500-08F7AD998F5E}" type="slidenum">
              <a:rPr lang="en-US" altLang="zh-CN" smtClean="0"/>
              <a:pPr eaLnBrk="1" hangingPunct="1"/>
              <a:t>39</a:t>
            </a:fld>
            <a:endParaRPr lang="en-US" altLang="zh-CN"/>
          </a:p>
        </p:txBody>
      </p:sp>
    </p:spTree>
    <p:extLst>
      <p:ext uri="{BB962C8B-B14F-4D97-AF65-F5344CB8AC3E}">
        <p14:creationId xmlns:p14="http://schemas.microsoft.com/office/powerpoint/2010/main" val="195059969"/>
      </p:ext>
    </p:extLst>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noAutofit/>
          </a:bodyPr>
          <a:lstStyle/>
          <a:p>
            <a:pPr>
              <a:defRPr/>
            </a:pPr>
            <a:r>
              <a:rPr lang="en-US" altLang="zh-CN" sz="2800" dirty="0"/>
              <a:t>An sample </a:t>
            </a:r>
            <a:r>
              <a:rPr lang="en-US" altLang="zh-CN" sz="2800" dirty="0" err="1"/>
              <a:t>stateful</a:t>
            </a:r>
            <a:r>
              <a:rPr lang="en-US" altLang="zh-CN" sz="2800" dirty="0"/>
              <a:t> resource definition (1/3)</a:t>
            </a:r>
          </a:p>
        </p:txBody>
      </p:sp>
      <p:sp>
        <p:nvSpPr>
          <p:cNvPr id="39939" name="灯片编号占位符 5"/>
          <p:cNvSpPr>
            <a:spLocks noGrp="1"/>
          </p:cNvSpPr>
          <p:nvPr>
            <p:ph type="sldNum" sz="quarter" idx="4294967295"/>
          </p:nvPr>
        </p:nvSpPr>
        <p:spPr>
          <a:xfrm>
            <a:off x="3505200" y="6461125"/>
            <a:ext cx="21336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fld id="{CE3E82B1-7AF2-4D6F-9FC9-F55B305DB7C2}" type="slidenum">
              <a:rPr lang="en-US" altLang="zh-CN"/>
              <a:pPr algn="ctr" eaLnBrk="1" hangingPunct="1"/>
              <a:t>40</a:t>
            </a:fld>
            <a:endParaRPr lang="en-US" altLang="zh-CN"/>
          </a:p>
        </p:txBody>
      </p:sp>
      <p:sp>
        <p:nvSpPr>
          <p:cNvPr id="39940" name="Text Box 4"/>
          <p:cNvSpPr txBox="1">
            <a:spLocks noChangeArrowheads="1"/>
          </p:cNvSpPr>
          <p:nvPr/>
        </p:nvSpPr>
        <p:spPr bwMode="auto">
          <a:xfrm>
            <a:off x="250825" y="1412875"/>
            <a:ext cx="8642350" cy="532923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dirty="0">
                <a:solidFill>
                  <a:srgbClr val="0000FF"/>
                </a:solidFill>
                <a:latin typeface="Arial Unicode MS" pitchFamily="34" charset="-122"/>
                <a:ea typeface="Arial Unicode MS" pitchFamily="34" charset="-122"/>
                <a:cs typeface="Arial Unicode MS" pitchFamily="34" charset="-122"/>
              </a:rPr>
              <a:t>&lt;</a:t>
            </a:r>
            <a:r>
              <a:rPr lang="en-US" altLang="zh-CN" dirty="0" err="1">
                <a:solidFill>
                  <a:srgbClr val="800000"/>
                </a:solidFill>
                <a:latin typeface="Arial Unicode MS" pitchFamily="34" charset="-122"/>
                <a:ea typeface="Arial Unicode MS" pitchFamily="34" charset="-122"/>
                <a:cs typeface="Arial Unicode MS" pitchFamily="34" charset="-122"/>
              </a:rPr>
              <a:t>xs:schema</a:t>
            </a:r>
            <a:r>
              <a:rPr lang="en-US" altLang="zh-CN" dirty="0">
                <a:solidFill>
                  <a:srgbClr val="FF0000"/>
                </a:solidFill>
                <a:latin typeface="Arial Unicode MS" pitchFamily="34" charset="-122"/>
                <a:ea typeface="Arial Unicode MS" pitchFamily="34" charset="-122"/>
                <a:cs typeface="Arial Unicode MS" pitchFamily="34" charset="-122"/>
              </a:rPr>
              <a:t> </a:t>
            </a:r>
            <a:r>
              <a:rPr lang="en-US" altLang="zh-CN" dirty="0" err="1">
                <a:solidFill>
                  <a:srgbClr val="FF0000"/>
                </a:solidFill>
                <a:latin typeface="Arial Unicode MS" pitchFamily="34" charset="-122"/>
                <a:ea typeface="Arial Unicode MS" pitchFamily="34" charset="-122"/>
                <a:cs typeface="Arial Unicode MS" pitchFamily="34" charset="-122"/>
              </a:rPr>
              <a:t>targetNamespace</a:t>
            </a:r>
            <a:r>
              <a:rPr lang="en-US" altLang="zh-CN" dirty="0">
                <a:solidFill>
                  <a:srgbClr val="0000FF"/>
                </a:solidFill>
                <a:latin typeface="Arial Unicode MS" pitchFamily="34" charset="-122"/>
                <a:ea typeface="Arial Unicode MS" pitchFamily="34" charset="-122"/>
                <a:cs typeface="Arial Unicode MS" pitchFamily="34" charset="-122"/>
              </a:rPr>
              <a:t>="</a:t>
            </a:r>
            <a:r>
              <a:rPr lang="en-US" altLang="zh-CN" dirty="0">
                <a:solidFill>
                  <a:srgbClr val="000000"/>
                </a:solidFill>
                <a:latin typeface="Arial Unicode MS" pitchFamily="34" charset="-122"/>
                <a:ea typeface="Arial Unicode MS" pitchFamily="34" charset="-122"/>
                <a:cs typeface="Arial Unicode MS" pitchFamily="34" charset="-122"/>
              </a:rPr>
              <a:t>http://servicescomputing.org/</a:t>
            </a:r>
            <a:r>
              <a:rPr lang="en-US" altLang="zh-CN" dirty="0" err="1">
                <a:solidFill>
                  <a:srgbClr val="000000"/>
                </a:solidFill>
                <a:latin typeface="Arial Unicode MS" pitchFamily="34" charset="-122"/>
                <a:ea typeface="Arial Unicode MS" pitchFamily="34" charset="-122"/>
                <a:cs typeface="Arial Unicode MS" pitchFamily="34" charset="-122"/>
              </a:rPr>
              <a:t>SampleStatefulResource</a:t>
            </a:r>
            <a:r>
              <a:rPr lang="en-US" altLang="zh-CN" dirty="0">
                <a:solidFill>
                  <a:srgbClr val="0000FF"/>
                </a:solidFill>
                <a:latin typeface="Arial Unicode MS" pitchFamily="34" charset="-122"/>
                <a:ea typeface="Arial Unicode MS" pitchFamily="34" charset="-122"/>
                <a:cs typeface="Arial Unicode MS" pitchFamily="34" charset="-122"/>
              </a:rPr>
              <a:t>"</a:t>
            </a:r>
            <a:r>
              <a:rPr lang="en-US" altLang="zh-CN" dirty="0">
                <a:solidFill>
                  <a:srgbClr val="FF0000"/>
                </a:solidFill>
                <a:latin typeface="Arial Unicode MS" pitchFamily="34" charset="-122"/>
                <a:ea typeface="Arial Unicode MS" pitchFamily="34" charset="-122"/>
                <a:cs typeface="Arial Unicode MS" pitchFamily="34" charset="-122"/>
              </a:rPr>
              <a:t> </a:t>
            </a:r>
            <a:r>
              <a:rPr lang="en-US" altLang="zh-CN" dirty="0" err="1">
                <a:solidFill>
                  <a:srgbClr val="FF0000"/>
                </a:solidFill>
                <a:latin typeface="Arial Unicode MS" pitchFamily="34" charset="-122"/>
                <a:ea typeface="Arial Unicode MS" pitchFamily="34" charset="-122"/>
                <a:cs typeface="Arial Unicode MS" pitchFamily="34" charset="-122"/>
              </a:rPr>
              <a:t>xmlns:tns</a:t>
            </a:r>
            <a:r>
              <a:rPr lang="en-US" altLang="zh-CN" dirty="0">
                <a:solidFill>
                  <a:srgbClr val="0000FF"/>
                </a:solidFill>
                <a:latin typeface="Arial Unicode MS" pitchFamily="34" charset="-122"/>
                <a:ea typeface="Arial Unicode MS" pitchFamily="34" charset="-122"/>
                <a:cs typeface="Arial Unicode MS" pitchFamily="34" charset="-122"/>
              </a:rPr>
              <a:t>="</a:t>
            </a:r>
            <a:r>
              <a:rPr lang="en-US" altLang="zh-CN" dirty="0">
                <a:solidFill>
                  <a:srgbClr val="000000"/>
                </a:solidFill>
                <a:latin typeface="Arial Unicode MS" pitchFamily="34" charset="-122"/>
                <a:ea typeface="Arial Unicode MS" pitchFamily="34" charset="-122"/>
                <a:cs typeface="Arial Unicode MS" pitchFamily="34" charset="-122"/>
              </a:rPr>
              <a:t>http://servicescomputing.org/</a:t>
            </a:r>
            <a:r>
              <a:rPr lang="en-US" altLang="zh-CN" dirty="0" err="1">
                <a:solidFill>
                  <a:srgbClr val="000000"/>
                </a:solidFill>
                <a:latin typeface="Arial Unicode MS" pitchFamily="34" charset="-122"/>
                <a:ea typeface="Arial Unicode MS" pitchFamily="34" charset="-122"/>
                <a:cs typeface="Arial Unicode MS" pitchFamily="34" charset="-122"/>
              </a:rPr>
              <a:t>SampleStatefuleResource</a:t>
            </a:r>
            <a:r>
              <a:rPr lang="en-US" altLang="zh-CN" dirty="0">
                <a:solidFill>
                  <a:srgbClr val="0000FF"/>
                </a:solidFill>
                <a:latin typeface="Arial Unicode MS" pitchFamily="34" charset="-122"/>
                <a:ea typeface="Arial Unicode MS" pitchFamily="34" charset="-122"/>
                <a:cs typeface="Arial Unicode MS" pitchFamily="34" charset="-122"/>
              </a:rPr>
              <a:t>"</a:t>
            </a:r>
            <a:r>
              <a:rPr lang="en-US" altLang="zh-CN" dirty="0">
                <a:solidFill>
                  <a:srgbClr val="FF0000"/>
                </a:solidFill>
                <a:latin typeface="Arial Unicode MS" pitchFamily="34" charset="-122"/>
                <a:ea typeface="Arial Unicode MS" pitchFamily="34" charset="-122"/>
                <a:cs typeface="Arial Unicode MS" pitchFamily="34" charset="-122"/>
              </a:rPr>
              <a:t> </a:t>
            </a:r>
            <a:r>
              <a:rPr lang="en-US" altLang="zh-CN" dirty="0" err="1">
                <a:solidFill>
                  <a:srgbClr val="FF0000"/>
                </a:solidFill>
                <a:latin typeface="Arial Unicode MS" pitchFamily="34" charset="-122"/>
                <a:ea typeface="Arial Unicode MS" pitchFamily="34" charset="-122"/>
                <a:cs typeface="Arial Unicode MS" pitchFamily="34" charset="-122"/>
              </a:rPr>
              <a:t>xmlns:xs</a:t>
            </a:r>
            <a:r>
              <a:rPr lang="en-US" altLang="zh-CN" dirty="0">
                <a:solidFill>
                  <a:srgbClr val="0000FF"/>
                </a:solidFill>
                <a:latin typeface="Arial Unicode MS" pitchFamily="34" charset="-122"/>
                <a:ea typeface="Arial Unicode MS" pitchFamily="34" charset="-122"/>
                <a:cs typeface="Arial Unicode MS" pitchFamily="34" charset="-122"/>
              </a:rPr>
              <a:t>="</a:t>
            </a:r>
            <a:r>
              <a:rPr lang="en-US" altLang="zh-CN" dirty="0">
                <a:solidFill>
                  <a:srgbClr val="000000"/>
                </a:solidFill>
                <a:latin typeface="Arial Unicode MS" pitchFamily="34" charset="-122"/>
                <a:ea typeface="Arial Unicode MS" pitchFamily="34" charset="-122"/>
                <a:cs typeface="Arial Unicode MS" pitchFamily="34" charset="-122"/>
              </a:rPr>
              <a:t>http://www.w3.org/2001/XMLSchema</a:t>
            </a:r>
            <a:r>
              <a:rPr lang="en-US" altLang="zh-CN" dirty="0">
                <a:solidFill>
                  <a:srgbClr val="0000FF"/>
                </a:solidFill>
                <a:latin typeface="Arial Unicode MS" pitchFamily="34" charset="-122"/>
                <a:ea typeface="Arial Unicode MS" pitchFamily="34" charset="-122"/>
                <a:cs typeface="Arial Unicode MS" pitchFamily="34" charset="-122"/>
              </a:rPr>
              <a:t>"&gt;</a:t>
            </a:r>
            <a:endParaRPr lang="en-US" altLang="zh-CN" dirty="0">
              <a:solidFill>
                <a:srgbClr val="000000"/>
              </a:solidFill>
              <a:latin typeface="Arial Unicode MS" pitchFamily="34" charset="-122"/>
              <a:ea typeface="Arial Unicode MS" pitchFamily="34" charset="-122"/>
              <a:cs typeface="Arial Unicode MS" pitchFamily="34" charset="-122"/>
            </a:endParaRPr>
          </a:p>
          <a:p>
            <a:pPr eaLnBrk="1" hangingPunct="1"/>
            <a:r>
              <a:rPr lang="en-US" altLang="zh-CN">
                <a:solidFill>
                  <a:srgbClr val="000000"/>
                </a:solidFill>
                <a:latin typeface="Arial Unicode MS" pitchFamily="34" charset="-122"/>
                <a:ea typeface="Arial Unicode MS" pitchFamily="34" charset="-122"/>
                <a:cs typeface="Arial Unicode MS" pitchFamily="34" charset="-122"/>
              </a:rPr>
              <a:t>	</a:t>
            </a:r>
            <a:r>
              <a:rPr lang="en-US" altLang="zh-CN">
                <a:solidFill>
                  <a:srgbClr val="0000FF"/>
                </a:solidFill>
                <a:latin typeface="Arial Unicode MS" pitchFamily="34" charset="-122"/>
                <a:ea typeface="Arial Unicode MS" pitchFamily="34" charset="-122"/>
                <a:cs typeface="Arial Unicode MS" pitchFamily="34" charset="-122"/>
              </a:rPr>
              <a:t>&lt;</a:t>
            </a:r>
            <a:r>
              <a:rPr lang="en-US" altLang="zh-CN" dirty="0" err="1">
                <a:solidFill>
                  <a:srgbClr val="800000"/>
                </a:solidFill>
                <a:latin typeface="Arial Unicode MS" pitchFamily="34" charset="-122"/>
                <a:ea typeface="Arial Unicode MS" pitchFamily="34" charset="-122"/>
                <a:cs typeface="Arial Unicode MS" pitchFamily="34" charset="-122"/>
              </a:rPr>
              <a:t>xs:elements</a:t>
            </a:r>
            <a:r>
              <a:rPr lang="en-US" altLang="zh-CN" dirty="0">
                <a:solidFill>
                  <a:srgbClr val="0000FF"/>
                </a:solidFill>
                <a:latin typeface="Arial Unicode MS" pitchFamily="34" charset="-122"/>
                <a:ea typeface="Arial Unicode MS" pitchFamily="34" charset="-122"/>
                <a:cs typeface="Arial Unicode MS" pitchFamily="34" charset="-122"/>
              </a:rPr>
              <a:t>&gt;</a:t>
            </a:r>
            <a:endParaRPr lang="en-US" altLang="zh-CN" dirty="0">
              <a:solidFill>
                <a:srgbClr val="000000"/>
              </a:solidFill>
              <a:latin typeface="Arial Unicode MS" pitchFamily="34" charset="-122"/>
              <a:ea typeface="Arial Unicode MS" pitchFamily="34" charset="-122"/>
              <a:cs typeface="Arial Unicode MS" pitchFamily="34" charset="-122"/>
            </a:endParaRPr>
          </a:p>
          <a:p>
            <a:pPr eaLnBrk="1" hangingPunct="1"/>
            <a:r>
              <a:rPr lang="en-US" altLang="zh-CN">
                <a:solidFill>
                  <a:srgbClr val="000000"/>
                </a:solidFill>
                <a:latin typeface="Arial Unicode MS" pitchFamily="34" charset="-122"/>
                <a:ea typeface="Arial Unicode MS" pitchFamily="34" charset="-122"/>
                <a:cs typeface="Arial Unicode MS" pitchFamily="34" charset="-122"/>
              </a:rPr>
              <a:t>		</a:t>
            </a:r>
            <a:r>
              <a:rPr lang="en-US" altLang="zh-CN">
                <a:solidFill>
                  <a:srgbClr val="0000FF"/>
                </a:solidFill>
                <a:latin typeface="Arial Unicode MS" pitchFamily="34" charset="-122"/>
                <a:ea typeface="Arial Unicode MS" pitchFamily="34" charset="-122"/>
                <a:cs typeface="Arial Unicode MS" pitchFamily="34" charset="-122"/>
              </a:rPr>
              <a:t>&lt;</a:t>
            </a:r>
            <a:r>
              <a:rPr lang="en-US" altLang="zh-CN" dirty="0" err="1">
                <a:solidFill>
                  <a:srgbClr val="800000"/>
                </a:solidFill>
                <a:latin typeface="Arial Unicode MS" pitchFamily="34" charset="-122"/>
                <a:ea typeface="Arial Unicode MS" pitchFamily="34" charset="-122"/>
                <a:cs typeface="Arial Unicode MS" pitchFamily="34" charset="-122"/>
              </a:rPr>
              <a:t>xs:element</a:t>
            </a:r>
            <a:r>
              <a:rPr lang="en-US" altLang="zh-CN" dirty="0">
                <a:solidFill>
                  <a:srgbClr val="FF0000"/>
                </a:solidFill>
                <a:latin typeface="Arial Unicode MS" pitchFamily="34" charset="-122"/>
                <a:ea typeface="Arial Unicode MS" pitchFamily="34" charset="-122"/>
                <a:cs typeface="Arial Unicode MS" pitchFamily="34" charset="-122"/>
              </a:rPr>
              <a:t> name</a:t>
            </a:r>
            <a:r>
              <a:rPr lang="en-US" altLang="zh-CN" dirty="0">
                <a:solidFill>
                  <a:srgbClr val="0000FF"/>
                </a:solidFill>
                <a:latin typeface="Arial Unicode MS" pitchFamily="34" charset="-122"/>
                <a:ea typeface="Arial Unicode MS" pitchFamily="34" charset="-122"/>
                <a:cs typeface="Arial Unicode MS" pitchFamily="34" charset="-122"/>
              </a:rPr>
              <a:t>="</a:t>
            </a:r>
            <a:r>
              <a:rPr lang="en-US" altLang="zh-CN" dirty="0">
                <a:solidFill>
                  <a:srgbClr val="000000"/>
                </a:solidFill>
                <a:latin typeface="Arial Unicode MS" pitchFamily="34" charset="-122"/>
                <a:ea typeface="Arial Unicode MS" pitchFamily="34" charset="-122"/>
                <a:cs typeface="Arial Unicode MS" pitchFamily="34" charset="-122"/>
              </a:rPr>
              <a:t>name</a:t>
            </a:r>
            <a:r>
              <a:rPr lang="en-US" altLang="zh-CN" dirty="0">
                <a:solidFill>
                  <a:srgbClr val="0000FF"/>
                </a:solidFill>
                <a:latin typeface="Arial Unicode MS" pitchFamily="34" charset="-122"/>
                <a:ea typeface="Arial Unicode MS" pitchFamily="34" charset="-122"/>
                <a:cs typeface="Arial Unicode MS" pitchFamily="34" charset="-122"/>
              </a:rPr>
              <a:t>"</a:t>
            </a:r>
            <a:r>
              <a:rPr lang="en-US" altLang="zh-CN" dirty="0">
                <a:solidFill>
                  <a:srgbClr val="FF0000"/>
                </a:solidFill>
                <a:latin typeface="Arial Unicode MS" pitchFamily="34" charset="-122"/>
                <a:ea typeface="Arial Unicode MS" pitchFamily="34" charset="-122"/>
                <a:cs typeface="Arial Unicode MS" pitchFamily="34" charset="-122"/>
              </a:rPr>
              <a:t> type</a:t>
            </a:r>
            <a:r>
              <a:rPr lang="en-US" altLang="zh-CN" dirty="0">
                <a:solidFill>
                  <a:srgbClr val="0000FF"/>
                </a:solidFill>
                <a:latin typeface="Arial Unicode MS" pitchFamily="34" charset="-122"/>
                <a:ea typeface="Arial Unicode MS" pitchFamily="34" charset="-122"/>
                <a:cs typeface="Arial Unicode MS" pitchFamily="34" charset="-122"/>
              </a:rPr>
              <a:t>="</a:t>
            </a:r>
            <a:r>
              <a:rPr lang="en-US" altLang="zh-CN" dirty="0" err="1">
                <a:solidFill>
                  <a:srgbClr val="000000"/>
                </a:solidFill>
                <a:latin typeface="Arial Unicode MS" pitchFamily="34" charset="-122"/>
                <a:ea typeface="Arial Unicode MS" pitchFamily="34" charset="-122"/>
                <a:cs typeface="Arial Unicode MS" pitchFamily="34" charset="-122"/>
              </a:rPr>
              <a:t>xsd:string</a:t>
            </a:r>
            <a:r>
              <a:rPr lang="en-US" altLang="zh-CN" dirty="0">
                <a:solidFill>
                  <a:srgbClr val="0000FF"/>
                </a:solidFill>
                <a:latin typeface="Arial Unicode MS" pitchFamily="34" charset="-122"/>
                <a:ea typeface="Arial Unicode MS" pitchFamily="34" charset="-122"/>
                <a:cs typeface="Arial Unicode MS" pitchFamily="34" charset="-122"/>
              </a:rPr>
              <a:t>"/&gt;</a:t>
            </a:r>
            <a:endParaRPr lang="en-US" altLang="zh-CN" dirty="0">
              <a:solidFill>
                <a:srgbClr val="000000"/>
              </a:solidFill>
              <a:latin typeface="Arial Unicode MS" pitchFamily="34" charset="-122"/>
              <a:ea typeface="Arial Unicode MS" pitchFamily="34" charset="-122"/>
              <a:cs typeface="Arial Unicode MS" pitchFamily="34" charset="-122"/>
            </a:endParaRPr>
          </a:p>
          <a:p>
            <a:pPr eaLnBrk="1" hangingPunct="1"/>
            <a:r>
              <a:rPr lang="en-US" altLang="zh-CN">
                <a:solidFill>
                  <a:srgbClr val="000000"/>
                </a:solidFill>
                <a:latin typeface="Arial Unicode MS" pitchFamily="34" charset="-122"/>
                <a:ea typeface="Arial Unicode MS" pitchFamily="34" charset="-122"/>
                <a:cs typeface="Arial Unicode MS" pitchFamily="34" charset="-122"/>
              </a:rPr>
              <a:t>		</a:t>
            </a:r>
            <a:r>
              <a:rPr lang="en-US" altLang="zh-CN">
                <a:solidFill>
                  <a:srgbClr val="0000FF"/>
                </a:solidFill>
                <a:latin typeface="Arial Unicode MS" pitchFamily="34" charset="-122"/>
                <a:ea typeface="Arial Unicode MS" pitchFamily="34" charset="-122"/>
                <a:cs typeface="Arial Unicode MS" pitchFamily="34" charset="-122"/>
              </a:rPr>
              <a:t>&lt;</a:t>
            </a:r>
            <a:r>
              <a:rPr lang="en-US" altLang="zh-CN" dirty="0" err="1">
                <a:solidFill>
                  <a:srgbClr val="800000"/>
                </a:solidFill>
                <a:latin typeface="Arial Unicode MS" pitchFamily="34" charset="-122"/>
                <a:ea typeface="Arial Unicode MS" pitchFamily="34" charset="-122"/>
                <a:cs typeface="Arial Unicode MS" pitchFamily="34" charset="-122"/>
              </a:rPr>
              <a:t>xs:element</a:t>
            </a:r>
            <a:r>
              <a:rPr lang="en-US" altLang="zh-CN" dirty="0">
                <a:solidFill>
                  <a:srgbClr val="FF0000"/>
                </a:solidFill>
                <a:latin typeface="Arial Unicode MS" pitchFamily="34" charset="-122"/>
                <a:ea typeface="Arial Unicode MS" pitchFamily="34" charset="-122"/>
                <a:cs typeface="Arial Unicode MS" pitchFamily="34" charset="-122"/>
              </a:rPr>
              <a:t> name</a:t>
            </a:r>
            <a:r>
              <a:rPr lang="en-US" altLang="zh-CN" dirty="0">
                <a:solidFill>
                  <a:srgbClr val="0000FF"/>
                </a:solidFill>
                <a:latin typeface="Arial Unicode MS" pitchFamily="34" charset="-122"/>
                <a:ea typeface="Arial Unicode MS" pitchFamily="34" charset="-122"/>
                <a:cs typeface="Arial Unicode MS" pitchFamily="34" charset="-122"/>
              </a:rPr>
              <a:t>="</a:t>
            </a:r>
            <a:r>
              <a:rPr lang="en-US" altLang="zh-CN" dirty="0" err="1">
                <a:solidFill>
                  <a:srgbClr val="000000"/>
                </a:solidFill>
                <a:latin typeface="Arial Unicode MS" pitchFamily="34" charset="-122"/>
                <a:ea typeface="Arial Unicode MS" pitchFamily="34" charset="-122"/>
                <a:cs typeface="Arial Unicode MS" pitchFamily="34" charset="-122"/>
              </a:rPr>
              <a:t>leftNumberInStorage</a:t>
            </a:r>
            <a:r>
              <a:rPr lang="en-US" altLang="zh-CN" dirty="0">
                <a:solidFill>
                  <a:srgbClr val="0000FF"/>
                </a:solidFill>
                <a:latin typeface="Arial Unicode MS" pitchFamily="34" charset="-122"/>
                <a:ea typeface="Arial Unicode MS" pitchFamily="34" charset="-122"/>
                <a:cs typeface="Arial Unicode MS" pitchFamily="34" charset="-122"/>
              </a:rPr>
              <a:t>"</a:t>
            </a:r>
            <a:r>
              <a:rPr lang="en-US" altLang="zh-CN" dirty="0">
                <a:solidFill>
                  <a:srgbClr val="FF0000"/>
                </a:solidFill>
                <a:latin typeface="Arial Unicode MS" pitchFamily="34" charset="-122"/>
                <a:ea typeface="Arial Unicode MS" pitchFamily="34" charset="-122"/>
                <a:cs typeface="Arial Unicode MS" pitchFamily="34" charset="-122"/>
              </a:rPr>
              <a:t> type</a:t>
            </a:r>
            <a:r>
              <a:rPr lang="en-US" altLang="zh-CN" dirty="0">
                <a:solidFill>
                  <a:srgbClr val="0000FF"/>
                </a:solidFill>
                <a:latin typeface="Arial Unicode MS" pitchFamily="34" charset="-122"/>
                <a:ea typeface="Arial Unicode MS" pitchFamily="34" charset="-122"/>
                <a:cs typeface="Arial Unicode MS" pitchFamily="34" charset="-122"/>
              </a:rPr>
              <a:t>="</a:t>
            </a:r>
            <a:r>
              <a:rPr lang="en-US" altLang="zh-CN" dirty="0" err="1">
                <a:solidFill>
                  <a:srgbClr val="000000"/>
                </a:solidFill>
                <a:latin typeface="Arial Unicode MS" pitchFamily="34" charset="-122"/>
                <a:ea typeface="Arial Unicode MS" pitchFamily="34" charset="-122"/>
                <a:cs typeface="Arial Unicode MS" pitchFamily="34" charset="-122"/>
              </a:rPr>
              <a:t>xsd:string</a:t>
            </a:r>
            <a:r>
              <a:rPr lang="en-US" altLang="zh-CN" dirty="0">
                <a:solidFill>
                  <a:srgbClr val="0000FF"/>
                </a:solidFill>
                <a:latin typeface="Arial Unicode MS" pitchFamily="34" charset="-122"/>
                <a:ea typeface="Arial Unicode MS" pitchFamily="34" charset="-122"/>
                <a:cs typeface="Arial Unicode MS" pitchFamily="34" charset="-122"/>
              </a:rPr>
              <a:t>"/&gt;</a:t>
            </a:r>
            <a:endParaRPr lang="en-US" altLang="zh-CN" dirty="0">
              <a:solidFill>
                <a:srgbClr val="000000"/>
              </a:solidFill>
              <a:latin typeface="Arial Unicode MS" pitchFamily="34" charset="-122"/>
              <a:ea typeface="Arial Unicode MS" pitchFamily="34" charset="-122"/>
              <a:cs typeface="Arial Unicode MS" pitchFamily="34" charset="-122"/>
            </a:endParaRPr>
          </a:p>
          <a:p>
            <a:pPr eaLnBrk="1" hangingPunct="1"/>
            <a:r>
              <a:rPr lang="en-US" altLang="zh-CN">
                <a:solidFill>
                  <a:srgbClr val="000000"/>
                </a:solidFill>
                <a:latin typeface="Arial Unicode MS" pitchFamily="34" charset="-122"/>
                <a:ea typeface="Arial Unicode MS" pitchFamily="34" charset="-122"/>
                <a:cs typeface="Arial Unicode MS" pitchFamily="34" charset="-122"/>
              </a:rPr>
              <a:t>		</a:t>
            </a:r>
            <a:r>
              <a:rPr lang="en-US" altLang="zh-CN">
                <a:solidFill>
                  <a:srgbClr val="0000FF"/>
                </a:solidFill>
                <a:latin typeface="Arial Unicode MS" pitchFamily="34" charset="-122"/>
                <a:ea typeface="Arial Unicode MS" pitchFamily="34" charset="-122"/>
                <a:cs typeface="Arial Unicode MS" pitchFamily="34" charset="-122"/>
              </a:rPr>
              <a:t>&lt;</a:t>
            </a:r>
            <a:r>
              <a:rPr lang="en-US" altLang="zh-CN" dirty="0" err="1">
                <a:solidFill>
                  <a:srgbClr val="800000"/>
                </a:solidFill>
                <a:latin typeface="Arial Unicode MS" pitchFamily="34" charset="-122"/>
                <a:ea typeface="Arial Unicode MS" pitchFamily="34" charset="-122"/>
                <a:cs typeface="Arial Unicode MS" pitchFamily="34" charset="-122"/>
              </a:rPr>
              <a:t>xs:element</a:t>
            </a:r>
            <a:r>
              <a:rPr lang="en-US" altLang="zh-CN" dirty="0">
                <a:solidFill>
                  <a:srgbClr val="FF0000"/>
                </a:solidFill>
                <a:latin typeface="Arial Unicode MS" pitchFamily="34" charset="-122"/>
                <a:ea typeface="Arial Unicode MS" pitchFamily="34" charset="-122"/>
                <a:cs typeface="Arial Unicode MS" pitchFamily="34" charset="-122"/>
              </a:rPr>
              <a:t> name</a:t>
            </a:r>
            <a:r>
              <a:rPr lang="en-US" altLang="zh-CN" dirty="0">
                <a:solidFill>
                  <a:srgbClr val="0000FF"/>
                </a:solidFill>
                <a:latin typeface="Arial Unicode MS" pitchFamily="34" charset="-122"/>
                <a:ea typeface="Arial Unicode MS" pitchFamily="34" charset="-122"/>
                <a:cs typeface="Arial Unicode MS" pitchFamily="34" charset="-122"/>
              </a:rPr>
              <a:t>="</a:t>
            </a:r>
            <a:r>
              <a:rPr lang="en-US" altLang="zh-CN" dirty="0" err="1">
                <a:solidFill>
                  <a:srgbClr val="000000"/>
                </a:solidFill>
                <a:latin typeface="Arial Unicode MS" pitchFamily="34" charset="-122"/>
                <a:ea typeface="Arial Unicode MS" pitchFamily="34" charset="-122"/>
                <a:cs typeface="Arial Unicode MS" pitchFamily="34" charset="-122"/>
              </a:rPr>
              <a:t>SampleStatefulResource</a:t>
            </a:r>
            <a:r>
              <a:rPr lang="en-US" altLang="zh-CN" dirty="0">
                <a:solidFill>
                  <a:srgbClr val="0000FF"/>
                </a:solidFill>
                <a:latin typeface="Arial Unicode MS" pitchFamily="34" charset="-122"/>
                <a:ea typeface="Arial Unicode MS" pitchFamily="34" charset="-122"/>
                <a:cs typeface="Arial Unicode MS" pitchFamily="34" charset="-122"/>
              </a:rPr>
              <a:t>"&gt;</a:t>
            </a:r>
            <a:endParaRPr lang="en-US" altLang="zh-CN" dirty="0">
              <a:solidFill>
                <a:srgbClr val="000000"/>
              </a:solidFill>
              <a:latin typeface="Arial Unicode MS" pitchFamily="34" charset="-122"/>
              <a:ea typeface="Arial Unicode MS" pitchFamily="34" charset="-122"/>
              <a:cs typeface="Arial Unicode MS" pitchFamily="34" charset="-122"/>
            </a:endParaRPr>
          </a:p>
          <a:p>
            <a:pPr eaLnBrk="1" hangingPunct="1"/>
            <a:r>
              <a:rPr lang="en-US" altLang="zh-CN">
                <a:solidFill>
                  <a:srgbClr val="000000"/>
                </a:solidFill>
                <a:latin typeface="Arial Unicode MS" pitchFamily="34" charset="-122"/>
                <a:ea typeface="Arial Unicode MS" pitchFamily="34" charset="-122"/>
                <a:cs typeface="Arial Unicode MS" pitchFamily="34" charset="-122"/>
              </a:rPr>
              <a:t>			</a:t>
            </a:r>
            <a:r>
              <a:rPr lang="en-US" altLang="zh-CN">
                <a:solidFill>
                  <a:srgbClr val="0000FF"/>
                </a:solidFill>
                <a:latin typeface="Arial Unicode MS" pitchFamily="34" charset="-122"/>
                <a:ea typeface="Arial Unicode MS" pitchFamily="34" charset="-122"/>
                <a:cs typeface="Arial Unicode MS" pitchFamily="34" charset="-122"/>
              </a:rPr>
              <a:t>&lt;</a:t>
            </a:r>
            <a:r>
              <a:rPr lang="en-US" altLang="zh-CN" dirty="0" err="1">
                <a:solidFill>
                  <a:srgbClr val="800000"/>
                </a:solidFill>
                <a:latin typeface="Arial Unicode MS" pitchFamily="34" charset="-122"/>
                <a:ea typeface="Arial Unicode MS" pitchFamily="34" charset="-122"/>
                <a:cs typeface="Arial Unicode MS" pitchFamily="34" charset="-122"/>
              </a:rPr>
              <a:t>xs:complexType</a:t>
            </a:r>
            <a:r>
              <a:rPr lang="en-US" altLang="zh-CN" dirty="0">
                <a:solidFill>
                  <a:srgbClr val="0000FF"/>
                </a:solidFill>
                <a:latin typeface="Arial Unicode MS" pitchFamily="34" charset="-122"/>
                <a:ea typeface="Arial Unicode MS" pitchFamily="34" charset="-122"/>
                <a:cs typeface="Arial Unicode MS" pitchFamily="34" charset="-122"/>
              </a:rPr>
              <a:t>&gt;</a:t>
            </a:r>
            <a:endParaRPr lang="en-US" altLang="zh-CN" dirty="0">
              <a:solidFill>
                <a:srgbClr val="000000"/>
              </a:solidFill>
              <a:latin typeface="Arial Unicode MS" pitchFamily="34" charset="-122"/>
              <a:ea typeface="Arial Unicode MS" pitchFamily="34" charset="-122"/>
              <a:cs typeface="Arial Unicode MS" pitchFamily="34" charset="-122"/>
            </a:endParaRPr>
          </a:p>
          <a:p>
            <a:pPr eaLnBrk="1" hangingPunct="1"/>
            <a:r>
              <a:rPr lang="en-US" altLang="zh-CN">
                <a:solidFill>
                  <a:srgbClr val="000000"/>
                </a:solidFill>
                <a:latin typeface="Arial Unicode MS" pitchFamily="34" charset="-122"/>
                <a:ea typeface="Arial Unicode MS" pitchFamily="34" charset="-122"/>
                <a:cs typeface="Arial Unicode MS" pitchFamily="34" charset="-122"/>
              </a:rPr>
              <a:t>				</a:t>
            </a:r>
            <a:r>
              <a:rPr lang="en-US" altLang="zh-CN">
                <a:solidFill>
                  <a:srgbClr val="0000FF"/>
                </a:solidFill>
                <a:latin typeface="Arial Unicode MS" pitchFamily="34" charset="-122"/>
                <a:ea typeface="Arial Unicode MS" pitchFamily="34" charset="-122"/>
                <a:cs typeface="Arial Unicode MS" pitchFamily="34" charset="-122"/>
              </a:rPr>
              <a:t>&lt;</a:t>
            </a:r>
            <a:r>
              <a:rPr lang="en-US" altLang="zh-CN" dirty="0" err="1">
                <a:solidFill>
                  <a:srgbClr val="800000"/>
                </a:solidFill>
                <a:latin typeface="Arial Unicode MS" pitchFamily="34" charset="-122"/>
                <a:ea typeface="Arial Unicode MS" pitchFamily="34" charset="-122"/>
                <a:cs typeface="Arial Unicode MS" pitchFamily="34" charset="-122"/>
              </a:rPr>
              <a:t>xs:sequence</a:t>
            </a:r>
            <a:r>
              <a:rPr lang="en-US" altLang="zh-CN" dirty="0">
                <a:solidFill>
                  <a:srgbClr val="0000FF"/>
                </a:solidFill>
                <a:latin typeface="Arial Unicode MS" pitchFamily="34" charset="-122"/>
                <a:ea typeface="Arial Unicode MS" pitchFamily="34" charset="-122"/>
                <a:cs typeface="Arial Unicode MS" pitchFamily="34" charset="-122"/>
              </a:rPr>
              <a:t>&gt;</a:t>
            </a:r>
            <a:endParaRPr lang="en-US" altLang="zh-CN" dirty="0">
              <a:solidFill>
                <a:srgbClr val="000000"/>
              </a:solidFill>
              <a:latin typeface="Arial Unicode MS" pitchFamily="34" charset="-122"/>
              <a:ea typeface="Arial Unicode MS" pitchFamily="34" charset="-122"/>
              <a:cs typeface="Arial Unicode MS" pitchFamily="34" charset="-122"/>
            </a:endParaRPr>
          </a:p>
          <a:p>
            <a:pPr eaLnBrk="1" hangingPunct="1"/>
            <a:r>
              <a:rPr lang="en-US" altLang="zh-CN">
                <a:solidFill>
                  <a:srgbClr val="000000"/>
                </a:solidFill>
                <a:latin typeface="Arial Unicode MS" pitchFamily="34" charset="-122"/>
                <a:ea typeface="Arial Unicode MS" pitchFamily="34" charset="-122"/>
                <a:cs typeface="Arial Unicode MS" pitchFamily="34" charset="-122"/>
              </a:rPr>
              <a:t>					</a:t>
            </a:r>
            <a:r>
              <a:rPr lang="en-US" altLang="zh-CN">
                <a:solidFill>
                  <a:srgbClr val="0000FF"/>
                </a:solidFill>
                <a:latin typeface="Arial Unicode MS" pitchFamily="34" charset="-122"/>
                <a:ea typeface="Arial Unicode MS" pitchFamily="34" charset="-122"/>
                <a:cs typeface="Arial Unicode MS" pitchFamily="34" charset="-122"/>
              </a:rPr>
              <a:t>&lt;</a:t>
            </a:r>
            <a:r>
              <a:rPr lang="en-US" altLang="zh-CN" dirty="0" err="1">
                <a:solidFill>
                  <a:srgbClr val="800000"/>
                </a:solidFill>
                <a:latin typeface="Arial Unicode MS" pitchFamily="34" charset="-122"/>
                <a:ea typeface="Arial Unicode MS" pitchFamily="34" charset="-122"/>
                <a:cs typeface="Arial Unicode MS" pitchFamily="34" charset="-122"/>
              </a:rPr>
              <a:t>xs:element</a:t>
            </a:r>
            <a:r>
              <a:rPr lang="en-US" altLang="zh-CN" dirty="0">
                <a:solidFill>
                  <a:srgbClr val="FF0000"/>
                </a:solidFill>
                <a:latin typeface="Arial Unicode MS" pitchFamily="34" charset="-122"/>
                <a:ea typeface="Arial Unicode MS" pitchFamily="34" charset="-122"/>
                <a:cs typeface="Arial Unicode MS" pitchFamily="34" charset="-122"/>
              </a:rPr>
              <a:t> ref</a:t>
            </a:r>
            <a:r>
              <a:rPr lang="en-US" altLang="zh-CN" dirty="0">
                <a:solidFill>
                  <a:srgbClr val="0000FF"/>
                </a:solidFill>
                <a:latin typeface="Arial Unicode MS" pitchFamily="34" charset="-122"/>
                <a:ea typeface="Arial Unicode MS" pitchFamily="34" charset="-122"/>
                <a:cs typeface="Arial Unicode MS" pitchFamily="34" charset="-122"/>
              </a:rPr>
              <a:t>="</a:t>
            </a:r>
            <a:r>
              <a:rPr lang="en-US" altLang="zh-CN" dirty="0" err="1">
                <a:solidFill>
                  <a:srgbClr val="000000"/>
                </a:solidFill>
                <a:latin typeface="Arial Unicode MS" pitchFamily="34" charset="-122"/>
                <a:ea typeface="Arial Unicode MS" pitchFamily="34" charset="-122"/>
                <a:cs typeface="Arial Unicode MS" pitchFamily="34" charset="-122"/>
              </a:rPr>
              <a:t>tns:name</a:t>
            </a:r>
            <a:r>
              <a:rPr lang="en-US" altLang="zh-CN" dirty="0">
                <a:solidFill>
                  <a:srgbClr val="0000FF"/>
                </a:solidFill>
                <a:latin typeface="Arial Unicode MS" pitchFamily="34" charset="-122"/>
                <a:ea typeface="Arial Unicode MS" pitchFamily="34" charset="-122"/>
                <a:cs typeface="Arial Unicode MS" pitchFamily="34" charset="-122"/>
              </a:rPr>
              <a:t>"/&gt;</a:t>
            </a:r>
            <a:endParaRPr lang="en-US" altLang="zh-CN" dirty="0">
              <a:solidFill>
                <a:srgbClr val="000000"/>
              </a:solidFill>
              <a:latin typeface="Arial Unicode MS" pitchFamily="34" charset="-122"/>
              <a:ea typeface="Arial Unicode MS" pitchFamily="34" charset="-122"/>
              <a:cs typeface="Arial Unicode MS" pitchFamily="34" charset="-122"/>
            </a:endParaRPr>
          </a:p>
          <a:p>
            <a:pPr eaLnBrk="1" hangingPunct="1"/>
            <a:r>
              <a:rPr lang="en-US" altLang="zh-CN">
                <a:solidFill>
                  <a:srgbClr val="000000"/>
                </a:solidFill>
                <a:latin typeface="Arial Unicode MS" pitchFamily="34" charset="-122"/>
                <a:ea typeface="Arial Unicode MS" pitchFamily="34" charset="-122"/>
                <a:cs typeface="Arial Unicode MS" pitchFamily="34" charset="-122"/>
              </a:rPr>
              <a:t>					</a:t>
            </a:r>
            <a:r>
              <a:rPr lang="en-US" altLang="zh-CN">
                <a:solidFill>
                  <a:srgbClr val="0000FF"/>
                </a:solidFill>
                <a:latin typeface="Arial Unicode MS" pitchFamily="34" charset="-122"/>
                <a:ea typeface="Arial Unicode MS" pitchFamily="34" charset="-122"/>
                <a:cs typeface="Arial Unicode MS" pitchFamily="34" charset="-122"/>
              </a:rPr>
              <a:t>&lt;</a:t>
            </a:r>
            <a:r>
              <a:rPr lang="en-US" altLang="zh-CN" err="1">
                <a:solidFill>
                  <a:srgbClr val="800000"/>
                </a:solidFill>
                <a:latin typeface="Arial Unicode MS" pitchFamily="34" charset="-122"/>
                <a:ea typeface="Arial Unicode MS" pitchFamily="34" charset="-122"/>
                <a:cs typeface="Arial Unicode MS" pitchFamily="34" charset="-122"/>
              </a:rPr>
              <a:t>xs:element</a:t>
            </a:r>
            <a:r>
              <a:rPr lang="en-US" altLang="zh-CN">
                <a:solidFill>
                  <a:srgbClr val="FF0000"/>
                </a:solidFill>
                <a:latin typeface="Arial Unicode MS" pitchFamily="34" charset="-122"/>
                <a:ea typeface="Arial Unicode MS" pitchFamily="34" charset="-122"/>
                <a:cs typeface="Arial Unicode MS" pitchFamily="34" charset="-122"/>
              </a:rPr>
              <a:t> 							ref</a:t>
            </a:r>
            <a:r>
              <a:rPr lang="en-US" altLang="zh-CN" dirty="0">
                <a:solidFill>
                  <a:srgbClr val="0000FF"/>
                </a:solidFill>
                <a:latin typeface="Arial Unicode MS" pitchFamily="34" charset="-122"/>
                <a:ea typeface="Arial Unicode MS" pitchFamily="34" charset="-122"/>
                <a:cs typeface="Arial Unicode MS" pitchFamily="34" charset="-122"/>
              </a:rPr>
              <a:t>="</a:t>
            </a:r>
            <a:r>
              <a:rPr lang="en-US" altLang="zh-CN" dirty="0" err="1">
                <a:solidFill>
                  <a:srgbClr val="000000"/>
                </a:solidFill>
                <a:latin typeface="Arial Unicode MS" pitchFamily="34" charset="-122"/>
                <a:ea typeface="Arial Unicode MS" pitchFamily="34" charset="-122"/>
                <a:cs typeface="Arial Unicode MS" pitchFamily="34" charset="-122"/>
              </a:rPr>
              <a:t>tns:leftNumberInStorage</a:t>
            </a:r>
            <a:r>
              <a:rPr lang="en-US" altLang="zh-CN" dirty="0">
                <a:solidFill>
                  <a:srgbClr val="0000FF"/>
                </a:solidFill>
                <a:latin typeface="Arial Unicode MS" pitchFamily="34" charset="-122"/>
                <a:ea typeface="Arial Unicode MS" pitchFamily="34" charset="-122"/>
                <a:cs typeface="Arial Unicode MS" pitchFamily="34" charset="-122"/>
              </a:rPr>
              <a:t>"/&gt;</a:t>
            </a:r>
            <a:endParaRPr lang="en-US" altLang="zh-CN" dirty="0">
              <a:solidFill>
                <a:srgbClr val="000000"/>
              </a:solidFill>
              <a:latin typeface="Arial Unicode MS" pitchFamily="34" charset="-122"/>
              <a:ea typeface="Arial Unicode MS" pitchFamily="34" charset="-122"/>
              <a:cs typeface="Arial Unicode MS" pitchFamily="34" charset="-122"/>
            </a:endParaRPr>
          </a:p>
          <a:p>
            <a:pPr eaLnBrk="1" hangingPunct="1"/>
            <a:r>
              <a:rPr lang="en-US" altLang="zh-CN">
                <a:solidFill>
                  <a:srgbClr val="000000"/>
                </a:solidFill>
                <a:latin typeface="Arial Unicode MS" pitchFamily="34" charset="-122"/>
                <a:ea typeface="Arial Unicode MS" pitchFamily="34" charset="-122"/>
                <a:cs typeface="Arial Unicode MS" pitchFamily="34" charset="-122"/>
              </a:rPr>
              <a:t>				</a:t>
            </a:r>
            <a:r>
              <a:rPr lang="en-US" altLang="zh-CN">
                <a:solidFill>
                  <a:srgbClr val="0000FF"/>
                </a:solidFill>
                <a:latin typeface="Arial Unicode MS" pitchFamily="34" charset="-122"/>
                <a:ea typeface="Arial Unicode MS" pitchFamily="34" charset="-122"/>
                <a:cs typeface="Arial Unicode MS" pitchFamily="34" charset="-122"/>
              </a:rPr>
              <a:t>&lt;/</a:t>
            </a:r>
            <a:r>
              <a:rPr lang="en-US" altLang="zh-CN" dirty="0" err="1">
                <a:solidFill>
                  <a:srgbClr val="800000"/>
                </a:solidFill>
                <a:latin typeface="Arial Unicode MS" pitchFamily="34" charset="-122"/>
                <a:ea typeface="Arial Unicode MS" pitchFamily="34" charset="-122"/>
                <a:cs typeface="Arial Unicode MS" pitchFamily="34" charset="-122"/>
              </a:rPr>
              <a:t>xs:sequence</a:t>
            </a:r>
            <a:r>
              <a:rPr lang="en-US" altLang="zh-CN" dirty="0">
                <a:solidFill>
                  <a:srgbClr val="0000FF"/>
                </a:solidFill>
                <a:latin typeface="Arial Unicode MS" pitchFamily="34" charset="-122"/>
                <a:ea typeface="Arial Unicode MS" pitchFamily="34" charset="-122"/>
                <a:cs typeface="Arial Unicode MS" pitchFamily="34" charset="-122"/>
              </a:rPr>
              <a:t>&gt;</a:t>
            </a:r>
            <a:endParaRPr lang="en-US" altLang="zh-CN" dirty="0">
              <a:solidFill>
                <a:srgbClr val="000000"/>
              </a:solidFill>
              <a:latin typeface="Arial Unicode MS" pitchFamily="34" charset="-122"/>
              <a:ea typeface="Arial Unicode MS" pitchFamily="34" charset="-122"/>
              <a:cs typeface="Arial Unicode MS" pitchFamily="34" charset="-122"/>
            </a:endParaRPr>
          </a:p>
          <a:p>
            <a:pPr eaLnBrk="1" hangingPunct="1"/>
            <a:r>
              <a:rPr lang="en-US" altLang="zh-CN">
                <a:solidFill>
                  <a:srgbClr val="000000"/>
                </a:solidFill>
                <a:latin typeface="Arial Unicode MS" pitchFamily="34" charset="-122"/>
                <a:ea typeface="Arial Unicode MS" pitchFamily="34" charset="-122"/>
                <a:cs typeface="Arial Unicode MS" pitchFamily="34" charset="-122"/>
              </a:rPr>
              <a:t>			</a:t>
            </a:r>
            <a:r>
              <a:rPr lang="en-US" altLang="zh-CN">
                <a:solidFill>
                  <a:srgbClr val="0000FF"/>
                </a:solidFill>
                <a:latin typeface="Arial Unicode MS" pitchFamily="34" charset="-122"/>
                <a:ea typeface="Arial Unicode MS" pitchFamily="34" charset="-122"/>
                <a:cs typeface="Arial Unicode MS" pitchFamily="34" charset="-122"/>
              </a:rPr>
              <a:t>&lt;/</a:t>
            </a:r>
            <a:r>
              <a:rPr lang="en-US" altLang="zh-CN" dirty="0" err="1">
                <a:solidFill>
                  <a:srgbClr val="800000"/>
                </a:solidFill>
                <a:latin typeface="Arial Unicode MS" pitchFamily="34" charset="-122"/>
                <a:ea typeface="Arial Unicode MS" pitchFamily="34" charset="-122"/>
                <a:cs typeface="Arial Unicode MS" pitchFamily="34" charset="-122"/>
              </a:rPr>
              <a:t>xs:complexType</a:t>
            </a:r>
            <a:r>
              <a:rPr lang="en-US" altLang="zh-CN" dirty="0">
                <a:solidFill>
                  <a:srgbClr val="0000FF"/>
                </a:solidFill>
                <a:latin typeface="Arial Unicode MS" pitchFamily="34" charset="-122"/>
                <a:ea typeface="Arial Unicode MS" pitchFamily="34" charset="-122"/>
                <a:cs typeface="Arial Unicode MS" pitchFamily="34" charset="-122"/>
              </a:rPr>
              <a:t>&gt;</a:t>
            </a:r>
            <a:endParaRPr lang="en-US" altLang="zh-CN" dirty="0">
              <a:solidFill>
                <a:srgbClr val="000000"/>
              </a:solidFill>
              <a:latin typeface="Arial Unicode MS" pitchFamily="34" charset="-122"/>
              <a:ea typeface="Arial Unicode MS" pitchFamily="34" charset="-122"/>
              <a:cs typeface="Arial Unicode MS" pitchFamily="34" charset="-122"/>
            </a:endParaRPr>
          </a:p>
          <a:p>
            <a:pPr eaLnBrk="1" hangingPunct="1"/>
            <a:r>
              <a:rPr lang="en-US" altLang="zh-CN">
                <a:solidFill>
                  <a:srgbClr val="000000"/>
                </a:solidFill>
                <a:latin typeface="Arial Unicode MS" pitchFamily="34" charset="-122"/>
                <a:ea typeface="Arial Unicode MS" pitchFamily="34" charset="-122"/>
                <a:cs typeface="Arial Unicode MS" pitchFamily="34" charset="-122"/>
              </a:rPr>
              <a:t>		</a:t>
            </a:r>
            <a:r>
              <a:rPr lang="en-US" altLang="zh-CN">
                <a:solidFill>
                  <a:srgbClr val="0000FF"/>
                </a:solidFill>
                <a:latin typeface="Arial Unicode MS" pitchFamily="34" charset="-122"/>
                <a:ea typeface="Arial Unicode MS" pitchFamily="34" charset="-122"/>
                <a:cs typeface="Arial Unicode MS" pitchFamily="34" charset="-122"/>
              </a:rPr>
              <a:t>&lt;/</a:t>
            </a:r>
            <a:r>
              <a:rPr lang="en-US" altLang="zh-CN" dirty="0" err="1">
                <a:solidFill>
                  <a:srgbClr val="800000"/>
                </a:solidFill>
                <a:latin typeface="Arial Unicode MS" pitchFamily="34" charset="-122"/>
                <a:ea typeface="Arial Unicode MS" pitchFamily="34" charset="-122"/>
                <a:cs typeface="Arial Unicode MS" pitchFamily="34" charset="-122"/>
              </a:rPr>
              <a:t>xs:element</a:t>
            </a:r>
            <a:r>
              <a:rPr lang="en-US" altLang="zh-CN" dirty="0">
                <a:solidFill>
                  <a:srgbClr val="0000FF"/>
                </a:solidFill>
                <a:latin typeface="Arial Unicode MS" pitchFamily="34" charset="-122"/>
                <a:ea typeface="Arial Unicode MS" pitchFamily="34" charset="-122"/>
                <a:cs typeface="Arial Unicode MS" pitchFamily="34" charset="-122"/>
              </a:rPr>
              <a:t>&gt;</a:t>
            </a:r>
            <a:endParaRPr lang="en-US" altLang="zh-CN" dirty="0">
              <a:solidFill>
                <a:srgbClr val="000000"/>
              </a:solidFill>
              <a:latin typeface="Arial Unicode MS" pitchFamily="34" charset="-122"/>
              <a:ea typeface="Arial Unicode MS" pitchFamily="34" charset="-122"/>
              <a:cs typeface="Arial Unicode MS" pitchFamily="34" charset="-122"/>
            </a:endParaRPr>
          </a:p>
          <a:p>
            <a:pPr eaLnBrk="1" hangingPunct="1"/>
            <a:r>
              <a:rPr lang="en-US" altLang="zh-CN">
                <a:solidFill>
                  <a:srgbClr val="000000"/>
                </a:solidFill>
                <a:latin typeface="Arial Unicode MS" pitchFamily="34" charset="-122"/>
                <a:ea typeface="Arial Unicode MS" pitchFamily="34" charset="-122"/>
                <a:cs typeface="Arial Unicode MS" pitchFamily="34" charset="-122"/>
              </a:rPr>
              <a:t>	</a:t>
            </a:r>
            <a:r>
              <a:rPr lang="en-US" altLang="zh-CN">
                <a:solidFill>
                  <a:srgbClr val="0000FF"/>
                </a:solidFill>
                <a:latin typeface="Arial Unicode MS" pitchFamily="34" charset="-122"/>
                <a:ea typeface="Arial Unicode MS" pitchFamily="34" charset="-122"/>
                <a:cs typeface="Arial Unicode MS" pitchFamily="34" charset="-122"/>
              </a:rPr>
              <a:t>&lt;/</a:t>
            </a:r>
            <a:r>
              <a:rPr lang="en-US" altLang="zh-CN" dirty="0" err="1">
                <a:solidFill>
                  <a:srgbClr val="800000"/>
                </a:solidFill>
                <a:latin typeface="Arial Unicode MS" pitchFamily="34" charset="-122"/>
                <a:ea typeface="Arial Unicode MS" pitchFamily="34" charset="-122"/>
                <a:cs typeface="Arial Unicode MS" pitchFamily="34" charset="-122"/>
              </a:rPr>
              <a:t>xs:elements</a:t>
            </a:r>
            <a:r>
              <a:rPr lang="en-US" altLang="zh-CN" dirty="0">
                <a:solidFill>
                  <a:srgbClr val="0000FF"/>
                </a:solidFill>
                <a:latin typeface="Arial Unicode MS" pitchFamily="34" charset="-122"/>
                <a:ea typeface="Arial Unicode MS" pitchFamily="34" charset="-122"/>
                <a:cs typeface="Arial Unicode MS" pitchFamily="34" charset="-122"/>
              </a:rPr>
              <a:t>&gt;</a:t>
            </a:r>
            <a:endParaRPr lang="en-US" altLang="zh-CN" dirty="0">
              <a:solidFill>
                <a:srgbClr val="000000"/>
              </a:solidFill>
              <a:latin typeface="Arial Unicode MS" pitchFamily="34" charset="-122"/>
              <a:ea typeface="Arial Unicode MS" pitchFamily="34" charset="-122"/>
              <a:cs typeface="Arial Unicode MS" pitchFamily="34" charset="-122"/>
            </a:endParaRPr>
          </a:p>
          <a:p>
            <a:pPr eaLnBrk="1" hangingPunct="1"/>
            <a:r>
              <a:rPr lang="en-US" altLang="zh-CN" dirty="0">
                <a:solidFill>
                  <a:srgbClr val="000000"/>
                </a:solidFill>
                <a:latin typeface="Arial Unicode MS" pitchFamily="34" charset="-122"/>
                <a:ea typeface="Arial Unicode MS" pitchFamily="34" charset="-122"/>
                <a:cs typeface="Arial Unicode MS" pitchFamily="34" charset="-122"/>
              </a:rPr>
              <a:t>……</a:t>
            </a:r>
          </a:p>
          <a:p>
            <a:pPr eaLnBrk="1" hangingPunct="1"/>
            <a:r>
              <a:rPr lang="en-US" altLang="zh-CN" dirty="0">
                <a:solidFill>
                  <a:srgbClr val="0000FF"/>
                </a:solidFill>
                <a:latin typeface="Arial Unicode MS" pitchFamily="34" charset="-122"/>
                <a:ea typeface="Arial Unicode MS" pitchFamily="34" charset="-122"/>
                <a:cs typeface="Arial Unicode MS" pitchFamily="34" charset="-122"/>
              </a:rPr>
              <a:t>&lt;/</a:t>
            </a:r>
            <a:r>
              <a:rPr lang="en-US" altLang="zh-CN" dirty="0" err="1">
                <a:solidFill>
                  <a:srgbClr val="800000"/>
                </a:solidFill>
                <a:latin typeface="Arial Unicode MS" pitchFamily="34" charset="-122"/>
                <a:ea typeface="Arial Unicode MS" pitchFamily="34" charset="-122"/>
                <a:cs typeface="Arial Unicode MS" pitchFamily="34" charset="-122"/>
              </a:rPr>
              <a:t>xs:schema</a:t>
            </a:r>
            <a:r>
              <a:rPr lang="en-US" altLang="zh-CN" dirty="0">
                <a:solidFill>
                  <a:srgbClr val="0000FF"/>
                </a:solidFill>
                <a:latin typeface="Arial Unicode MS" pitchFamily="34" charset="-122"/>
                <a:ea typeface="Arial Unicode MS" pitchFamily="34" charset="-122"/>
                <a:cs typeface="Arial Unicode MS" pitchFamily="34" charset="-122"/>
              </a:rPr>
              <a:t>&gt;</a:t>
            </a:r>
            <a:endParaRPr lang="en-US" altLang="zh-CN" dirty="0">
              <a:solidFill>
                <a:srgbClr val="000000"/>
              </a:solidFill>
              <a:latin typeface="Arial Unicode MS" pitchFamily="34" charset="-122"/>
              <a:ea typeface="Arial Unicode MS" pitchFamily="34" charset="-122"/>
              <a:cs typeface="Arial Unicode MS" pitchFamily="34" charset="-122"/>
            </a:endParaRPr>
          </a:p>
        </p:txBody>
      </p:sp>
      <p:sp>
        <p:nvSpPr>
          <p:cNvPr id="235525" name="Line 5"/>
          <p:cNvSpPr>
            <a:spLocks noChangeShapeType="1"/>
          </p:cNvSpPr>
          <p:nvPr/>
        </p:nvSpPr>
        <p:spPr bwMode="auto">
          <a:xfrm flipH="1" flipV="1">
            <a:off x="6372225" y="4581525"/>
            <a:ext cx="1008063" cy="93503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526" name="Text Box 6"/>
          <p:cNvSpPr txBox="1">
            <a:spLocks noChangeArrowheads="1"/>
          </p:cNvSpPr>
          <p:nvPr/>
        </p:nvSpPr>
        <p:spPr bwMode="auto">
          <a:xfrm>
            <a:off x="5940425" y="5589588"/>
            <a:ext cx="29622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a:t>WS-Resource properties type definition</a:t>
            </a:r>
          </a:p>
        </p:txBody>
      </p:sp>
    </p:spTree>
    <p:custDataLst>
      <p:tags r:id="rId1"/>
    </p:custDataLst>
    <p:extLst>
      <p:ext uri="{BB962C8B-B14F-4D97-AF65-F5344CB8AC3E}">
        <p14:creationId xmlns:p14="http://schemas.microsoft.com/office/powerpoint/2010/main" val="2196014382"/>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5525"/>
                                        </p:tgtEl>
                                        <p:attrNameLst>
                                          <p:attrName>style.visibility</p:attrName>
                                        </p:attrNameLst>
                                      </p:cBhvr>
                                      <p:to>
                                        <p:strVal val="visible"/>
                                      </p:to>
                                    </p:set>
                                    <p:animEffect transition="in" filter="blinds(horizontal)">
                                      <p:cBhvr>
                                        <p:cTn id="7" dur="500"/>
                                        <p:tgtEl>
                                          <p:spTgt spid="23552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35526"/>
                                        </p:tgtEl>
                                        <p:attrNameLst>
                                          <p:attrName>style.visibility</p:attrName>
                                        </p:attrNameLst>
                                      </p:cBhvr>
                                      <p:to>
                                        <p:strVal val="visible"/>
                                      </p:to>
                                    </p:set>
                                    <p:animEffect transition="in" filter="blinds(horizontal)">
                                      <p:cBhvr>
                                        <p:cTn id="10" dur="500"/>
                                        <p:tgtEl>
                                          <p:spTgt spid="2355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25" grpId="0" animBg="1"/>
      <p:bldP spid="23552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noAutofit/>
          </a:bodyPr>
          <a:lstStyle/>
          <a:p>
            <a:pPr>
              <a:defRPr/>
            </a:pPr>
            <a:r>
              <a:rPr lang="en-US" altLang="zh-CN" sz="2800" dirty="0"/>
              <a:t>An sample </a:t>
            </a:r>
            <a:r>
              <a:rPr lang="en-US" altLang="zh-CN" sz="2800" dirty="0" err="1"/>
              <a:t>stateful</a:t>
            </a:r>
            <a:r>
              <a:rPr lang="en-US" altLang="zh-CN" sz="2800" dirty="0"/>
              <a:t> resource definition (2/3)</a:t>
            </a:r>
          </a:p>
        </p:txBody>
      </p:sp>
      <p:sp>
        <p:nvSpPr>
          <p:cNvPr id="40963" name="灯片编号占位符 5"/>
          <p:cNvSpPr>
            <a:spLocks noGrp="1"/>
          </p:cNvSpPr>
          <p:nvPr>
            <p:ph type="sldNum" sz="quarter" idx="4294967295"/>
          </p:nvPr>
        </p:nvSpPr>
        <p:spPr>
          <a:xfrm>
            <a:off x="3505200" y="6461125"/>
            <a:ext cx="21336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fld id="{3B498782-D82F-4145-A8A4-C77C5D245F14}" type="slidenum">
              <a:rPr lang="en-US" altLang="zh-CN"/>
              <a:pPr algn="ctr" eaLnBrk="1" hangingPunct="1"/>
              <a:t>41</a:t>
            </a:fld>
            <a:endParaRPr lang="en-US" altLang="zh-CN" dirty="0"/>
          </a:p>
        </p:txBody>
      </p:sp>
      <p:sp>
        <p:nvSpPr>
          <p:cNvPr id="40964" name="Text Box 3"/>
          <p:cNvSpPr txBox="1">
            <a:spLocks noChangeArrowheads="1"/>
          </p:cNvSpPr>
          <p:nvPr/>
        </p:nvSpPr>
        <p:spPr bwMode="auto">
          <a:xfrm>
            <a:off x="250825" y="1412875"/>
            <a:ext cx="8642350" cy="47799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dirty="0">
                <a:solidFill>
                  <a:srgbClr val="0000FF"/>
                </a:solidFill>
                <a:latin typeface="+mn-ea"/>
                <a:ea typeface="+mn-ea"/>
              </a:rPr>
              <a:t>&lt;!--</a:t>
            </a:r>
            <a:r>
              <a:rPr lang="en-US" altLang="zh-CN" dirty="0">
                <a:solidFill>
                  <a:srgbClr val="808080"/>
                </a:solidFill>
                <a:latin typeface="+mn-ea"/>
                <a:ea typeface="+mn-ea"/>
              </a:rPr>
              <a:t>Association of resource properties document to a </a:t>
            </a:r>
            <a:r>
              <a:rPr lang="en-US" altLang="zh-CN" dirty="0" err="1">
                <a:solidFill>
                  <a:srgbClr val="808080"/>
                </a:solidFill>
                <a:latin typeface="+mn-ea"/>
                <a:ea typeface="+mn-ea"/>
              </a:rPr>
              <a:t>portType</a:t>
            </a:r>
            <a:r>
              <a:rPr lang="en-US" altLang="zh-CN" dirty="0">
                <a:solidFill>
                  <a:srgbClr val="0000FF"/>
                </a:solidFill>
                <a:latin typeface="+mn-ea"/>
                <a:ea typeface="+mn-ea"/>
              </a:rPr>
              <a:t>--&gt;</a:t>
            </a:r>
            <a:endParaRPr lang="en-US" altLang="zh-CN" dirty="0">
              <a:solidFill>
                <a:srgbClr val="000000"/>
              </a:solidFill>
              <a:latin typeface="+mn-ea"/>
              <a:ea typeface="+mn-ea"/>
            </a:endParaRPr>
          </a:p>
          <a:p>
            <a:pPr eaLnBrk="1" hangingPunct="1"/>
            <a:r>
              <a:rPr lang="en-US" altLang="zh-CN" dirty="0">
                <a:solidFill>
                  <a:srgbClr val="0000FF"/>
                </a:solidFill>
                <a:latin typeface="宋体" pitchFamily="2" charset="-122"/>
              </a:rPr>
              <a:t>&lt;</a:t>
            </a:r>
            <a:r>
              <a:rPr lang="en-US" altLang="zh-CN" dirty="0" err="1">
                <a:solidFill>
                  <a:srgbClr val="800000"/>
                </a:solidFill>
              </a:rPr>
              <a:t>wsdl:definations</a:t>
            </a:r>
            <a:endParaRPr lang="en-US" altLang="zh-CN" dirty="0">
              <a:solidFill>
                <a:srgbClr val="FF0000"/>
              </a:solidFill>
            </a:endParaRPr>
          </a:p>
          <a:p>
            <a:pPr eaLnBrk="1" hangingPunct="1"/>
            <a:r>
              <a:rPr lang="en-US" altLang="zh-CN" dirty="0">
                <a:solidFill>
                  <a:srgbClr val="FF0000"/>
                </a:solidFill>
              </a:rPr>
              <a:t>     </a:t>
            </a:r>
            <a:r>
              <a:rPr lang="en-US" altLang="zh-CN" dirty="0" err="1">
                <a:solidFill>
                  <a:srgbClr val="FF0000"/>
                </a:solidFill>
              </a:rPr>
              <a:t>targetNamespace</a:t>
            </a:r>
            <a:r>
              <a:rPr lang="en-US" altLang="zh-CN" dirty="0">
                <a:solidFill>
                  <a:srgbClr val="0000FF"/>
                </a:solidFill>
              </a:rPr>
              <a:t>="</a:t>
            </a:r>
            <a:r>
              <a:rPr lang="en-US" altLang="zh-CN" dirty="0">
                <a:solidFill>
                  <a:srgbClr val="000000"/>
                </a:solidFill>
              </a:rPr>
              <a:t>http://servicescomputing.org/</a:t>
            </a:r>
            <a:r>
              <a:rPr lang="en-US" altLang="zh-CN" dirty="0" err="1">
                <a:solidFill>
                  <a:srgbClr val="000000"/>
                </a:solidFill>
              </a:rPr>
              <a:t>SampleStatefulResource</a:t>
            </a:r>
            <a:r>
              <a:rPr lang="en-US" altLang="zh-CN" dirty="0">
                <a:solidFill>
                  <a:srgbClr val="0000FF"/>
                </a:solidFill>
              </a:rPr>
              <a:t>"</a:t>
            </a:r>
            <a:endParaRPr lang="en-US" altLang="zh-CN" dirty="0">
              <a:solidFill>
                <a:srgbClr val="FF0000"/>
              </a:solidFill>
            </a:endParaRPr>
          </a:p>
          <a:p>
            <a:pPr eaLnBrk="1" hangingPunct="1"/>
            <a:r>
              <a:rPr lang="en-US" altLang="zh-CN" dirty="0"/>
              <a:t>     </a:t>
            </a:r>
            <a:r>
              <a:rPr lang="en-US" altLang="zh-CN" dirty="0" err="1">
                <a:solidFill>
                  <a:srgbClr val="FF0000"/>
                </a:solidFill>
              </a:rPr>
              <a:t>xmlns:wsdl</a:t>
            </a:r>
            <a:r>
              <a:rPr lang="en-US" altLang="zh-CN" dirty="0">
                <a:solidFill>
                  <a:srgbClr val="0000FF"/>
                </a:solidFill>
              </a:rPr>
              <a:t>="</a:t>
            </a:r>
            <a:r>
              <a:rPr lang="en-US" altLang="zh-CN" dirty="0">
                <a:solidFill>
                  <a:srgbClr val="000000"/>
                </a:solidFill>
              </a:rPr>
              <a:t>http://schemas.xmlsoap.org/</a:t>
            </a:r>
            <a:r>
              <a:rPr lang="en-US" altLang="zh-CN" dirty="0" err="1">
                <a:solidFill>
                  <a:srgbClr val="000000"/>
                </a:solidFill>
              </a:rPr>
              <a:t>wsdl</a:t>
            </a:r>
            <a:r>
              <a:rPr lang="en-US" altLang="zh-CN" dirty="0">
                <a:solidFill>
                  <a:srgbClr val="000000"/>
                </a:solidFill>
              </a:rPr>
              <a:t>/</a:t>
            </a:r>
            <a:r>
              <a:rPr lang="en-US" altLang="zh-CN" dirty="0">
                <a:solidFill>
                  <a:srgbClr val="0000FF"/>
                </a:solidFill>
              </a:rPr>
              <a:t>"</a:t>
            </a:r>
            <a:endParaRPr lang="en-US" altLang="zh-CN" dirty="0">
              <a:solidFill>
                <a:srgbClr val="FF0000"/>
              </a:solidFill>
            </a:endParaRPr>
          </a:p>
          <a:p>
            <a:pPr eaLnBrk="1" hangingPunct="1"/>
            <a:r>
              <a:rPr lang="en-US" altLang="zh-CN" dirty="0">
                <a:solidFill>
                  <a:srgbClr val="FF0000"/>
                </a:solidFill>
              </a:rPr>
              <a:t>     </a:t>
            </a:r>
            <a:r>
              <a:rPr lang="en-US" altLang="zh-CN" dirty="0" err="1">
                <a:solidFill>
                  <a:srgbClr val="FF0000"/>
                </a:solidFill>
              </a:rPr>
              <a:t>xmlns:xs</a:t>
            </a:r>
            <a:r>
              <a:rPr lang="en-US" altLang="zh-CN" dirty="0">
                <a:solidFill>
                  <a:srgbClr val="0000FF"/>
                </a:solidFill>
              </a:rPr>
              <a:t>="</a:t>
            </a:r>
            <a:r>
              <a:rPr lang="en-US" altLang="zh-CN" dirty="0">
                <a:solidFill>
                  <a:srgbClr val="000000"/>
                </a:solidFill>
              </a:rPr>
              <a:t>http://www.w3.org/2001/XMLSchema</a:t>
            </a:r>
            <a:r>
              <a:rPr lang="en-US" altLang="zh-CN" dirty="0">
                <a:solidFill>
                  <a:srgbClr val="0000FF"/>
                </a:solidFill>
              </a:rPr>
              <a:t>"</a:t>
            </a:r>
            <a:endParaRPr lang="en-US" altLang="zh-CN" dirty="0">
              <a:solidFill>
                <a:srgbClr val="FF0000"/>
              </a:solidFill>
            </a:endParaRPr>
          </a:p>
          <a:p>
            <a:pPr eaLnBrk="1" hangingPunct="1"/>
            <a:r>
              <a:rPr lang="en-US" altLang="zh-CN" dirty="0">
                <a:solidFill>
                  <a:srgbClr val="FF0000"/>
                </a:solidFill>
              </a:rPr>
              <a:t>     </a:t>
            </a:r>
            <a:r>
              <a:rPr lang="en-US" altLang="zh-CN" dirty="0" err="1">
                <a:solidFill>
                  <a:srgbClr val="FF0000"/>
                </a:solidFill>
              </a:rPr>
              <a:t>xmlns:wsrp</a:t>
            </a:r>
            <a:r>
              <a:rPr lang="en-US" altLang="zh-CN" dirty="0">
                <a:solidFill>
                  <a:srgbClr val="0000FF"/>
                </a:solidFill>
              </a:rPr>
              <a:t>="</a:t>
            </a:r>
            <a:r>
              <a:rPr lang="en-US" altLang="zh-CN" dirty="0">
                <a:solidFill>
                  <a:srgbClr val="000000"/>
                </a:solidFill>
              </a:rPr>
              <a:t>http://www.ibm.com/xmlns/stdwip/web-services/ws-resourceProperties</a:t>
            </a:r>
            <a:r>
              <a:rPr lang="en-US" altLang="zh-CN" dirty="0">
                <a:solidFill>
                  <a:srgbClr val="0000FF"/>
                </a:solidFill>
              </a:rPr>
              <a:t>"</a:t>
            </a:r>
            <a:endParaRPr lang="en-US" altLang="zh-CN" dirty="0">
              <a:solidFill>
                <a:srgbClr val="FF0000"/>
              </a:solidFill>
            </a:endParaRPr>
          </a:p>
          <a:p>
            <a:pPr eaLnBrk="1" hangingPunct="1"/>
            <a:r>
              <a:rPr lang="en-US" altLang="zh-CN" dirty="0">
                <a:solidFill>
                  <a:srgbClr val="FF0000"/>
                </a:solidFill>
                <a:latin typeface="宋体" pitchFamily="2" charset="-122"/>
              </a:rPr>
              <a:t>   </a:t>
            </a:r>
            <a:r>
              <a:rPr lang="en-US" altLang="zh-CN" dirty="0" err="1">
                <a:solidFill>
                  <a:srgbClr val="FF0000"/>
                </a:solidFill>
              </a:rPr>
              <a:t>xmlns:tns</a:t>
            </a:r>
            <a:r>
              <a:rPr lang="en-US" altLang="zh-CN" dirty="0">
                <a:solidFill>
                  <a:srgbClr val="0000FF"/>
                </a:solidFill>
              </a:rPr>
              <a:t>="</a:t>
            </a:r>
            <a:r>
              <a:rPr lang="en-US" altLang="zh-CN" dirty="0">
                <a:solidFill>
                  <a:srgbClr val="000000"/>
                </a:solidFill>
              </a:rPr>
              <a:t>http://servicescomputing.org/</a:t>
            </a:r>
            <a:r>
              <a:rPr lang="en-US" altLang="zh-CN" dirty="0" err="1">
                <a:solidFill>
                  <a:srgbClr val="000000"/>
                </a:solidFill>
              </a:rPr>
              <a:t>SampleStatefulResource</a:t>
            </a:r>
            <a:r>
              <a:rPr lang="en-US" altLang="zh-CN" dirty="0">
                <a:solidFill>
                  <a:srgbClr val="0000FF"/>
                </a:solidFill>
              </a:rPr>
              <a:t>"&gt;</a:t>
            </a:r>
            <a:endParaRPr lang="en-US" altLang="zh-CN" dirty="0">
              <a:solidFill>
                <a:srgbClr val="000000"/>
              </a:solidFill>
            </a:endParaRPr>
          </a:p>
          <a:p>
            <a:pPr eaLnBrk="1" hangingPunct="1"/>
            <a:r>
              <a:rPr lang="en-US" altLang="zh-CN" dirty="0">
                <a:solidFill>
                  <a:srgbClr val="000000"/>
                </a:solidFill>
              </a:rPr>
              <a:t>……</a:t>
            </a:r>
          </a:p>
          <a:p>
            <a:pPr eaLnBrk="1" hangingPunct="1"/>
            <a:r>
              <a:rPr lang="en-US" altLang="zh-CN" dirty="0">
                <a:solidFill>
                  <a:srgbClr val="000000"/>
                </a:solidFill>
              </a:rPr>
              <a:t>      </a:t>
            </a:r>
            <a:r>
              <a:rPr lang="en-US" altLang="zh-CN" dirty="0">
                <a:solidFill>
                  <a:srgbClr val="0000FF"/>
                </a:solidFill>
              </a:rPr>
              <a:t>&lt;</a:t>
            </a:r>
            <a:r>
              <a:rPr lang="en-US" altLang="zh-CN" dirty="0" err="1">
                <a:solidFill>
                  <a:srgbClr val="800000"/>
                </a:solidFill>
              </a:rPr>
              <a:t>wsdl:types</a:t>
            </a:r>
            <a:r>
              <a:rPr lang="en-US" altLang="zh-CN" dirty="0">
                <a:solidFill>
                  <a:srgbClr val="0000FF"/>
                </a:solidFill>
              </a:rPr>
              <a:t>&gt;</a:t>
            </a:r>
            <a:endParaRPr lang="en-US" altLang="zh-CN" dirty="0">
              <a:solidFill>
                <a:srgbClr val="000000"/>
              </a:solidFill>
            </a:endParaRPr>
          </a:p>
          <a:p>
            <a:pPr eaLnBrk="1" hangingPunct="1"/>
            <a:r>
              <a:rPr lang="en-US" altLang="zh-CN" dirty="0">
                <a:solidFill>
                  <a:srgbClr val="000000"/>
                </a:solidFill>
              </a:rPr>
              <a:t>           	</a:t>
            </a:r>
            <a:r>
              <a:rPr lang="en-US" altLang="zh-CN" dirty="0">
                <a:solidFill>
                  <a:srgbClr val="0000FF"/>
                </a:solidFill>
              </a:rPr>
              <a:t>&lt;</a:t>
            </a:r>
            <a:r>
              <a:rPr lang="en-US" altLang="zh-CN" dirty="0" err="1">
                <a:solidFill>
                  <a:srgbClr val="800000"/>
                </a:solidFill>
              </a:rPr>
              <a:t>xs:schema</a:t>
            </a:r>
            <a:r>
              <a:rPr lang="en-US" altLang="zh-CN" dirty="0">
                <a:solidFill>
                  <a:srgbClr val="0000FF"/>
                </a:solidFill>
              </a:rPr>
              <a:t>&gt;</a:t>
            </a:r>
            <a:endParaRPr lang="en-US" altLang="zh-CN" dirty="0">
              <a:solidFill>
                <a:srgbClr val="000000"/>
              </a:solidFill>
            </a:endParaRPr>
          </a:p>
          <a:p>
            <a:pPr eaLnBrk="1" hangingPunct="1"/>
            <a:r>
              <a:rPr lang="en-US" altLang="zh-CN" dirty="0">
                <a:solidFill>
                  <a:srgbClr val="000000"/>
                </a:solidFill>
              </a:rPr>
              <a:t>	  </a:t>
            </a:r>
            <a:r>
              <a:rPr lang="en-US" altLang="zh-CN" dirty="0">
                <a:solidFill>
                  <a:srgbClr val="0000FF"/>
                </a:solidFill>
              </a:rPr>
              <a:t>&lt;</a:t>
            </a:r>
            <a:r>
              <a:rPr lang="en-US" altLang="zh-CN" dirty="0" err="1">
                <a:solidFill>
                  <a:srgbClr val="800000"/>
                </a:solidFill>
              </a:rPr>
              <a:t>xs:import</a:t>
            </a:r>
            <a:r>
              <a:rPr lang="en-US" altLang="zh-CN" dirty="0">
                <a:solidFill>
                  <a:srgbClr val="FF0000"/>
                </a:solidFill>
              </a:rPr>
              <a:t>			        	namespace</a:t>
            </a:r>
            <a:r>
              <a:rPr lang="en-US" altLang="zh-CN" dirty="0">
                <a:solidFill>
                  <a:srgbClr val="0000FF"/>
                </a:solidFill>
              </a:rPr>
              <a:t>="</a:t>
            </a:r>
            <a:r>
              <a:rPr lang="en-US" altLang="zh-CN" dirty="0">
                <a:solidFill>
                  <a:srgbClr val="000000"/>
                </a:solidFill>
              </a:rPr>
              <a:t>http://servicescomputing.org/</a:t>
            </a:r>
            <a:r>
              <a:rPr lang="en-US" altLang="zh-CN" dirty="0" err="1">
                <a:solidFill>
                  <a:srgbClr val="000000"/>
                </a:solidFill>
              </a:rPr>
              <a:t>SampleStatefulResource</a:t>
            </a:r>
            <a:r>
              <a:rPr lang="en-US" altLang="zh-CN" dirty="0">
                <a:solidFill>
                  <a:srgbClr val="0000FF"/>
                </a:solidFill>
              </a:rPr>
              <a:t>"</a:t>
            </a:r>
            <a:endParaRPr lang="en-US" altLang="zh-CN" dirty="0">
              <a:solidFill>
                <a:srgbClr val="FF0000"/>
              </a:solidFill>
            </a:endParaRPr>
          </a:p>
          <a:p>
            <a:pPr eaLnBrk="1" hangingPunct="1"/>
            <a:r>
              <a:rPr lang="en-US" altLang="zh-CN" dirty="0">
                <a:solidFill>
                  <a:srgbClr val="FF0000"/>
                </a:solidFill>
              </a:rPr>
              <a:t>	</a:t>
            </a:r>
            <a:r>
              <a:rPr lang="en-US" altLang="zh-CN" dirty="0" err="1">
                <a:solidFill>
                  <a:srgbClr val="FF0000"/>
                </a:solidFill>
              </a:rPr>
              <a:t>schemalocation</a:t>
            </a:r>
            <a:r>
              <a:rPr lang="en-US" altLang="zh-CN" dirty="0">
                <a:solidFill>
                  <a:srgbClr val="0000FF"/>
                </a:solidFill>
              </a:rPr>
              <a:t>="</a:t>
            </a:r>
            <a:r>
              <a:rPr lang="en-US" altLang="zh-CN" dirty="0">
                <a:solidFill>
                  <a:srgbClr val="000000"/>
                </a:solidFill>
              </a:rPr>
              <a:t>...</a:t>
            </a:r>
            <a:r>
              <a:rPr lang="en-US" altLang="zh-CN" dirty="0">
                <a:solidFill>
                  <a:srgbClr val="0000FF"/>
                </a:solidFill>
              </a:rPr>
              <a:t>"/&gt;</a:t>
            </a:r>
            <a:endParaRPr lang="en-US" altLang="zh-CN" dirty="0">
              <a:solidFill>
                <a:srgbClr val="000000"/>
              </a:solidFill>
            </a:endParaRPr>
          </a:p>
          <a:p>
            <a:pPr eaLnBrk="1" hangingPunct="1"/>
            <a:r>
              <a:rPr lang="en-US" altLang="zh-CN" dirty="0">
                <a:solidFill>
                  <a:srgbClr val="000000"/>
                </a:solidFill>
              </a:rPr>
              <a:t>	  </a:t>
            </a:r>
            <a:r>
              <a:rPr lang="en-US" altLang="zh-CN" dirty="0">
                <a:solidFill>
                  <a:srgbClr val="0000FF"/>
                </a:solidFill>
              </a:rPr>
              <a:t>&lt;/</a:t>
            </a:r>
            <a:r>
              <a:rPr lang="en-US" altLang="zh-CN" dirty="0" err="1">
                <a:solidFill>
                  <a:srgbClr val="800000"/>
                </a:solidFill>
              </a:rPr>
              <a:t>xs:schema</a:t>
            </a:r>
            <a:r>
              <a:rPr lang="en-US" altLang="zh-CN" dirty="0">
                <a:solidFill>
                  <a:srgbClr val="0000FF"/>
                </a:solidFill>
              </a:rPr>
              <a:t>&gt;</a:t>
            </a:r>
            <a:endParaRPr lang="en-US" altLang="zh-CN" dirty="0">
              <a:solidFill>
                <a:srgbClr val="000000"/>
              </a:solidFill>
            </a:endParaRPr>
          </a:p>
          <a:p>
            <a:pPr eaLnBrk="1" hangingPunct="1"/>
            <a:r>
              <a:rPr lang="en-US" altLang="zh-CN" dirty="0">
                <a:solidFill>
                  <a:srgbClr val="000000"/>
                </a:solidFill>
              </a:rPr>
              <a:t>	</a:t>
            </a:r>
            <a:r>
              <a:rPr lang="en-US" altLang="zh-CN" dirty="0">
                <a:solidFill>
                  <a:srgbClr val="0000FF"/>
                </a:solidFill>
              </a:rPr>
              <a:t>&lt;/</a:t>
            </a:r>
            <a:r>
              <a:rPr lang="en-US" altLang="zh-CN" dirty="0" err="1">
                <a:solidFill>
                  <a:srgbClr val="800000"/>
                </a:solidFill>
              </a:rPr>
              <a:t>wsdl:types</a:t>
            </a:r>
            <a:r>
              <a:rPr lang="en-US" altLang="zh-CN" dirty="0">
                <a:solidFill>
                  <a:srgbClr val="0000FF"/>
                </a:solidFill>
              </a:rPr>
              <a:t>&gt;</a:t>
            </a:r>
            <a:endParaRPr lang="en-US" altLang="zh-CN" dirty="0">
              <a:solidFill>
                <a:srgbClr val="000000"/>
              </a:solidFill>
            </a:endParaRPr>
          </a:p>
          <a:p>
            <a:pPr eaLnBrk="1" hangingPunct="1"/>
            <a:r>
              <a:rPr lang="en-US" altLang="zh-CN" dirty="0">
                <a:solidFill>
                  <a:srgbClr val="000000"/>
                </a:solidFill>
              </a:rPr>
              <a:t>……</a:t>
            </a:r>
            <a:endParaRPr lang="en-US" altLang="zh-CN" dirty="0">
              <a:solidFill>
                <a:srgbClr val="0000FF"/>
              </a:solidFill>
            </a:endParaRPr>
          </a:p>
        </p:txBody>
      </p:sp>
    </p:spTree>
    <p:extLst>
      <p:ext uri="{BB962C8B-B14F-4D97-AF65-F5344CB8AC3E}">
        <p14:creationId xmlns:p14="http://schemas.microsoft.com/office/powerpoint/2010/main" val="3981708720"/>
      </p:ext>
    </p:extLst>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p:txBody>
          <a:bodyPr>
            <a:noAutofit/>
          </a:bodyPr>
          <a:lstStyle/>
          <a:p>
            <a:pPr>
              <a:defRPr/>
            </a:pPr>
            <a:r>
              <a:rPr lang="en-US" altLang="zh-CN" sz="2800" dirty="0"/>
              <a:t>An sample </a:t>
            </a:r>
            <a:r>
              <a:rPr lang="en-US" altLang="zh-CN" sz="2800" dirty="0" err="1"/>
              <a:t>stateful</a:t>
            </a:r>
            <a:r>
              <a:rPr lang="en-US" altLang="zh-CN" sz="2800" dirty="0"/>
              <a:t> resource definition (3/3)</a:t>
            </a:r>
          </a:p>
        </p:txBody>
      </p:sp>
      <p:sp>
        <p:nvSpPr>
          <p:cNvPr id="41987" name="灯片编号占位符 5"/>
          <p:cNvSpPr>
            <a:spLocks noGrp="1"/>
          </p:cNvSpPr>
          <p:nvPr>
            <p:ph type="sldNum" sz="quarter" idx="4294967295"/>
          </p:nvPr>
        </p:nvSpPr>
        <p:spPr>
          <a:xfrm>
            <a:off x="3505200" y="6461125"/>
            <a:ext cx="2133600"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fld id="{E1C2A949-3409-48C6-89F6-8647D8F463B8}" type="slidenum">
              <a:rPr lang="en-US" altLang="zh-CN"/>
              <a:pPr algn="ctr" eaLnBrk="1" hangingPunct="1"/>
              <a:t>42</a:t>
            </a:fld>
            <a:endParaRPr lang="en-US" altLang="zh-CN"/>
          </a:p>
        </p:txBody>
      </p:sp>
      <p:sp>
        <p:nvSpPr>
          <p:cNvPr id="41988" name="Text Box 3"/>
          <p:cNvSpPr txBox="1">
            <a:spLocks noChangeArrowheads="1"/>
          </p:cNvSpPr>
          <p:nvPr/>
        </p:nvSpPr>
        <p:spPr bwMode="auto">
          <a:xfrm>
            <a:off x="971550" y="1700213"/>
            <a:ext cx="7273925" cy="203358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dirty="0">
                <a:solidFill>
                  <a:srgbClr val="0000FF"/>
                </a:solidFill>
              </a:rPr>
              <a:t>&lt;</a:t>
            </a:r>
            <a:r>
              <a:rPr lang="en-US" altLang="zh-CN" dirty="0" err="1">
                <a:solidFill>
                  <a:srgbClr val="800000"/>
                </a:solidFill>
              </a:rPr>
              <a:t>wsdl:portType</a:t>
            </a:r>
            <a:r>
              <a:rPr lang="en-US" altLang="zh-CN" dirty="0">
                <a:solidFill>
                  <a:srgbClr val="FF0000"/>
                </a:solidFill>
              </a:rPr>
              <a:t> name</a:t>
            </a:r>
            <a:r>
              <a:rPr lang="en-US" altLang="zh-CN" dirty="0">
                <a:solidFill>
                  <a:srgbClr val="0000FF"/>
                </a:solidFill>
              </a:rPr>
              <a:t>="</a:t>
            </a:r>
            <a:r>
              <a:rPr lang="en-US" altLang="zh-CN" dirty="0" err="1">
                <a:solidFill>
                  <a:srgbClr val="000000"/>
                </a:solidFill>
              </a:rPr>
              <a:t>ProductPrice</a:t>
            </a:r>
            <a:r>
              <a:rPr lang="en-US" altLang="zh-CN" dirty="0">
                <a:solidFill>
                  <a:srgbClr val="0000FF"/>
                </a:solidFill>
              </a:rPr>
              <a:t>"</a:t>
            </a:r>
            <a:endParaRPr lang="en-US" altLang="zh-CN" dirty="0">
              <a:solidFill>
                <a:srgbClr val="FF0000"/>
              </a:solidFill>
            </a:endParaRPr>
          </a:p>
          <a:p>
            <a:pPr eaLnBrk="1" hangingPunct="1"/>
            <a:r>
              <a:rPr lang="en-US" altLang="zh-CN">
                <a:solidFill>
                  <a:srgbClr val="FF0000"/>
                </a:solidFill>
              </a:rPr>
              <a:t>	wsrp:resourceProperties</a:t>
            </a:r>
            <a:r>
              <a:rPr lang="en-US" altLang="zh-CN" dirty="0">
                <a:solidFill>
                  <a:srgbClr val="0000FF"/>
                </a:solidFill>
              </a:rPr>
              <a:t>="</a:t>
            </a:r>
            <a:r>
              <a:rPr lang="en-US" altLang="zh-CN" dirty="0" err="1">
                <a:solidFill>
                  <a:srgbClr val="000000"/>
                </a:solidFill>
              </a:rPr>
              <a:t>tns:SampleStatefulResource</a:t>
            </a:r>
            <a:r>
              <a:rPr lang="en-US" altLang="zh-CN" dirty="0">
                <a:solidFill>
                  <a:srgbClr val="0000FF"/>
                </a:solidFill>
              </a:rPr>
              <a:t>"&gt;</a:t>
            </a:r>
            <a:endParaRPr lang="en-US" altLang="zh-CN" dirty="0">
              <a:solidFill>
                <a:srgbClr val="000000"/>
              </a:solidFill>
            </a:endParaRPr>
          </a:p>
          <a:p>
            <a:pPr eaLnBrk="1" hangingPunct="1"/>
            <a:r>
              <a:rPr lang="en-US" altLang="zh-CN">
                <a:solidFill>
                  <a:srgbClr val="000000"/>
                </a:solidFill>
              </a:rPr>
              <a:t>	</a:t>
            </a:r>
            <a:r>
              <a:rPr lang="en-US" altLang="zh-CN">
                <a:solidFill>
                  <a:srgbClr val="0000FF"/>
                </a:solidFill>
              </a:rPr>
              <a:t>&lt;</a:t>
            </a:r>
            <a:r>
              <a:rPr lang="en-US" altLang="zh-CN" dirty="0">
                <a:solidFill>
                  <a:srgbClr val="800000"/>
                </a:solidFill>
              </a:rPr>
              <a:t>operation</a:t>
            </a:r>
            <a:r>
              <a:rPr lang="en-US" altLang="zh-CN" dirty="0">
                <a:solidFill>
                  <a:srgbClr val="FF0000"/>
                </a:solidFill>
              </a:rPr>
              <a:t> name</a:t>
            </a:r>
            <a:r>
              <a:rPr lang="en-US" altLang="zh-CN" dirty="0">
                <a:solidFill>
                  <a:srgbClr val="0000FF"/>
                </a:solidFill>
              </a:rPr>
              <a:t>="</a:t>
            </a:r>
            <a:r>
              <a:rPr lang="en-US" altLang="zh-CN" dirty="0" err="1">
                <a:solidFill>
                  <a:srgbClr val="000000"/>
                </a:solidFill>
              </a:rPr>
              <a:t>getPrice</a:t>
            </a:r>
            <a:r>
              <a:rPr lang="en-US" altLang="zh-CN" dirty="0">
                <a:solidFill>
                  <a:srgbClr val="0000FF"/>
                </a:solidFill>
              </a:rPr>
              <a:t>"/&gt;</a:t>
            </a:r>
          </a:p>
          <a:p>
            <a:pPr eaLnBrk="1" hangingPunct="1"/>
            <a:r>
              <a:rPr lang="en-US" altLang="zh-CN" dirty="0">
                <a:solidFill>
                  <a:srgbClr val="0000FF"/>
                </a:solidFill>
              </a:rPr>
              <a:t>……</a:t>
            </a:r>
            <a:endParaRPr lang="en-US" altLang="zh-CN" dirty="0">
              <a:solidFill>
                <a:srgbClr val="000000"/>
              </a:solidFill>
            </a:endParaRPr>
          </a:p>
          <a:p>
            <a:pPr eaLnBrk="1" hangingPunct="1"/>
            <a:r>
              <a:rPr lang="en-US" altLang="zh-CN" dirty="0">
                <a:solidFill>
                  <a:srgbClr val="0000FF"/>
                </a:solidFill>
              </a:rPr>
              <a:t>&lt;/</a:t>
            </a:r>
            <a:r>
              <a:rPr lang="en-US" altLang="zh-CN" dirty="0" err="1">
                <a:solidFill>
                  <a:srgbClr val="800000"/>
                </a:solidFill>
              </a:rPr>
              <a:t>wsdl:portType</a:t>
            </a:r>
            <a:r>
              <a:rPr lang="en-US" altLang="zh-CN" dirty="0">
                <a:solidFill>
                  <a:srgbClr val="0000FF"/>
                </a:solidFill>
              </a:rPr>
              <a:t>&gt;</a:t>
            </a:r>
            <a:endParaRPr lang="en-US" altLang="zh-CN" dirty="0">
              <a:solidFill>
                <a:srgbClr val="000000"/>
              </a:solidFill>
            </a:endParaRPr>
          </a:p>
          <a:p>
            <a:pPr eaLnBrk="1" hangingPunct="1"/>
            <a:r>
              <a:rPr lang="en-US" altLang="zh-CN" dirty="0">
                <a:solidFill>
                  <a:srgbClr val="000000"/>
                </a:solidFill>
              </a:rPr>
              <a:t>……</a:t>
            </a:r>
          </a:p>
          <a:p>
            <a:pPr eaLnBrk="1" hangingPunct="1"/>
            <a:r>
              <a:rPr lang="en-US" altLang="zh-CN" dirty="0">
                <a:solidFill>
                  <a:srgbClr val="0000FF"/>
                </a:solidFill>
              </a:rPr>
              <a:t>&lt;/</a:t>
            </a:r>
            <a:r>
              <a:rPr lang="en-US" altLang="zh-CN" dirty="0" err="1">
                <a:solidFill>
                  <a:srgbClr val="800000"/>
                </a:solidFill>
              </a:rPr>
              <a:t>wsdl:definations</a:t>
            </a:r>
            <a:r>
              <a:rPr lang="en-US" altLang="zh-CN" dirty="0">
                <a:solidFill>
                  <a:srgbClr val="0000FF"/>
                </a:solidFill>
              </a:rPr>
              <a:t>&gt;</a:t>
            </a:r>
          </a:p>
        </p:txBody>
      </p:sp>
      <p:sp>
        <p:nvSpPr>
          <p:cNvPr id="237572" name="Line 4"/>
          <p:cNvSpPr>
            <a:spLocks noChangeShapeType="1"/>
          </p:cNvSpPr>
          <p:nvPr/>
        </p:nvSpPr>
        <p:spPr bwMode="auto">
          <a:xfrm flipH="1" flipV="1">
            <a:off x="6516688" y="2349500"/>
            <a:ext cx="0" cy="57467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7573" name="Text Box 5"/>
          <p:cNvSpPr txBox="1">
            <a:spLocks noChangeArrowheads="1"/>
          </p:cNvSpPr>
          <p:nvPr/>
        </p:nvSpPr>
        <p:spPr bwMode="auto">
          <a:xfrm>
            <a:off x="5148263" y="2924175"/>
            <a:ext cx="29622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a:t>Link WS-Resource properties to portType</a:t>
            </a:r>
          </a:p>
        </p:txBody>
      </p:sp>
    </p:spTree>
    <p:custDataLst>
      <p:tags r:id="rId1"/>
    </p:custDataLst>
    <p:extLst>
      <p:ext uri="{BB962C8B-B14F-4D97-AF65-F5344CB8AC3E}">
        <p14:creationId xmlns:p14="http://schemas.microsoft.com/office/powerpoint/2010/main" val="2034562062"/>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7572"/>
                                        </p:tgtEl>
                                        <p:attrNameLst>
                                          <p:attrName>style.visibility</p:attrName>
                                        </p:attrNameLst>
                                      </p:cBhvr>
                                      <p:to>
                                        <p:strVal val="visible"/>
                                      </p:to>
                                    </p:set>
                                    <p:animEffect transition="in" filter="blinds(horizontal)">
                                      <p:cBhvr>
                                        <p:cTn id="7" dur="500"/>
                                        <p:tgtEl>
                                          <p:spTgt spid="23757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37573"/>
                                        </p:tgtEl>
                                        <p:attrNameLst>
                                          <p:attrName>style.visibility</p:attrName>
                                        </p:attrNameLst>
                                      </p:cBhvr>
                                      <p:to>
                                        <p:strVal val="visible"/>
                                      </p:to>
                                    </p:set>
                                    <p:animEffect transition="in" filter="blinds(horizontal)">
                                      <p:cBhvr>
                                        <p:cTn id="10" dur="500"/>
                                        <p:tgtEl>
                                          <p:spTgt spid="2375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2" grpId="0" animBg="1"/>
      <p:bldP spid="23757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pPr eaLnBrk="1" hangingPunct="1"/>
            <a:r>
              <a:rPr lang="en-US" altLang="zh-CN"/>
              <a:t>The QoS of Web Service</a:t>
            </a:r>
          </a:p>
        </p:txBody>
      </p:sp>
      <p:sp>
        <p:nvSpPr>
          <p:cNvPr id="4100" name="Rectangle 3"/>
          <p:cNvSpPr>
            <a:spLocks noGrp="1" noChangeArrowheads="1"/>
          </p:cNvSpPr>
          <p:nvPr>
            <p:ph idx="1"/>
          </p:nvPr>
        </p:nvSpPr>
        <p:spPr/>
        <p:txBody>
          <a:bodyPr/>
          <a:lstStyle/>
          <a:p>
            <a:pPr eaLnBrk="1" hangingPunct="1"/>
            <a:r>
              <a:rPr lang="en-US" altLang="zh-CN" sz="3600" dirty="0"/>
              <a:t>Four categories of </a:t>
            </a:r>
            <a:r>
              <a:rPr lang="en-US" altLang="zh-CN" sz="3600" dirty="0" err="1"/>
              <a:t>QoS</a:t>
            </a:r>
            <a:r>
              <a:rPr lang="en-US" altLang="zh-CN" sz="3600" dirty="0"/>
              <a:t> standards have arisen</a:t>
            </a:r>
          </a:p>
          <a:p>
            <a:pPr lvl="1" eaLnBrk="1" hangingPunct="1"/>
            <a:r>
              <a:rPr lang="en-US" altLang="zh-CN" sz="3200" dirty="0"/>
              <a:t>Security</a:t>
            </a:r>
          </a:p>
          <a:p>
            <a:pPr lvl="1" eaLnBrk="1" hangingPunct="1"/>
            <a:r>
              <a:rPr lang="en-US" altLang="zh-CN" sz="3200" dirty="0"/>
              <a:t>Transaction</a:t>
            </a:r>
          </a:p>
          <a:p>
            <a:pPr lvl="1" eaLnBrk="1" hangingPunct="1"/>
            <a:r>
              <a:rPr lang="en-US" altLang="zh-CN" sz="3200" dirty="0"/>
              <a:t>Reliable messaging</a:t>
            </a:r>
          </a:p>
          <a:p>
            <a:pPr lvl="1" eaLnBrk="1" hangingPunct="1"/>
            <a:r>
              <a:rPr lang="en-US" altLang="zh-CN" sz="3200" dirty="0"/>
              <a:t>Resource lifetime management</a:t>
            </a:r>
          </a:p>
        </p:txBody>
      </p:sp>
      <p:sp>
        <p:nvSpPr>
          <p:cNvPr id="4098"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2F87DCB-82E3-4689-8739-FD4B4E18C0E0}" type="slidenum">
              <a:rPr lang="en-US" altLang="zh-CN" smtClean="0"/>
              <a:pPr eaLnBrk="1" hangingPunct="1"/>
              <a:t>43</a:t>
            </a:fld>
            <a:endParaRPr lang="en-US" altLang="zh-CN"/>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pPr eaLnBrk="1" hangingPunct="1"/>
            <a:r>
              <a:rPr lang="en-US" altLang="zh-CN" dirty="0"/>
              <a:t>WS-Security (1/2)</a:t>
            </a:r>
          </a:p>
        </p:txBody>
      </p:sp>
      <p:sp>
        <p:nvSpPr>
          <p:cNvPr id="5124" name="Rectangle 3"/>
          <p:cNvSpPr>
            <a:spLocks noGrp="1" noChangeArrowheads="1"/>
          </p:cNvSpPr>
          <p:nvPr>
            <p:ph idx="1"/>
          </p:nvPr>
        </p:nvSpPr>
        <p:spPr>
          <a:xfrm>
            <a:off x="457200" y="1052737"/>
            <a:ext cx="8229600" cy="1440159"/>
          </a:xfrm>
        </p:spPr>
        <p:txBody>
          <a:bodyPr/>
          <a:lstStyle/>
          <a:p>
            <a:pPr eaLnBrk="1" hangingPunct="1"/>
            <a:r>
              <a:rPr lang="en-US" altLang="zh-CN" dirty="0"/>
              <a:t>The problems of BASIC-</a:t>
            </a:r>
            <a:r>
              <a:rPr lang="en-US" altLang="zh-CN" dirty="0" err="1"/>
              <a:t>Auth</a:t>
            </a:r>
            <a:r>
              <a:rPr lang="en-US" altLang="zh-CN" dirty="0"/>
              <a:t> and HTTPS</a:t>
            </a:r>
            <a:endParaRPr lang="en-US" altLang="zh-CN" sz="3300" dirty="0"/>
          </a:p>
        </p:txBody>
      </p:sp>
      <p:sp>
        <p:nvSpPr>
          <p:cNvPr id="5122"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812A838-A9D4-46CC-86EF-C9425FA78F2B}" type="slidenum">
              <a:rPr lang="en-US" altLang="zh-CN" smtClean="0"/>
              <a:pPr eaLnBrk="1" hangingPunct="1"/>
              <a:t>44</a:t>
            </a:fld>
            <a:endParaRPr lang="en-US" altLang="zh-CN"/>
          </a:p>
        </p:txBody>
      </p:sp>
      <p:graphicFrame>
        <p:nvGraphicFramePr>
          <p:cNvPr id="5125" name="Object 6"/>
          <p:cNvGraphicFramePr>
            <a:graphicFrameLocks noChangeAspect="1"/>
          </p:cNvGraphicFramePr>
          <p:nvPr>
            <p:extLst>
              <p:ext uri="{D42A27DB-BD31-4B8C-83A1-F6EECF244321}">
                <p14:modId xmlns:p14="http://schemas.microsoft.com/office/powerpoint/2010/main" val="1152171356"/>
              </p:ext>
            </p:extLst>
          </p:nvPr>
        </p:nvGraphicFramePr>
        <p:xfrm>
          <a:off x="2195736" y="2639346"/>
          <a:ext cx="4357687" cy="3025775"/>
        </p:xfrm>
        <a:graphic>
          <a:graphicData uri="http://schemas.openxmlformats.org/presentationml/2006/ole">
            <mc:AlternateContent xmlns:mc="http://schemas.openxmlformats.org/markup-compatibility/2006">
              <mc:Choice xmlns:v="urn:schemas-microsoft-com:vml" Requires="v">
                <p:oleObj spid="_x0000_s5173" name="Visio" r:id="rId5" imgW="4362298" imgH="3276409" progId="Visio.Drawing.11">
                  <p:embed/>
                </p:oleObj>
              </mc:Choice>
              <mc:Fallback>
                <p:oleObj name="Visio" r:id="rId5" imgW="4362298" imgH="3276409" progId="Visio.Drawing.11">
                  <p:embed/>
                  <p:pic>
                    <p:nvPicPr>
                      <p:cNvPr id="0" name="Object 6"/>
                      <p:cNvPicPr>
                        <a:picLocks noChangeAspect="1" noChangeArrowheads="1"/>
                      </p:cNvPicPr>
                      <p:nvPr/>
                    </p:nvPicPr>
                    <p:blipFill>
                      <a:blip r:embed="rId6"/>
                      <a:srcRect/>
                      <a:stretch>
                        <a:fillRect/>
                      </a:stretch>
                    </p:blipFill>
                    <p:spPr bwMode="auto">
                      <a:xfrm>
                        <a:off x="2195736" y="2639346"/>
                        <a:ext cx="4357687" cy="302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5687" name="Line 7"/>
          <p:cNvSpPr>
            <a:spLocks noChangeShapeType="1"/>
          </p:cNvSpPr>
          <p:nvPr/>
        </p:nvSpPr>
        <p:spPr bwMode="auto">
          <a:xfrm flipH="1" flipV="1">
            <a:off x="3995738" y="4724400"/>
            <a:ext cx="1223962" cy="6477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5688" name="Text Box 8"/>
          <p:cNvSpPr txBox="1">
            <a:spLocks noChangeArrowheads="1"/>
          </p:cNvSpPr>
          <p:nvPr/>
        </p:nvSpPr>
        <p:spPr bwMode="auto">
          <a:xfrm>
            <a:off x="4643438" y="5373688"/>
            <a:ext cx="25209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a:t>Ensured by BASIC-Auth and HTTPS</a:t>
            </a:r>
          </a:p>
        </p:txBody>
      </p:sp>
      <p:sp>
        <p:nvSpPr>
          <p:cNvPr id="455689" name="Line 9"/>
          <p:cNvSpPr>
            <a:spLocks noChangeShapeType="1"/>
          </p:cNvSpPr>
          <p:nvPr/>
        </p:nvSpPr>
        <p:spPr bwMode="auto">
          <a:xfrm flipH="1" flipV="1">
            <a:off x="4787900" y="3644900"/>
            <a:ext cx="431800" cy="172878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ustDataLst>
      <p:tags r:id="rId2"/>
    </p:custData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55688"/>
                                        </p:tgtEl>
                                        <p:attrNameLst>
                                          <p:attrName>style.visibility</p:attrName>
                                        </p:attrNameLst>
                                      </p:cBhvr>
                                      <p:to>
                                        <p:strVal val="visible"/>
                                      </p:to>
                                    </p:set>
                                    <p:animEffect transition="in" filter="blinds(horizontal)">
                                      <p:cBhvr>
                                        <p:cTn id="7" dur="500"/>
                                        <p:tgtEl>
                                          <p:spTgt spid="45568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55687"/>
                                        </p:tgtEl>
                                        <p:attrNameLst>
                                          <p:attrName>style.visibility</p:attrName>
                                        </p:attrNameLst>
                                      </p:cBhvr>
                                      <p:to>
                                        <p:strVal val="visible"/>
                                      </p:to>
                                    </p:set>
                                    <p:animEffect transition="in" filter="blinds(horizontal)">
                                      <p:cBhvr>
                                        <p:cTn id="10" dur="500"/>
                                        <p:tgtEl>
                                          <p:spTgt spid="455687"/>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55689"/>
                                        </p:tgtEl>
                                        <p:attrNameLst>
                                          <p:attrName>style.visibility</p:attrName>
                                        </p:attrNameLst>
                                      </p:cBhvr>
                                      <p:to>
                                        <p:strVal val="visible"/>
                                      </p:to>
                                    </p:set>
                                    <p:animEffect transition="in" filter="blinds(horizontal)">
                                      <p:cBhvr>
                                        <p:cTn id="13" dur="500"/>
                                        <p:tgtEl>
                                          <p:spTgt spid="4556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5687" grpId="0" animBg="1"/>
      <p:bldP spid="455688" grpId="0"/>
      <p:bldP spid="45568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pPr eaLnBrk="1" hangingPunct="1"/>
            <a:r>
              <a:rPr lang="en-US" altLang="zh-CN" dirty="0"/>
              <a:t>WS-Security (2/2)</a:t>
            </a:r>
          </a:p>
        </p:txBody>
      </p:sp>
      <p:sp>
        <p:nvSpPr>
          <p:cNvPr id="6148" name="Rectangle 3"/>
          <p:cNvSpPr>
            <a:spLocks noGrp="1" noChangeArrowheads="1"/>
          </p:cNvSpPr>
          <p:nvPr>
            <p:ph idx="1"/>
          </p:nvPr>
        </p:nvSpPr>
        <p:spPr/>
        <p:txBody>
          <a:bodyPr/>
          <a:lstStyle/>
          <a:p>
            <a:pPr eaLnBrk="1" hangingPunct="1"/>
            <a:r>
              <a:rPr lang="en-US" altLang="zh-CN" sz="2800" dirty="0"/>
              <a:t>Web Service Security provides a set of mechanisms to help Web service developers secure SOAP message exchanges</a:t>
            </a:r>
          </a:p>
          <a:p>
            <a:pPr eaLnBrk="1" hangingPunct="1"/>
            <a:r>
              <a:rPr lang="en-US" altLang="zh-CN" sz="2800" dirty="0"/>
              <a:t>It is a family of protocols that enhances the messaging technique to solve three basic problems about the quality of protection of Web services</a:t>
            </a:r>
          </a:p>
          <a:p>
            <a:pPr lvl="1" eaLnBrk="1" hangingPunct="1"/>
            <a:r>
              <a:rPr lang="en-US" altLang="zh-CN" sz="2300" dirty="0"/>
              <a:t>Authentication and authorization of users</a:t>
            </a:r>
          </a:p>
          <a:p>
            <a:pPr lvl="1" eaLnBrk="1" hangingPunct="1"/>
            <a:r>
              <a:rPr lang="en-US" altLang="zh-CN" sz="2300" dirty="0"/>
              <a:t>Message integrity</a:t>
            </a:r>
          </a:p>
          <a:p>
            <a:pPr lvl="1" eaLnBrk="1" hangingPunct="1"/>
            <a:r>
              <a:rPr lang="en-US" altLang="zh-CN" sz="2300" dirty="0"/>
              <a:t>Message encryption</a:t>
            </a:r>
          </a:p>
        </p:txBody>
      </p:sp>
      <p:sp>
        <p:nvSpPr>
          <p:cNvPr id="6146"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0445875D-D916-49E9-9010-8C5E0B3F350C}" type="slidenum">
              <a:rPr lang="en-US" altLang="zh-CN" smtClean="0"/>
              <a:pPr eaLnBrk="1" hangingPunct="1"/>
              <a:t>45</a:t>
            </a:fld>
            <a:endParaRPr lang="en-US" altLang="zh-CN"/>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pPr eaLnBrk="1" hangingPunct="1"/>
            <a:r>
              <a:rPr lang="en-US" altLang="zh-CN"/>
              <a:t>WS-Security road map</a:t>
            </a:r>
          </a:p>
        </p:txBody>
      </p:sp>
      <p:graphicFrame>
        <p:nvGraphicFramePr>
          <p:cNvPr id="7172" name="Object 3"/>
          <p:cNvGraphicFramePr>
            <a:graphicFrameLocks noGrp="1" noChangeAspect="1"/>
          </p:cNvGraphicFramePr>
          <p:nvPr>
            <p:ph idx="1"/>
          </p:nvPr>
        </p:nvGraphicFramePr>
        <p:xfrm>
          <a:off x="1547813" y="1871663"/>
          <a:ext cx="6048375" cy="3708400"/>
        </p:xfrm>
        <a:graphic>
          <a:graphicData uri="http://schemas.openxmlformats.org/presentationml/2006/ole">
            <mc:AlternateContent xmlns:mc="http://schemas.openxmlformats.org/markup-compatibility/2006">
              <mc:Choice xmlns:v="urn:schemas-microsoft-com:vml" Requires="v">
                <p:oleObj spid="_x0000_s7216" name="Visio" r:id="rId4" imgW="6048817" imgH="3708832" progId="Visio.Drawing.11">
                  <p:embed/>
                </p:oleObj>
              </mc:Choice>
              <mc:Fallback>
                <p:oleObj name="Visio" r:id="rId4" imgW="6048817" imgH="3708832" progId="Visio.Drawing.11">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7813" y="1871663"/>
                        <a:ext cx="6048375" cy="3708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0"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CA550925-3B65-4500-9113-C20CE3FB245B}" type="slidenum">
              <a:rPr lang="en-US" altLang="zh-CN" smtClean="0"/>
              <a:pPr eaLnBrk="1" hangingPunct="1"/>
              <a:t>46</a:t>
            </a:fld>
            <a:endParaRPr lang="en-US" altLang="zh-CN"/>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pPr eaLnBrk="1" hangingPunct="1"/>
            <a:r>
              <a:rPr lang="en-US" altLang="zh-CN" dirty="0"/>
              <a:t>Models in road map (1/2)</a:t>
            </a:r>
          </a:p>
        </p:txBody>
      </p:sp>
      <p:sp>
        <p:nvSpPr>
          <p:cNvPr id="8196" name="Rectangle 3"/>
          <p:cNvSpPr>
            <a:spLocks noGrp="1" noChangeArrowheads="1"/>
          </p:cNvSpPr>
          <p:nvPr>
            <p:ph idx="1"/>
          </p:nvPr>
        </p:nvSpPr>
        <p:spPr/>
        <p:txBody>
          <a:bodyPr>
            <a:normAutofit fontScale="85000" lnSpcReduction="20000"/>
          </a:bodyPr>
          <a:lstStyle/>
          <a:p>
            <a:pPr eaLnBrk="1" hangingPunct="1">
              <a:lnSpc>
                <a:spcPct val="110000"/>
              </a:lnSpc>
            </a:pPr>
            <a:r>
              <a:rPr lang="en-US" altLang="zh-CN" sz="2800" i="1" dirty="0"/>
              <a:t>WS-Policy </a:t>
            </a:r>
            <a:r>
              <a:rPr lang="en-US" altLang="zh-CN" sz="2800" dirty="0"/>
              <a:t>provides a syntax-wired model to specify Web service endpoint policies, and it is further refined by including </a:t>
            </a:r>
          </a:p>
          <a:p>
            <a:pPr lvl="1" eaLnBrk="1" hangingPunct="1">
              <a:lnSpc>
                <a:spcPct val="110000"/>
              </a:lnSpc>
            </a:pPr>
            <a:r>
              <a:rPr lang="en-US" altLang="zh-CN" sz="2400" i="1" dirty="0"/>
              <a:t>WS-Security Policy </a:t>
            </a:r>
            <a:r>
              <a:rPr lang="en-US" altLang="zh-CN" sz="2400" dirty="0"/>
              <a:t>defines a grammar for expressing Web service policies. It is a language to support the WS-Security specifications</a:t>
            </a:r>
            <a:endParaRPr lang="en-US" altLang="zh-CN" sz="2400" i="1" dirty="0"/>
          </a:p>
          <a:p>
            <a:pPr lvl="1" eaLnBrk="1" hangingPunct="1">
              <a:lnSpc>
                <a:spcPct val="110000"/>
              </a:lnSpc>
            </a:pPr>
            <a:r>
              <a:rPr lang="en-US" altLang="zh-CN" sz="2400" i="1" dirty="0"/>
              <a:t>WS-Policy Framework </a:t>
            </a:r>
            <a:r>
              <a:rPr lang="en-US" altLang="zh-CN" sz="2400" dirty="0"/>
              <a:t>is defined to allow extensibility to express generic policies not limited to security policies. It intends to accommodate expressions of domain-specific policy languages within a consistent Web services framework</a:t>
            </a:r>
          </a:p>
          <a:p>
            <a:pPr lvl="1" eaLnBrk="1" hangingPunct="1">
              <a:lnSpc>
                <a:spcPct val="110000"/>
              </a:lnSpc>
            </a:pPr>
            <a:r>
              <a:rPr lang="en-US" altLang="zh-CN" sz="2400" i="1" dirty="0"/>
              <a:t>WS-Policy-Attachment</a:t>
            </a:r>
            <a:r>
              <a:rPr lang="en-US" altLang="zh-CN" sz="2400" dirty="0"/>
              <a:t> offers ways to advertise policy assertions with Web services. It builds on the existing WSDL and UDDI specifications and also supports extensibility</a:t>
            </a:r>
            <a:endParaRPr lang="en-US" altLang="zh-CN" sz="2400" i="1" dirty="0"/>
          </a:p>
          <a:p>
            <a:pPr lvl="1" eaLnBrk="1" hangingPunct="1">
              <a:lnSpc>
                <a:spcPct val="110000"/>
              </a:lnSpc>
            </a:pPr>
            <a:r>
              <a:rPr lang="en-US" altLang="zh-CN" sz="2400" i="1" dirty="0"/>
              <a:t>WS-Policy-Assertions</a:t>
            </a:r>
            <a:r>
              <a:rPr lang="en-US" altLang="zh-CN" sz="2400" dirty="0"/>
              <a:t> language offers common policy expressions, which define a generic set of policy assertions for Web Services</a:t>
            </a:r>
          </a:p>
        </p:txBody>
      </p:sp>
      <p:sp>
        <p:nvSpPr>
          <p:cNvPr id="8194"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4C128C4E-4C55-4CB3-B4E1-BED3F3BAAD04}" type="slidenum">
              <a:rPr lang="en-US" altLang="zh-CN" smtClean="0"/>
              <a:pPr eaLnBrk="1" hangingPunct="1"/>
              <a:t>47</a:t>
            </a:fld>
            <a:endParaRPr lang="en-US" altLang="zh-CN"/>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pPr eaLnBrk="1" hangingPunct="1"/>
            <a:r>
              <a:rPr lang="en-US" altLang="zh-CN" dirty="0"/>
              <a:t>Models in road map (2/2)</a:t>
            </a:r>
          </a:p>
        </p:txBody>
      </p:sp>
      <p:sp>
        <p:nvSpPr>
          <p:cNvPr id="9220" name="Rectangle 3"/>
          <p:cNvSpPr>
            <a:spLocks noGrp="1" noChangeArrowheads="1"/>
          </p:cNvSpPr>
          <p:nvPr>
            <p:ph idx="1"/>
          </p:nvPr>
        </p:nvSpPr>
        <p:spPr/>
        <p:txBody>
          <a:bodyPr>
            <a:normAutofit fontScale="85000" lnSpcReduction="20000"/>
          </a:bodyPr>
          <a:lstStyle/>
          <a:p>
            <a:pPr eaLnBrk="1" hangingPunct="1">
              <a:lnSpc>
                <a:spcPct val="110000"/>
              </a:lnSpc>
            </a:pPr>
            <a:r>
              <a:rPr lang="en-US" altLang="zh-CN" sz="2800" i="1" dirty="0"/>
              <a:t>WS-Trust</a:t>
            </a:r>
            <a:r>
              <a:rPr lang="en-US" altLang="zh-CN" sz="2800" dirty="0"/>
              <a:t> defines methods to request and issue security tokens for establishing trust relationships</a:t>
            </a:r>
            <a:endParaRPr lang="en-US" altLang="zh-CN" sz="2800" i="1" dirty="0"/>
          </a:p>
          <a:p>
            <a:pPr eaLnBrk="1" hangingPunct="1">
              <a:lnSpc>
                <a:spcPct val="110000"/>
              </a:lnSpc>
            </a:pPr>
            <a:r>
              <a:rPr lang="en-US" altLang="zh-CN" sz="2800" i="1" dirty="0"/>
              <a:t>WS-Privacy</a:t>
            </a:r>
            <a:r>
              <a:rPr lang="en-US" altLang="zh-CN" sz="2800" dirty="0"/>
              <a:t> specification describes a model for expressing privacy claims inside of </a:t>
            </a:r>
            <a:r>
              <a:rPr lang="en-US" altLang="zh-CN" sz="2800" i="1" dirty="0"/>
              <a:t>WS-Policy</a:t>
            </a:r>
            <a:r>
              <a:rPr lang="en-US" altLang="zh-CN" sz="2800" dirty="0"/>
              <a:t> descriptions and associating privacy claims with messages</a:t>
            </a:r>
          </a:p>
          <a:p>
            <a:pPr eaLnBrk="1" hangingPunct="1">
              <a:lnSpc>
                <a:spcPct val="110000"/>
              </a:lnSpc>
            </a:pPr>
            <a:r>
              <a:rPr lang="en-US" altLang="zh-CN" sz="2800" i="1" dirty="0"/>
              <a:t>WS-Authorization</a:t>
            </a:r>
            <a:r>
              <a:rPr lang="en-US" altLang="zh-CN" sz="2800" dirty="0"/>
              <a:t> defines how Web services manage authorization data and policies</a:t>
            </a:r>
          </a:p>
          <a:p>
            <a:pPr eaLnBrk="1" hangingPunct="1">
              <a:lnSpc>
                <a:spcPct val="110000"/>
              </a:lnSpc>
            </a:pPr>
            <a:r>
              <a:rPr lang="en-US" altLang="zh-CN" sz="2800" i="1" dirty="0"/>
              <a:t>WS-</a:t>
            </a:r>
            <a:r>
              <a:rPr lang="en-US" altLang="zh-CN" sz="2800" i="1" dirty="0" err="1"/>
              <a:t>SecureConversation</a:t>
            </a:r>
            <a:r>
              <a:rPr lang="en-US" altLang="zh-CN" sz="2800" i="1" dirty="0"/>
              <a:t> </a:t>
            </a:r>
            <a:r>
              <a:rPr lang="en-US" altLang="zh-CN" sz="2800" dirty="0"/>
              <a:t>defines a security context based on security tokens for secure communications</a:t>
            </a:r>
          </a:p>
          <a:p>
            <a:pPr eaLnBrk="1" hangingPunct="1">
              <a:lnSpc>
                <a:spcPct val="110000"/>
              </a:lnSpc>
            </a:pPr>
            <a:r>
              <a:rPr lang="en-US" altLang="zh-CN" sz="2800" i="1" dirty="0"/>
              <a:t>WS-Federation</a:t>
            </a:r>
            <a:r>
              <a:rPr lang="en-US" altLang="zh-CN" sz="2800" dirty="0"/>
              <a:t> defines mechanisms to enable federation of identify, account, attribute, authentication, and authorization across different trust realms. Pseudonym model is supported in </a:t>
            </a:r>
            <a:r>
              <a:rPr lang="en-US" altLang="zh-CN" sz="2800" i="1" dirty="0"/>
              <a:t>WS-Federation</a:t>
            </a:r>
          </a:p>
        </p:txBody>
      </p:sp>
      <p:sp>
        <p:nvSpPr>
          <p:cNvPr id="9218"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3E7D9665-6787-4D40-A238-AFADBDEA61DD}" type="slidenum">
              <a:rPr lang="en-US" altLang="zh-CN" smtClean="0"/>
              <a:pPr eaLnBrk="1" hangingPunct="1"/>
              <a:t>48</a:t>
            </a:fld>
            <a:endParaRPr lang="en-US" altLang="zh-CN"/>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normAutofit/>
          </a:bodyPr>
          <a:lstStyle/>
          <a:p>
            <a:pPr eaLnBrk="1" hangingPunct="1"/>
            <a:r>
              <a:rPr lang="en-US" altLang="zh-CN" sz="2800" dirty="0"/>
              <a:t>Structure of WS-Security SOAP message</a:t>
            </a:r>
          </a:p>
        </p:txBody>
      </p:sp>
      <p:graphicFrame>
        <p:nvGraphicFramePr>
          <p:cNvPr id="10244" name="Object 3"/>
          <p:cNvGraphicFramePr>
            <a:graphicFrameLocks noGrp="1" noChangeAspect="1"/>
          </p:cNvGraphicFramePr>
          <p:nvPr>
            <p:ph idx="1"/>
          </p:nvPr>
        </p:nvGraphicFramePr>
        <p:xfrm>
          <a:off x="1438275" y="1906588"/>
          <a:ext cx="6265863" cy="3638550"/>
        </p:xfrm>
        <a:graphic>
          <a:graphicData uri="http://schemas.openxmlformats.org/presentationml/2006/ole">
            <mc:AlternateContent xmlns:mc="http://schemas.openxmlformats.org/markup-compatibility/2006">
              <mc:Choice xmlns:v="urn:schemas-microsoft-com:vml" Requires="v">
                <p:oleObj spid="_x0000_s10289" name="Visio" r:id="rId4" imgW="6265565" imgH="3637857" progId="Visio.Drawing.11">
                  <p:embed/>
                </p:oleObj>
              </mc:Choice>
              <mc:Fallback>
                <p:oleObj name="Visio" r:id="rId4" imgW="6265565" imgH="3637857" progId="Visio.Drawing.11">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38275" y="1906588"/>
                        <a:ext cx="6265863" cy="3638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42"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92F346B-5E17-4054-A1A6-EA72BCA37BC2}" type="slidenum">
              <a:rPr lang="en-US" altLang="zh-CN" smtClean="0"/>
              <a:pPr eaLnBrk="1" hangingPunct="1"/>
              <a:t>49</a:t>
            </a:fld>
            <a:endParaRPr lang="en-US" altLang="zh-CN"/>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p:txBody>
          <a:bodyPr/>
          <a:lstStyle/>
          <a:p>
            <a:r>
              <a:rPr lang="zh-CN" altLang="en-US"/>
              <a:t>加入身份验证的</a:t>
            </a:r>
            <a:r>
              <a:rPr lang="en-US" altLang="zh-CN"/>
              <a:t>SOAP</a:t>
            </a:r>
            <a:r>
              <a:rPr lang="zh-CN" altLang="en-US"/>
              <a:t>消息</a:t>
            </a:r>
          </a:p>
        </p:txBody>
      </p:sp>
      <p:sp>
        <p:nvSpPr>
          <p:cNvPr id="11267"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394384F-3E4F-4873-882B-7CA078F8F1C4}" type="slidenum">
              <a:rPr lang="en-US" altLang="zh-CN" smtClean="0"/>
              <a:pPr eaLnBrk="1" hangingPunct="1"/>
              <a:t>50</a:t>
            </a:fld>
            <a:endParaRPr lang="en-US" altLang="zh-CN"/>
          </a:p>
        </p:txBody>
      </p:sp>
      <p:sp>
        <p:nvSpPr>
          <p:cNvPr id="5" name="Text Box 3"/>
          <p:cNvSpPr txBox="1">
            <a:spLocks noChangeArrowheads="1"/>
          </p:cNvSpPr>
          <p:nvPr/>
        </p:nvSpPr>
        <p:spPr bwMode="auto">
          <a:xfrm>
            <a:off x="395536" y="1556792"/>
            <a:ext cx="8569325" cy="3970318"/>
          </a:xfrm>
          <a:prstGeom prst="rect">
            <a:avLst/>
          </a:prstGeom>
          <a:noFill/>
          <a:ln w="19050">
            <a:solidFill>
              <a:schemeClr val="tx1"/>
            </a:solidFill>
            <a:miter lim="800000"/>
            <a:headEnd/>
            <a:tailEnd/>
          </a:ln>
        </p:spPr>
        <p:txBody>
          <a:bodyPr>
            <a:spAutoFit/>
          </a:bodyPr>
          <a:lstStyle/>
          <a:p>
            <a:pPr>
              <a:defRPr/>
            </a:pPr>
            <a:r>
              <a:rPr lang="en-US" altLang="zh-CN" dirty="0">
                <a:solidFill>
                  <a:srgbClr val="008080"/>
                </a:solidFill>
                <a:highlight>
                  <a:srgbClr val="FFFFFF"/>
                </a:highlight>
                <a:latin typeface="+mn-lt"/>
                <a:ea typeface="宋体"/>
              </a:rPr>
              <a:t>&lt;?xml version="1.0" encoding="UTF-8"?&gt;</a:t>
            </a:r>
            <a:endParaRPr lang="en-US" altLang="zh-CN" dirty="0">
              <a:solidFill>
                <a:srgbClr val="000000"/>
              </a:solidFill>
              <a:highlight>
                <a:srgbClr val="FFFFFF"/>
              </a:highlight>
              <a:latin typeface="+mn-lt"/>
              <a:ea typeface="宋体"/>
            </a:endParaRPr>
          </a:p>
          <a:p>
            <a:pPr>
              <a:defRPr/>
            </a:pPr>
            <a:r>
              <a:rPr lang="en-US" altLang="zh-CN" dirty="0">
                <a:solidFill>
                  <a:srgbClr val="0000FF"/>
                </a:solidFill>
                <a:highlight>
                  <a:srgbClr val="FFFFFF"/>
                </a:highlight>
                <a:latin typeface="+mn-lt"/>
                <a:ea typeface="宋体"/>
              </a:rPr>
              <a:t>&lt;</a:t>
            </a:r>
            <a:r>
              <a:rPr lang="en-US" altLang="zh-CN" dirty="0">
                <a:solidFill>
                  <a:srgbClr val="800000"/>
                </a:solidFill>
                <a:highlight>
                  <a:srgbClr val="FFFFFF"/>
                </a:highlight>
                <a:latin typeface="+mn-lt"/>
                <a:ea typeface="宋体"/>
              </a:rPr>
              <a:t>s:Envelope</a:t>
            </a:r>
            <a:r>
              <a:rPr lang="en-US" altLang="zh-CN" dirty="0">
                <a:solidFill>
                  <a:srgbClr val="FF0000"/>
                </a:solidFill>
                <a:highlight>
                  <a:srgbClr val="FFFFFF"/>
                </a:highlight>
                <a:latin typeface="+mn-lt"/>
                <a:ea typeface="宋体"/>
              </a:rPr>
              <a:t> </a:t>
            </a:r>
            <a:r>
              <a:rPr lang="en-US" altLang="zh-CN" dirty="0" err="1">
                <a:solidFill>
                  <a:srgbClr val="FF0000"/>
                </a:solidFill>
                <a:highlight>
                  <a:srgbClr val="FFFFFF"/>
                </a:highlight>
                <a:latin typeface="+mn-lt"/>
                <a:ea typeface="宋体"/>
              </a:rPr>
              <a:t>xmlns:s</a:t>
            </a:r>
            <a:r>
              <a:rPr lang="en-US" altLang="zh-CN" dirty="0">
                <a:solidFill>
                  <a:srgbClr val="0000FF"/>
                </a:solidFill>
                <a:highlight>
                  <a:srgbClr val="FFFFFF"/>
                </a:highlight>
                <a:latin typeface="+mn-lt"/>
                <a:ea typeface="宋体"/>
              </a:rPr>
              <a:t>="</a:t>
            </a:r>
            <a:r>
              <a:rPr lang="en-US" altLang="zh-CN" dirty="0">
                <a:solidFill>
                  <a:srgbClr val="000000"/>
                </a:solidFill>
                <a:highlight>
                  <a:srgbClr val="FFFFFF"/>
                </a:highlight>
                <a:latin typeface="+mn-lt"/>
                <a:ea typeface="宋体"/>
              </a:rPr>
              <a:t>http://schemas.xmlsoap.org/soap/envelope</a:t>
            </a:r>
            <a:r>
              <a:rPr lang="en-US" altLang="zh-CN" dirty="0">
                <a:solidFill>
                  <a:srgbClr val="0000FF"/>
                </a:solidFill>
                <a:highlight>
                  <a:srgbClr val="FFFFFF"/>
                </a:highlight>
                <a:latin typeface="+mn-lt"/>
                <a:ea typeface="宋体"/>
              </a:rPr>
              <a:t>"</a:t>
            </a:r>
            <a:r>
              <a:rPr lang="en-US" altLang="zh-CN" dirty="0">
                <a:solidFill>
                  <a:srgbClr val="FF0000"/>
                </a:solidFill>
                <a:highlight>
                  <a:srgbClr val="FFFFFF"/>
                </a:highlight>
                <a:latin typeface="+mn-lt"/>
                <a:ea typeface="宋体"/>
              </a:rPr>
              <a:t> 			      </a:t>
            </a:r>
            <a:r>
              <a:rPr lang="en-US" altLang="zh-CN" dirty="0" err="1">
                <a:solidFill>
                  <a:srgbClr val="FF0000"/>
                </a:solidFill>
                <a:highlight>
                  <a:srgbClr val="FFFFFF"/>
                </a:highlight>
                <a:latin typeface="+mn-lt"/>
                <a:ea typeface="宋体"/>
              </a:rPr>
              <a:t>xmlns:wsse</a:t>
            </a:r>
            <a:r>
              <a:rPr lang="en-US" altLang="zh-CN" dirty="0">
                <a:solidFill>
                  <a:srgbClr val="0000FF"/>
                </a:solidFill>
                <a:highlight>
                  <a:srgbClr val="FFFFFF"/>
                </a:highlight>
                <a:latin typeface="+mn-lt"/>
                <a:ea typeface="宋体"/>
              </a:rPr>
              <a:t>="</a:t>
            </a:r>
            <a:r>
              <a:rPr lang="en-US" altLang="zh-CN" dirty="0">
                <a:solidFill>
                  <a:srgbClr val="000000"/>
                </a:solidFill>
                <a:highlight>
                  <a:srgbClr val="FFFFFF"/>
                </a:highlight>
                <a:latin typeface="+mn-lt"/>
                <a:ea typeface="宋体"/>
              </a:rPr>
              <a:t>http://schemas.xmlsoap.org/ws/2002/12/secext</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pPr>
              <a:defRPr/>
            </a:pPr>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a:solidFill>
                  <a:srgbClr val="800000"/>
                </a:solidFill>
                <a:highlight>
                  <a:srgbClr val="FFFFFF"/>
                </a:highlight>
                <a:latin typeface="+mn-lt"/>
                <a:ea typeface="宋体"/>
              </a:rPr>
              <a:t>s:Header</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pPr>
              <a:defRPr/>
            </a:pPr>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wsse:Security</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pPr>
              <a:defRPr/>
            </a:pPr>
            <a:r>
              <a:rPr lang="zh-CN" altLang="en-US"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zh-CN" altLang="en-US" dirty="0">
                <a:solidFill>
                  <a:srgbClr val="808080"/>
                </a:solidFill>
                <a:highlight>
                  <a:srgbClr val="FFFFFF"/>
                </a:highlight>
                <a:latin typeface="+mn-lt"/>
                <a:ea typeface="宋体"/>
              </a:rPr>
              <a:t>用户名和密码</a:t>
            </a:r>
            <a:r>
              <a:rPr lang="en-US" altLang="zh-CN" dirty="0">
                <a:solidFill>
                  <a:srgbClr val="0000FF"/>
                </a:solidFill>
                <a:highlight>
                  <a:srgbClr val="FFFFFF"/>
                </a:highlight>
                <a:latin typeface="+mn-lt"/>
                <a:ea typeface="宋体"/>
              </a:rPr>
              <a:t>--&gt;</a:t>
            </a:r>
            <a:endParaRPr lang="zh-CN" altLang="en-US" dirty="0">
              <a:solidFill>
                <a:srgbClr val="000000"/>
              </a:solidFill>
              <a:highlight>
                <a:srgbClr val="FFFFFF"/>
              </a:highlight>
              <a:latin typeface="+mn-lt"/>
              <a:ea typeface="宋体"/>
            </a:endParaRPr>
          </a:p>
          <a:p>
            <a:pPr>
              <a:defRPr/>
            </a:pPr>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wsse:UsernameToken</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pPr>
              <a:defRPr/>
            </a:pPr>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wsse:Username</a:t>
            </a:r>
            <a:r>
              <a:rPr lang="en-US" altLang="zh-CN" dirty="0">
                <a:solidFill>
                  <a:srgbClr val="0000FF"/>
                </a:solidFill>
                <a:highlight>
                  <a:srgbClr val="FFFFFF"/>
                </a:highlight>
                <a:latin typeface="+mn-lt"/>
                <a:ea typeface="宋体"/>
              </a:rPr>
              <a:t>&gt;</a:t>
            </a:r>
            <a:r>
              <a:rPr lang="en-US" altLang="zh-CN" dirty="0" err="1">
                <a:solidFill>
                  <a:srgbClr val="000000"/>
                </a:solidFill>
                <a:highlight>
                  <a:srgbClr val="FFFFFF"/>
                </a:highlight>
                <a:latin typeface="+mn-lt"/>
                <a:ea typeface="宋体"/>
              </a:rPr>
              <a:t>happyyu</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wsse:Username</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pPr>
              <a:defRPr/>
            </a:pPr>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wsse:Password</a:t>
            </a:r>
            <a:r>
              <a:rPr lang="en-US" altLang="zh-CN" dirty="0">
                <a:solidFill>
                  <a:srgbClr val="0000FF"/>
                </a:solidFill>
                <a:highlight>
                  <a:srgbClr val="FFFFFF"/>
                </a:highlight>
                <a:latin typeface="+mn-lt"/>
                <a:ea typeface="宋体"/>
              </a:rPr>
              <a:t>&gt;</a:t>
            </a:r>
            <a:r>
              <a:rPr lang="en-US" altLang="zh-CN" dirty="0">
                <a:solidFill>
                  <a:srgbClr val="000000"/>
                </a:solidFill>
                <a:highlight>
                  <a:srgbClr val="FFFFFF"/>
                </a:highlight>
                <a:latin typeface="+mn-lt"/>
                <a:ea typeface="宋体"/>
              </a:rPr>
              <a:t>cabbage</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wsse:Password</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pPr>
              <a:defRPr/>
            </a:pPr>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wsse:UsernameToken</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pPr>
              <a:defRPr/>
            </a:pPr>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wsse:Security</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pPr>
              <a:defRPr/>
            </a:pPr>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a:solidFill>
                  <a:srgbClr val="800000"/>
                </a:solidFill>
                <a:highlight>
                  <a:srgbClr val="FFFFFF"/>
                </a:highlight>
                <a:latin typeface="+mn-lt"/>
                <a:ea typeface="宋体"/>
              </a:rPr>
              <a:t>s:Header</a:t>
            </a:r>
            <a:r>
              <a:rPr lang="en-US" altLang="zh-CN" dirty="0">
                <a:solidFill>
                  <a:srgbClr val="0000FF"/>
                </a:solidFill>
                <a:highlight>
                  <a:srgbClr val="FFFFFF"/>
                </a:highlight>
                <a:latin typeface="+mn-lt"/>
                <a:ea typeface="宋体"/>
              </a:rPr>
              <a:t>&gt;</a:t>
            </a:r>
          </a:p>
          <a:p>
            <a:pPr>
              <a:defRPr/>
            </a:pPr>
            <a:r>
              <a:rPr lang="en-US" altLang="zh-CN" dirty="0">
                <a:solidFill>
                  <a:srgbClr val="0000FF"/>
                </a:solidFill>
                <a:highlight>
                  <a:srgbClr val="FFFFFF"/>
                </a:highlight>
                <a:latin typeface="+mn-lt"/>
                <a:ea typeface="宋体"/>
              </a:rPr>
              <a:t>    ……</a:t>
            </a:r>
            <a:endParaRPr lang="en-US" altLang="zh-CN" dirty="0">
              <a:solidFill>
                <a:srgbClr val="000000"/>
              </a:solidFill>
              <a:highlight>
                <a:srgbClr val="FFFFFF"/>
              </a:highlight>
              <a:latin typeface="+mn-lt"/>
              <a:ea typeface="宋体"/>
            </a:endParaRPr>
          </a:p>
          <a:p>
            <a:pPr>
              <a:defRPr/>
            </a:pPr>
            <a:r>
              <a:rPr lang="en-US" altLang="zh-CN" dirty="0">
                <a:solidFill>
                  <a:srgbClr val="0000FF"/>
                </a:solidFill>
                <a:highlight>
                  <a:srgbClr val="FFFFFF"/>
                </a:highlight>
                <a:latin typeface="+mn-lt"/>
                <a:ea typeface="宋体"/>
              </a:rPr>
              <a:t>&lt;/</a:t>
            </a:r>
            <a:r>
              <a:rPr lang="en-US" altLang="zh-CN" dirty="0">
                <a:solidFill>
                  <a:srgbClr val="800000"/>
                </a:solidFill>
                <a:highlight>
                  <a:srgbClr val="FFFFFF"/>
                </a:highlight>
                <a:latin typeface="+mn-lt"/>
                <a:ea typeface="宋体"/>
              </a:rPr>
              <a:t>s:Envelope</a:t>
            </a:r>
            <a:r>
              <a:rPr lang="en-US" altLang="zh-CN" dirty="0">
                <a:solidFill>
                  <a:srgbClr val="0000FF"/>
                </a:solidFill>
                <a:highlight>
                  <a:srgbClr val="FFFFFF"/>
                </a:highlight>
                <a:latin typeface="+mn-lt"/>
                <a:ea typeface="宋体"/>
              </a:rPr>
              <a:t>&gt; </a:t>
            </a:r>
            <a:r>
              <a:rPr lang="en-US" altLang="zh-CN" dirty="0">
                <a:solidFill>
                  <a:srgbClr val="000000"/>
                </a:solidFill>
              </a:rPr>
              <a:t>	</a:t>
            </a:r>
          </a:p>
        </p:txBody>
      </p:sp>
      <p:sp>
        <p:nvSpPr>
          <p:cNvPr id="6" name="Line 8"/>
          <p:cNvSpPr>
            <a:spLocks noChangeShapeType="1"/>
          </p:cNvSpPr>
          <p:nvPr/>
        </p:nvSpPr>
        <p:spPr bwMode="auto">
          <a:xfrm flipH="1" flipV="1">
            <a:off x="6011863" y="4076700"/>
            <a:ext cx="1368425" cy="6477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9"/>
          <p:cNvSpPr txBox="1">
            <a:spLocks noChangeArrowheads="1"/>
          </p:cNvSpPr>
          <p:nvPr/>
        </p:nvSpPr>
        <p:spPr bwMode="auto">
          <a:xfrm>
            <a:off x="6227763" y="4724400"/>
            <a:ext cx="24495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a:t>Encrypted in transport layer </a:t>
            </a:r>
          </a:p>
        </p:txBody>
      </p:sp>
      <p:sp>
        <p:nvSpPr>
          <p:cNvPr id="8" name="Line 10"/>
          <p:cNvSpPr>
            <a:spLocks noChangeShapeType="1"/>
          </p:cNvSpPr>
          <p:nvPr/>
        </p:nvSpPr>
        <p:spPr bwMode="auto">
          <a:xfrm flipH="1" flipV="1">
            <a:off x="6588125" y="3716338"/>
            <a:ext cx="792163" cy="1008062"/>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linds(horizontal)">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p:txBody>
          <a:bodyPr/>
          <a:lstStyle/>
          <a:p>
            <a:r>
              <a:rPr lang="zh-CN" altLang="en-US"/>
              <a:t>加入安全证书的</a:t>
            </a:r>
            <a:r>
              <a:rPr lang="en-US" altLang="zh-CN"/>
              <a:t>SOAP</a:t>
            </a:r>
            <a:r>
              <a:rPr lang="zh-CN" altLang="en-US"/>
              <a:t>消息</a:t>
            </a:r>
          </a:p>
        </p:txBody>
      </p:sp>
      <p:sp>
        <p:nvSpPr>
          <p:cNvPr id="12291"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8BF698B-3D21-42CA-8A5D-8240388CC2B1}" type="slidenum">
              <a:rPr lang="en-US" altLang="zh-CN" smtClean="0"/>
              <a:pPr eaLnBrk="1" hangingPunct="1"/>
              <a:t>51</a:t>
            </a:fld>
            <a:endParaRPr lang="en-US" altLang="zh-CN"/>
          </a:p>
        </p:txBody>
      </p:sp>
      <p:sp>
        <p:nvSpPr>
          <p:cNvPr id="6" name="Text Box 3"/>
          <p:cNvSpPr txBox="1">
            <a:spLocks noChangeArrowheads="1"/>
          </p:cNvSpPr>
          <p:nvPr/>
        </p:nvSpPr>
        <p:spPr bwMode="auto">
          <a:xfrm>
            <a:off x="395536" y="1916832"/>
            <a:ext cx="8569325" cy="3693319"/>
          </a:xfrm>
          <a:prstGeom prst="rect">
            <a:avLst/>
          </a:prstGeom>
          <a:noFill/>
          <a:ln w="19050">
            <a:solidFill>
              <a:schemeClr val="tx1"/>
            </a:solidFill>
            <a:miter lim="800000"/>
            <a:headEnd/>
            <a:tailEnd/>
          </a:ln>
        </p:spPr>
        <p:txBody>
          <a:bodyPr>
            <a:spAutoFit/>
          </a:bodyPr>
          <a:lstStyle/>
          <a:p>
            <a:pPr>
              <a:defRPr/>
            </a:pPr>
            <a:r>
              <a:rPr lang="en-US" altLang="zh-CN" dirty="0">
                <a:solidFill>
                  <a:srgbClr val="008080"/>
                </a:solidFill>
                <a:highlight>
                  <a:srgbClr val="FFFFFF"/>
                </a:highlight>
                <a:latin typeface="+mn-lt"/>
                <a:ea typeface="宋体"/>
              </a:rPr>
              <a:t>&lt;?xml version="1.0" encoding="UTF-8"?&gt;</a:t>
            </a:r>
            <a:endParaRPr lang="en-US" altLang="zh-CN" dirty="0">
              <a:solidFill>
                <a:srgbClr val="000000"/>
              </a:solidFill>
              <a:highlight>
                <a:srgbClr val="FFFFFF"/>
              </a:highlight>
              <a:latin typeface="+mn-lt"/>
              <a:ea typeface="宋体"/>
            </a:endParaRPr>
          </a:p>
          <a:p>
            <a:pPr>
              <a:defRPr/>
            </a:pPr>
            <a:r>
              <a:rPr lang="en-US" altLang="zh-CN" dirty="0">
                <a:solidFill>
                  <a:srgbClr val="0000FF"/>
                </a:solidFill>
                <a:highlight>
                  <a:srgbClr val="FFFFFF"/>
                </a:highlight>
                <a:latin typeface="+mn-lt"/>
                <a:ea typeface="宋体"/>
              </a:rPr>
              <a:t>&lt;</a:t>
            </a:r>
            <a:r>
              <a:rPr lang="en-US" altLang="zh-CN" dirty="0">
                <a:solidFill>
                  <a:srgbClr val="800000"/>
                </a:solidFill>
                <a:highlight>
                  <a:srgbClr val="FFFFFF"/>
                </a:highlight>
                <a:latin typeface="+mn-lt"/>
                <a:ea typeface="宋体"/>
              </a:rPr>
              <a:t>s:Envelope</a:t>
            </a:r>
            <a:r>
              <a:rPr lang="en-US" altLang="zh-CN" dirty="0">
                <a:solidFill>
                  <a:srgbClr val="FF0000"/>
                </a:solidFill>
                <a:highlight>
                  <a:srgbClr val="FFFFFF"/>
                </a:highlight>
                <a:latin typeface="+mn-lt"/>
                <a:ea typeface="宋体"/>
              </a:rPr>
              <a:t> </a:t>
            </a:r>
            <a:r>
              <a:rPr lang="en-US" altLang="zh-CN" dirty="0" err="1">
                <a:solidFill>
                  <a:srgbClr val="FF0000"/>
                </a:solidFill>
                <a:highlight>
                  <a:srgbClr val="FFFFFF"/>
                </a:highlight>
                <a:latin typeface="+mn-lt"/>
                <a:ea typeface="宋体"/>
              </a:rPr>
              <a:t>xmlns:s</a:t>
            </a:r>
            <a:r>
              <a:rPr lang="en-US" altLang="zh-CN" dirty="0">
                <a:solidFill>
                  <a:srgbClr val="0000FF"/>
                </a:solidFill>
                <a:highlight>
                  <a:srgbClr val="FFFFFF"/>
                </a:highlight>
                <a:latin typeface="+mn-lt"/>
                <a:ea typeface="宋体"/>
              </a:rPr>
              <a:t>="</a:t>
            </a:r>
            <a:r>
              <a:rPr lang="en-US" altLang="zh-CN" dirty="0">
                <a:solidFill>
                  <a:srgbClr val="000000"/>
                </a:solidFill>
                <a:highlight>
                  <a:srgbClr val="FFFFFF"/>
                </a:highlight>
                <a:latin typeface="+mn-lt"/>
                <a:ea typeface="宋体"/>
              </a:rPr>
              <a:t>http://schemas.xmlsoap.org/soap/envelope</a:t>
            </a:r>
            <a:r>
              <a:rPr lang="en-US" altLang="zh-CN" dirty="0">
                <a:solidFill>
                  <a:srgbClr val="0000FF"/>
                </a:solidFill>
                <a:highlight>
                  <a:srgbClr val="FFFFFF"/>
                </a:highlight>
                <a:latin typeface="+mn-lt"/>
                <a:ea typeface="宋体"/>
              </a:rPr>
              <a:t>"</a:t>
            </a:r>
            <a:r>
              <a:rPr lang="en-US" altLang="zh-CN" dirty="0">
                <a:solidFill>
                  <a:srgbClr val="FF0000"/>
                </a:solidFill>
                <a:highlight>
                  <a:srgbClr val="FFFFFF"/>
                </a:highlight>
                <a:latin typeface="+mn-lt"/>
                <a:ea typeface="宋体"/>
              </a:rPr>
              <a:t> </a:t>
            </a:r>
            <a:r>
              <a:rPr lang="en-US" altLang="zh-CN" dirty="0" err="1">
                <a:solidFill>
                  <a:srgbClr val="FF0000"/>
                </a:solidFill>
                <a:highlight>
                  <a:srgbClr val="FFFFFF"/>
                </a:highlight>
                <a:latin typeface="+mn-lt"/>
                <a:ea typeface="宋体"/>
              </a:rPr>
              <a:t>xmlns:wsse</a:t>
            </a:r>
            <a:r>
              <a:rPr lang="en-US" altLang="zh-CN" dirty="0">
                <a:solidFill>
                  <a:srgbClr val="0000FF"/>
                </a:solidFill>
                <a:highlight>
                  <a:srgbClr val="FFFFFF"/>
                </a:highlight>
                <a:latin typeface="+mn-lt"/>
                <a:ea typeface="宋体"/>
              </a:rPr>
              <a:t>="</a:t>
            </a:r>
            <a:r>
              <a:rPr lang="en-US" altLang="zh-CN" dirty="0">
                <a:solidFill>
                  <a:srgbClr val="000000"/>
                </a:solidFill>
                <a:highlight>
                  <a:srgbClr val="FFFFFF"/>
                </a:highlight>
                <a:latin typeface="+mn-lt"/>
                <a:ea typeface="宋体"/>
              </a:rPr>
              <a:t>http://schemas.xmlsoap.org/ws/2002/12/secext</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pPr>
              <a:defRPr/>
            </a:pPr>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a:solidFill>
                  <a:srgbClr val="800000"/>
                </a:solidFill>
                <a:highlight>
                  <a:srgbClr val="FFFFFF"/>
                </a:highlight>
                <a:latin typeface="+mn-lt"/>
                <a:ea typeface="宋体"/>
              </a:rPr>
              <a:t>s:Header</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pPr>
              <a:defRPr/>
            </a:pPr>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wsse:Security</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pPr>
              <a:defRPr/>
            </a:pPr>
            <a:r>
              <a:rPr lang="zh-CN" altLang="en-US"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a:solidFill>
                  <a:srgbClr val="808080"/>
                </a:solidFill>
                <a:highlight>
                  <a:srgbClr val="FFFFFF"/>
                </a:highlight>
                <a:latin typeface="+mn-lt"/>
                <a:ea typeface="宋体"/>
              </a:rPr>
              <a:t>Kerberos </a:t>
            </a:r>
            <a:r>
              <a:rPr lang="zh-CN" altLang="en-US" dirty="0">
                <a:solidFill>
                  <a:srgbClr val="808080"/>
                </a:solidFill>
                <a:highlight>
                  <a:srgbClr val="FFFFFF"/>
                </a:highlight>
                <a:latin typeface="+mn-lt"/>
                <a:ea typeface="宋体"/>
              </a:rPr>
              <a:t>安全证书声明</a:t>
            </a:r>
            <a:r>
              <a:rPr lang="en-US" altLang="zh-CN" dirty="0">
                <a:solidFill>
                  <a:srgbClr val="0000FF"/>
                </a:solidFill>
                <a:highlight>
                  <a:srgbClr val="FFFFFF"/>
                </a:highlight>
                <a:latin typeface="+mn-lt"/>
                <a:ea typeface="宋体"/>
              </a:rPr>
              <a:t>--&gt;</a:t>
            </a:r>
            <a:endParaRPr lang="zh-CN" altLang="en-US" dirty="0">
              <a:solidFill>
                <a:srgbClr val="000000"/>
              </a:solidFill>
              <a:highlight>
                <a:srgbClr val="FFFFFF"/>
              </a:highlight>
              <a:latin typeface="+mn-lt"/>
              <a:ea typeface="宋体"/>
            </a:endParaRPr>
          </a:p>
          <a:p>
            <a:pPr>
              <a:defRPr/>
            </a:pPr>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wsse:BinarySecurityToken</a:t>
            </a:r>
            <a:r>
              <a:rPr lang="en-US" altLang="zh-CN" dirty="0">
                <a:solidFill>
                  <a:srgbClr val="FF0000"/>
                </a:solidFill>
                <a:highlight>
                  <a:srgbClr val="FFFFFF"/>
                </a:highlight>
                <a:latin typeface="+mn-lt"/>
                <a:ea typeface="宋体"/>
              </a:rPr>
              <a:t> </a:t>
            </a:r>
            <a:r>
              <a:rPr lang="en-US" altLang="zh-CN" dirty="0" err="1">
                <a:solidFill>
                  <a:srgbClr val="FF0000"/>
                </a:solidFill>
                <a:highlight>
                  <a:srgbClr val="FFFFFF"/>
                </a:highlight>
                <a:latin typeface="+mn-lt"/>
                <a:ea typeface="宋体"/>
              </a:rPr>
              <a:t>ValueType</a:t>
            </a:r>
            <a:r>
              <a:rPr lang="en-US" altLang="zh-CN" dirty="0">
                <a:solidFill>
                  <a:srgbClr val="0000FF"/>
                </a:solidFill>
                <a:highlight>
                  <a:srgbClr val="FFFFFF"/>
                </a:highlight>
                <a:latin typeface="+mn-lt"/>
                <a:ea typeface="宋体"/>
              </a:rPr>
              <a:t>="</a:t>
            </a:r>
            <a:r>
              <a:rPr lang="en-US" altLang="zh-CN" dirty="0">
                <a:solidFill>
                  <a:srgbClr val="000000"/>
                </a:solidFill>
                <a:highlight>
                  <a:srgbClr val="FFFFFF"/>
                </a:highlight>
                <a:latin typeface="+mn-lt"/>
                <a:ea typeface="宋体"/>
              </a:rPr>
              <a:t>wsse:Kerberosv5ST</a:t>
            </a:r>
            <a:r>
              <a:rPr lang="en-US" altLang="zh-CN" dirty="0">
                <a:solidFill>
                  <a:srgbClr val="0000FF"/>
                </a:solidFill>
                <a:highlight>
                  <a:srgbClr val="FFFFFF"/>
                </a:highlight>
                <a:latin typeface="+mn-lt"/>
                <a:ea typeface="宋体"/>
              </a:rPr>
              <a:t>"</a:t>
            </a:r>
            <a:r>
              <a:rPr lang="en-US" altLang="zh-CN" dirty="0">
                <a:solidFill>
                  <a:srgbClr val="FF0000"/>
                </a:solidFill>
                <a:highlight>
                  <a:srgbClr val="FFFFFF"/>
                </a:highlight>
                <a:latin typeface="+mn-lt"/>
                <a:ea typeface="宋体"/>
              </a:rPr>
              <a:t> 						</a:t>
            </a:r>
            <a:r>
              <a:rPr lang="en-US" altLang="zh-CN" dirty="0" err="1">
                <a:solidFill>
                  <a:srgbClr val="FF0000"/>
                </a:solidFill>
                <a:highlight>
                  <a:srgbClr val="FFFFFF"/>
                </a:highlight>
                <a:latin typeface="+mn-lt"/>
                <a:ea typeface="宋体"/>
              </a:rPr>
              <a:t>EncodingType</a:t>
            </a:r>
            <a:r>
              <a:rPr lang="en-US" altLang="zh-CN" dirty="0">
                <a:solidFill>
                  <a:srgbClr val="0000FF"/>
                </a:solidFill>
                <a:highlight>
                  <a:srgbClr val="FFFFFF"/>
                </a:highlight>
                <a:latin typeface="+mn-lt"/>
                <a:ea typeface="宋体"/>
              </a:rPr>
              <a:t>="</a:t>
            </a:r>
            <a:r>
              <a:rPr lang="en-US" altLang="zh-CN" dirty="0">
                <a:solidFill>
                  <a:srgbClr val="000000"/>
                </a:solidFill>
                <a:highlight>
                  <a:srgbClr val="FFFFFF"/>
                </a:highlight>
                <a:latin typeface="+mn-lt"/>
                <a:ea typeface="宋体"/>
              </a:rPr>
              <a:t>wsse:Base64Binary</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pPr>
              <a:defRPr/>
            </a:pPr>
            <a:r>
              <a:rPr lang="en-US" altLang="zh-CN" dirty="0">
                <a:solidFill>
                  <a:srgbClr val="000000"/>
                </a:solidFill>
                <a:highlight>
                  <a:srgbClr val="FFFFFF"/>
                </a:highlight>
                <a:latin typeface="+mn-lt"/>
                <a:ea typeface="宋体"/>
              </a:rPr>
              <a:t>		</a:t>
            </a:r>
            <a:r>
              <a:rPr lang="en-US" altLang="zh-CN" dirty="0" err="1">
                <a:solidFill>
                  <a:srgbClr val="000000"/>
                </a:solidFill>
                <a:highlight>
                  <a:srgbClr val="FFFFFF"/>
                </a:highlight>
                <a:latin typeface="+mn-lt"/>
                <a:ea typeface="宋体"/>
              </a:rPr>
              <a:t>XSETt</a:t>
            </a:r>
            <a:r>
              <a:rPr lang="en-US" altLang="zh-CN" dirty="0">
                <a:solidFill>
                  <a:srgbClr val="000000"/>
                </a:solidFill>
                <a:highlight>
                  <a:srgbClr val="FFFFFF"/>
                </a:highlight>
                <a:latin typeface="+mn-lt"/>
                <a:ea typeface="宋体"/>
              </a:rPr>
              <a:t>...</a:t>
            </a:r>
          </a:p>
          <a:p>
            <a:pPr>
              <a:defRPr/>
            </a:pPr>
            <a:r>
              <a:rPr lang="en-US" altLang="zh-CN" dirty="0">
                <a:solidFill>
                  <a:srgbClr val="0000FF"/>
                </a:solidFill>
                <a:highlight>
                  <a:srgbClr val="FFFFFF"/>
                </a:highlight>
                <a:latin typeface="+mn-lt"/>
                <a:ea typeface="宋体"/>
              </a:rPr>
              <a:t>	&lt;/</a:t>
            </a:r>
            <a:r>
              <a:rPr lang="en-US" altLang="zh-CN" dirty="0" err="1">
                <a:solidFill>
                  <a:srgbClr val="800000"/>
                </a:solidFill>
                <a:highlight>
                  <a:srgbClr val="FFFFFF"/>
                </a:highlight>
                <a:latin typeface="+mn-lt"/>
                <a:ea typeface="宋体"/>
              </a:rPr>
              <a:t>wsse:BinarySecurityToken</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pPr>
              <a:defRPr/>
            </a:pPr>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err="1">
                <a:solidFill>
                  <a:srgbClr val="800000"/>
                </a:solidFill>
                <a:highlight>
                  <a:srgbClr val="FFFFFF"/>
                </a:highlight>
                <a:latin typeface="+mn-lt"/>
                <a:ea typeface="宋体"/>
              </a:rPr>
              <a:t>wsse:Security</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pPr>
              <a:defRPr/>
            </a:pPr>
            <a:r>
              <a:rPr lang="en-US" altLang="zh-CN" dirty="0">
                <a:solidFill>
                  <a:srgbClr val="000000"/>
                </a:solidFill>
                <a:highlight>
                  <a:srgbClr val="FFFFFF"/>
                </a:highlight>
                <a:latin typeface="+mn-lt"/>
                <a:ea typeface="宋体"/>
              </a:rPr>
              <a:t>    </a:t>
            </a:r>
            <a:r>
              <a:rPr lang="en-US" altLang="zh-CN" dirty="0">
                <a:solidFill>
                  <a:srgbClr val="0000FF"/>
                </a:solidFill>
                <a:highlight>
                  <a:srgbClr val="FFFFFF"/>
                </a:highlight>
                <a:latin typeface="+mn-lt"/>
                <a:ea typeface="宋体"/>
              </a:rPr>
              <a:t>&lt;/</a:t>
            </a:r>
            <a:r>
              <a:rPr lang="en-US" altLang="zh-CN" dirty="0">
                <a:solidFill>
                  <a:srgbClr val="800000"/>
                </a:solidFill>
                <a:highlight>
                  <a:srgbClr val="FFFFFF"/>
                </a:highlight>
                <a:latin typeface="+mn-lt"/>
                <a:ea typeface="宋体"/>
              </a:rPr>
              <a:t>s:Header</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a:p>
            <a:pPr>
              <a:defRPr/>
            </a:pPr>
            <a:r>
              <a:rPr lang="en-US" altLang="zh-CN" dirty="0">
                <a:solidFill>
                  <a:srgbClr val="0000FF"/>
                </a:solidFill>
                <a:highlight>
                  <a:srgbClr val="FFFFFF"/>
                </a:highlight>
                <a:latin typeface="+mn-lt"/>
                <a:ea typeface="宋体"/>
              </a:rPr>
              <a:t>&lt;/</a:t>
            </a:r>
            <a:r>
              <a:rPr lang="en-US" altLang="zh-CN" dirty="0">
                <a:solidFill>
                  <a:srgbClr val="800000"/>
                </a:solidFill>
                <a:highlight>
                  <a:srgbClr val="FFFFFF"/>
                </a:highlight>
                <a:latin typeface="+mn-lt"/>
                <a:ea typeface="宋体"/>
              </a:rPr>
              <a:t>s:Envelope</a:t>
            </a:r>
            <a:r>
              <a:rPr lang="en-US" altLang="zh-CN" dirty="0">
                <a:solidFill>
                  <a:srgbClr val="0000FF"/>
                </a:solidFill>
                <a:highlight>
                  <a:srgbClr val="FFFFFF"/>
                </a:highlight>
                <a:latin typeface="+mn-lt"/>
                <a:ea typeface="宋体"/>
              </a:rPr>
              <a:t>&gt;</a:t>
            </a:r>
            <a:endParaRPr lang="en-US" altLang="zh-CN" dirty="0">
              <a:solidFill>
                <a:srgbClr val="000000"/>
              </a:solidFill>
              <a:highlight>
                <a:srgbClr val="FFFFFF"/>
              </a:highlight>
              <a:latin typeface="+mn-lt"/>
              <a:ea typeface="宋体"/>
            </a:endParaRPr>
          </a:p>
        </p:txBody>
      </p:sp>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p:txBody>
          <a:bodyPr/>
          <a:lstStyle/>
          <a:p>
            <a:r>
              <a:rPr lang="zh-CN" altLang="en-US"/>
              <a:t>加入数字签名的</a:t>
            </a:r>
            <a:r>
              <a:rPr lang="en-US" altLang="zh-CN"/>
              <a:t>SOAP</a:t>
            </a:r>
            <a:r>
              <a:rPr lang="zh-CN" altLang="en-US"/>
              <a:t>消息</a:t>
            </a:r>
          </a:p>
        </p:txBody>
      </p:sp>
      <p:sp>
        <p:nvSpPr>
          <p:cNvPr id="13315"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B883A70C-44AB-4A14-9FB2-31D723930CC3}" type="slidenum">
              <a:rPr lang="en-US" altLang="zh-CN" smtClean="0"/>
              <a:pPr eaLnBrk="1" hangingPunct="1"/>
              <a:t>52</a:t>
            </a:fld>
            <a:endParaRPr lang="en-US" altLang="zh-CN"/>
          </a:p>
        </p:txBody>
      </p:sp>
      <p:sp>
        <p:nvSpPr>
          <p:cNvPr id="5" name="Text Box 3"/>
          <p:cNvSpPr txBox="1">
            <a:spLocks noChangeArrowheads="1"/>
          </p:cNvSpPr>
          <p:nvPr/>
        </p:nvSpPr>
        <p:spPr bwMode="auto">
          <a:xfrm>
            <a:off x="467544" y="1268760"/>
            <a:ext cx="8569325" cy="5262979"/>
          </a:xfrm>
          <a:prstGeom prst="rect">
            <a:avLst/>
          </a:prstGeom>
          <a:noFill/>
          <a:ln w="19050">
            <a:solidFill>
              <a:schemeClr val="tx1"/>
            </a:solidFill>
            <a:miter lim="800000"/>
            <a:headEnd/>
            <a:tailEnd/>
          </a:ln>
        </p:spPr>
        <p:txBody>
          <a:bodyPr>
            <a:spAutoFit/>
          </a:bodyPr>
          <a:lstStyle/>
          <a:p>
            <a:pPr>
              <a:defRPr/>
            </a:pPr>
            <a:r>
              <a:rPr lang="en-US" altLang="zh-CN" sz="1200" dirty="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s:Envelope</a:t>
            </a:r>
            <a:r>
              <a:rPr lang="en-US" altLang="zh-CN" sz="1200" dirty="0">
                <a:solidFill>
                  <a:srgbClr val="FF0000"/>
                </a:solidFill>
                <a:highlight>
                  <a:srgbClr val="FFFFFF"/>
                </a:highlight>
                <a:latin typeface="+mn-lt"/>
                <a:ea typeface="宋体"/>
              </a:rPr>
              <a:t> 	</a:t>
            </a:r>
            <a:r>
              <a:rPr lang="en-US" altLang="zh-CN" sz="1200" dirty="0" err="1">
                <a:solidFill>
                  <a:srgbClr val="FF0000"/>
                </a:solidFill>
                <a:highlight>
                  <a:srgbClr val="FFFFFF"/>
                </a:highlight>
                <a:latin typeface="+mn-lt"/>
                <a:ea typeface="宋体"/>
              </a:rPr>
              <a:t>xmlns:s</a:t>
            </a:r>
            <a:r>
              <a:rPr lang="en-US" altLang="zh-CN" sz="1200" dirty="0">
                <a:solidFill>
                  <a:srgbClr val="0000FF"/>
                </a:solidFill>
                <a:highlight>
                  <a:srgbClr val="FFFFFF"/>
                </a:highlight>
                <a:latin typeface="+mn-lt"/>
                <a:ea typeface="宋体"/>
              </a:rPr>
              <a:t>="</a:t>
            </a:r>
            <a:r>
              <a:rPr lang="en-US" altLang="zh-CN" sz="1200" dirty="0">
                <a:solidFill>
                  <a:srgbClr val="000000"/>
                </a:solidFill>
                <a:highlight>
                  <a:srgbClr val="FFFFFF"/>
                </a:highlight>
                <a:latin typeface="+mn-lt"/>
                <a:ea typeface="宋体"/>
              </a:rPr>
              <a:t>http://schemas.xmlsoap.org/soap/envelope</a:t>
            </a:r>
            <a:r>
              <a:rPr lang="en-US" altLang="zh-CN" sz="1200" dirty="0">
                <a:solidFill>
                  <a:srgbClr val="0000FF"/>
                </a:solidFill>
                <a:highlight>
                  <a:srgbClr val="FFFFFF"/>
                </a:highlight>
                <a:latin typeface="+mn-lt"/>
                <a:ea typeface="宋体"/>
              </a:rPr>
              <a:t>"</a:t>
            </a:r>
            <a:r>
              <a:rPr lang="en-US" altLang="zh-CN" sz="1200" dirty="0">
                <a:solidFill>
                  <a:srgbClr val="FF0000"/>
                </a:solidFill>
                <a:highlight>
                  <a:srgbClr val="FFFFFF"/>
                </a:highlight>
                <a:latin typeface="+mn-lt"/>
                <a:ea typeface="宋体"/>
              </a:rPr>
              <a:t> 	</a:t>
            </a:r>
            <a:r>
              <a:rPr lang="en-US" altLang="zh-CN" sz="1200" dirty="0" err="1">
                <a:solidFill>
                  <a:srgbClr val="FF0000"/>
                </a:solidFill>
                <a:highlight>
                  <a:srgbClr val="FFFFFF"/>
                </a:highlight>
                <a:latin typeface="+mn-lt"/>
                <a:ea typeface="宋体"/>
              </a:rPr>
              <a:t>xmlns:wsse</a:t>
            </a:r>
            <a:r>
              <a:rPr lang="en-US" altLang="zh-CN" sz="1200" dirty="0">
                <a:solidFill>
                  <a:srgbClr val="0000FF"/>
                </a:solidFill>
                <a:highlight>
                  <a:srgbClr val="FFFFFF"/>
                </a:highlight>
                <a:latin typeface="+mn-lt"/>
                <a:ea typeface="宋体"/>
              </a:rPr>
              <a:t>="</a:t>
            </a:r>
            <a:r>
              <a:rPr lang="en-US" altLang="zh-CN" sz="1200" dirty="0">
                <a:solidFill>
                  <a:srgbClr val="000000"/>
                </a:solidFill>
                <a:highlight>
                  <a:srgbClr val="FFFFFF"/>
                </a:highlight>
                <a:latin typeface="+mn-lt"/>
                <a:ea typeface="宋体"/>
              </a:rPr>
              <a:t>http://schemas.xmlsoap.org/ws/2002/12/secext</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a:solidFill>
                  <a:srgbClr val="800000"/>
                </a:solidFill>
                <a:highlight>
                  <a:srgbClr val="FFFFFF"/>
                </a:highlight>
                <a:latin typeface="+mn-lt"/>
                <a:ea typeface="宋体"/>
              </a:rPr>
              <a:t>s:Header</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wsse:Security</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zh-CN" altLang="en-US"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a:solidFill>
                  <a:srgbClr val="808080"/>
                </a:solidFill>
                <a:highlight>
                  <a:srgbClr val="FFFFFF"/>
                </a:highlight>
                <a:latin typeface="+mn-lt"/>
                <a:ea typeface="宋体"/>
              </a:rPr>
              <a:t>X.509 </a:t>
            </a:r>
            <a:r>
              <a:rPr lang="zh-CN" altLang="en-US" sz="1200" dirty="0">
                <a:solidFill>
                  <a:srgbClr val="808080"/>
                </a:solidFill>
                <a:highlight>
                  <a:srgbClr val="FFFFFF"/>
                </a:highlight>
                <a:latin typeface="+mn-lt"/>
                <a:ea typeface="宋体"/>
              </a:rPr>
              <a:t>安全证书凭证声明</a:t>
            </a:r>
            <a:r>
              <a:rPr lang="en-US" altLang="zh-CN" sz="1200" dirty="0">
                <a:solidFill>
                  <a:srgbClr val="0000FF"/>
                </a:solidFill>
                <a:highlight>
                  <a:srgbClr val="FFFFFF"/>
                </a:highlight>
                <a:latin typeface="+mn-lt"/>
                <a:ea typeface="宋体"/>
              </a:rPr>
              <a:t>--&gt;</a:t>
            </a:r>
            <a:endParaRPr lang="zh-CN" altLang="en-US" sz="1200" dirty="0">
              <a:solidFill>
                <a:srgbClr val="000000"/>
              </a:solidFill>
              <a:highlight>
                <a:srgbClr val="FFFFFF"/>
              </a:highlight>
              <a:latin typeface="+mn-lt"/>
              <a:ea typeface="宋体"/>
            </a:endParaRPr>
          </a:p>
          <a:p>
            <a:pPr>
              <a:defRPr/>
            </a:pPr>
            <a:r>
              <a:rPr lang="en-US" altLang="zh-CN" sz="1200" dirty="0">
                <a:solidFill>
                  <a:srgbClr val="0000FF"/>
                </a:solidFill>
                <a:highlight>
                  <a:srgbClr val="FFFFFF"/>
                </a:highlight>
                <a:latin typeface="+mn-lt"/>
                <a:ea typeface="宋体"/>
              </a:rPr>
              <a:t>            &lt;</a:t>
            </a:r>
            <a:r>
              <a:rPr lang="en-US" altLang="zh-CN" sz="1200" dirty="0" err="1">
                <a:solidFill>
                  <a:srgbClr val="800000"/>
                </a:solidFill>
                <a:highlight>
                  <a:srgbClr val="FFFFFF"/>
                </a:highlight>
                <a:latin typeface="+mn-lt"/>
                <a:ea typeface="宋体"/>
              </a:rPr>
              <a:t>wsse:BinarySecurityToken</a:t>
            </a:r>
            <a:r>
              <a:rPr lang="en-US" altLang="zh-CN" sz="1200" dirty="0">
                <a:solidFill>
                  <a:srgbClr val="FF0000"/>
                </a:solidFill>
                <a:highlight>
                  <a:srgbClr val="FFFFFF"/>
                </a:highlight>
                <a:latin typeface="+mn-lt"/>
                <a:ea typeface="宋体"/>
              </a:rPr>
              <a:t> </a:t>
            </a:r>
            <a:r>
              <a:rPr lang="en-US" altLang="zh-CN" sz="1200" dirty="0" err="1">
                <a:solidFill>
                  <a:srgbClr val="FF0000"/>
                </a:solidFill>
                <a:highlight>
                  <a:srgbClr val="FFFFFF"/>
                </a:highlight>
                <a:latin typeface="+mn-lt"/>
                <a:ea typeface="宋体"/>
              </a:rPr>
              <a:t>ValueType</a:t>
            </a:r>
            <a:r>
              <a:rPr lang="en-US" altLang="zh-CN" sz="1200" dirty="0">
                <a:solidFill>
                  <a:srgbClr val="0000FF"/>
                </a:solidFill>
                <a:highlight>
                  <a:srgbClr val="FFFFFF"/>
                </a:highlight>
                <a:latin typeface="+mn-lt"/>
                <a:ea typeface="宋体"/>
              </a:rPr>
              <a:t>="</a:t>
            </a:r>
            <a:r>
              <a:rPr lang="en-US" altLang="zh-CN" sz="1200" dirty="0">
                <a:solidFill>
                  <a:srgbClr val="000000"/>
                </a:solidFill>
                <a:highlight>
                  <a:srgbClr val="FFFFFF"/>
                </a:highlight>
                <a:latin typeface="+mn-lt"/>
                <a:ea typeface="宋体"/>
              </a:rPr>
              <a:t> wsse:X509v3</a:t>
            </a:r>
            <a:r>
              <a:rPr lang="en-US" altLang="zh-CN" sz="1200" dirty="0">
                <a:solidFill>
                  <a:srgbClr val="0000FF"/>
                </a:solidFill>
                <a:highlight>
                  <a:srgbClr val="FFFFFF"/>
                </a:highlight>
                <a:latin typeface="+mn-lt"/>
                <a:ea typeface="宋体"/>
              </a:rPr>
              <a:t>"</a:t>
            </a:r>
            <a:r>
              <a:rPr lang="en-US" altLang="zh-CN" sz="1200" dirty="0">
                <a:solidFill>
                  <a:srgbClr val="FF0000"/>
                </a:solidFill>
                <a:highlight>
                  <a:srgbClr val="FFFFFF"/>
                </a:highlight>
                <a:latin typeface="+mn-lt"/>
                <a:ea typeface="宋体"/>
              </a:rPr>
              <a:t> </a:t>
            </a:r>
            <a:r>
              <a:rPr lang="en-US" altLang="zh-CN" sz="1200" dirty="0" err="1">
                <a:solidFill>
                  <a:srgbClr val="FF0000"/>
                </a:solidFill>
                <a:highlight>
                  <a:srgbClr val="FFFFFF"/>
                </a:highlight>
                <a:latin typeface="+mn-lt"/>
                <a:ea typeface="宋体"/>
              </a:rPr>
              <a:t>wsu:Id</a:t>
            </a:r>
            <a:r>
              <a:rPr lang="en-US" altLang="zh-CN" sz="1200" dirty="0">
                <a:solidFill>
                  <a:srgbClr val="0000FF"/>
                </a:solidFill>
                <a:highlight>
                  <a:srgbClr val="FFFFFF"/>
                </a:highlight>
                <a:latin typeface="+mn-lt"/>
                <a:ea typeface="宋体"/>
              </a:rPr>
              <a:t>="</a:t>
            </a:r>
            <a:r>
              <a:rPr lang="en-US" altLang="zh-CN" sz="1200" dirty="0">
                <a:solidFill>
                  <a:srgbClr val="000000"/>
                </a:solidFill>
                <a:highlight>
                  <a:srgbClr val="FFFFFF"/>
                </a:highlight>
                <a:latin typeface="+mn-lt"/>
                <a:ea typeface="宋体"/>
              </a:rPr>
              <a:t>X509Cert</a:t>
            </a:r>
            <a:r>
              <a:rPr lang="en-US" altLang="zh-CN" sz="1200" dirty="0">
                <a:solidFill>
                  <a:srgbClr val="0000FF"/>
                </a:solidFill>
                <a:highlight>
                  <a:srgbClr val="FFFFFF"/>
                </a:highlight>
                <a:latin typeface="+mn-lt"/>
                <a:ea typeface="宋体"/>
              </a:rPr>
              <a:t>"</a:t>
            </a:r>
            <a:r>
              <a:rPr lang="en-US" altLang="zh-CN" sz="1200" dirty="0">
                <a:solidFill>
                  <a:srgbClr val="FF0000"/>
                </a:solidFill>
                <a:highlight>
                  <a:srgbClr val="FFFFFF"/>
                </a:highlight>
                <a:latin typeface="+mn-lt"/>
                <a:ea typeface="宋体"/>
              </a:rPr>
              <a:t> </a:t>
            </a:r>
            <a:r>
              <a:rPr lang="en-US" altLang="zh-CN" sz="1200" dirty="0" err="1">
                <a:solidFill>
                  <a:srgbClr val="FF0000"/>
                </a:solidFill>
                <a:highlight>
                  <a:srgbClr val="FFFFFF"/>
                </a:highlight>
                <a:latin typeface="+mn-lt"/>
                <a:ea typeface="宋体"/>
              </a:rPr>
              <a:t>EncodingType</a:t>
            </a:r>
            <a:r>
              <a:rPr lang="en-US" altLang="zh-CN" sz="1200" dirty="0">
                <a:solidFill>
                  <a:srgbClr val="0000FF"/>
                </a:solidFill>
                <a:highlight>
                  <a:srgbClr val="FFFFFF"/>
                </a:highlight>
                <a:latin typeface="+mn-lt"/>
                <a:ea typeface="宋体"/>
              </a:rPr>
              <a:t>="</a:t>
            </a:r>
            <a:r>
              <a:rPr lang="en-US" altLang="zh-CN" sz="1200" dirty="0">
                <a:solidFill>
                  <a:srgbClr val="000000"/>
                </a:solidFill>
                <a:highlight>
                  <a:srgbClr val="FFFFFF"/>
                </a:highlight>
                <a:latin typeface="+mn-lt"/>
                <a:ea typeface="宋体"/>
              </a:rPr>
              <a:t>wsse:Base64Binary</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err="1">
                <a:solidFill>
                  <a:srgbClr val="000000"/>
                </a:solidFill>
                <a:highlight>
                  <a:srgbClr val="FFFFFF"/>
                </a:highlight>
                <a:latin typeface="+mn-lt"/>
                <a:ea typeface="宋体"/>
              </a:rPr>
              <a:t>XSETt</a:t>
            </a:r>
            <a:r>
              <a:rPr lang="en-US" altLang="zh-CN" sz="1200" dirty="0">
                <a:solidFill>
                  <a:srgbClr val="000000"/>
                </a:solidFill>
                <a:highlight>
                  <a:srgbClr val="FFFFFF"/>
                </a:highlight>
                <a:latin typeface="+mn-lt"/>
                <a:ea typeface="宋体"/>
              </a:rPr>
              <a:t>...</a:t>
            </a:r>
          </a:p>
          <a:p>
            <a:pPr>
              <a:defRPr/>
            </a:pPr>
            <a:r>
              <a:rPr lang="en-US" altLang="zh-CN" sz="1200" dirty="0">
                <a:solidFill>
                  <a:srgbClr val="0000FF"/>
                </a:solidFill>
                <a:highlight>
                  <a:srgbClr val="FFFFFF"/>
                </a:highlight>
                <a:latin typeface="+mn-lt"/>
                <a:ea typeface="宋体"/>
              </a:rPr>
              <a:t>            &lt;/</a:t>
            </a:r>
            <a:r>
              <a:rPr lang="en-US" altLang="zh-CN" sz="1200" dirty="0" err="1">
                <a:solidFill>
                  <a:srgbClr val="800000"/>
                </a:solidFill>
                <a:highlight>
                  <a:srgbClr val="FFFFFF"/>
                </a:highlight>
                <a:latin typeface="+mn-lt"/>
                <a:ea typeface="宋体"/>
              </a:rPr>
              <a:t>wsse:BinarySecurityToken</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FF"/>
                </a:solidFill>
                <a:highlight>
                  <a:srgbClr val="FFFFFF"/>
                </a:highlight>
                <a:latin typeface="+mn-lt"/>
                <a:ea typeface="宋体"/>
              </a:rPr>
              <a:t>            &lt;!--</a:t>
            </a:r>
            <a:r>
              <a:rPr lang="zh-CN" altLang="en-US" sz="1200" dirty="0">
                <a:solidFill>
                  <a:srgbClr val="808080"/>
                </a:solidFill>
                <a:highlight>
                  <a:srgbClr val="FFFFFF"/>
                </a:highlight>
                <a:latin typeface="+mn-lt"/>
                <a:ea typeface="宋体"/>
              </a:rPr>
              <a:t>数字签名声明</a:t>
            </a:r>
            <a:r>
              <a:rPr lang="en-US" altLang="zh-CN" sz="1200" dirty="0">
                <a:solidFill>
                  <a:srgbClr val="0000FF"/>
                </a:solidFill>
                <a:highlight>
                  <a:srgbClr val="FFFFFF"/>
                </a:highlight>
                <a:latin typeface="+mn-lt"/>
                <a:ea typeface="宋体"/>
              </a:rPr>
              <a:t>--&gt;</a:t>
            </a:r>
            <a:endParaRPr lang="zh-CN" altLang="en-US" sz="1200" dirty="0">
              <a:solidFill>
                <a:srgbClr val="000000"/>
              </a:solidFill>
              <a:highlight>
                <a:srgbClr val="FFFFFF"/>
              </a:highlight>
              <a:latin typeface="+mn-lt"/>
              <a:ea typeface="宋体"/>
            </a:endParaRPr>
          </a:p>
          <a:p>
            <a:pPr>
              <a:defRPr/>
            </a:pPr>
            <a:r>
              <a:rPr lang="en-US" altLang="zh-CN" sz="1200" dirty="0">
                <a:solidFill>
                  <a:srgbClr val="0000FF"/>
                </a:solidFill>
                <a:highlight>
                  <a:srgbClr val="FFFFFF"/>
                </a:highlight>
                <a:latin typeface="+mn-lt"/>
                <a:ea typeface="宋体"/>
              </a:rPr>
              <a:t>            &lt;</a:t>
            </a:r>
            <a:r>
              <a:rPr lang="en-US" altLang="zh-CN" sz="1200" dirty="0" err="1">
                <a:solidFill>
                  <a:srgbClr val="800000"/>
                </a:solidFill>
                <a:highlight>
                  <a:srgbClr val="FFFFFF"/>
                </a:highlight>
                <a:latin typeface="+mn-lt"/>
                <a:ea typeface="宋体"/>
              </a:rPr>
              <a:t>ds:Signature</a:t>
            </a:r>
            <a:r>
              <a:rPr lang="en-US" altLang="zh-CN" sz="1200" dirty="0">
                <a:solidFill>
                  <a:srgbClr val="FF0000"/>
                </a:solidFill>
                <a:highlight>
                  <a:srgbClr val="FFFFFF"/>
                </a:highlight>
                <a:latin typeface="+mn-lt"/>
                <a:ea typeface="宋体"/>
              </a:rPr>
              <a:t> </a:t>
            </a:r>
            <a:r>
              <a:rPr lang="en-US" altLang="zh-CN" sz="1200" dirty="0" err="1">
                <a:solidFill>
                  <a:srgbClr val="FF0000"/>
                </a:solidFill>
                <a:highlight>
                  <a:srgbClr val="FFFFFF"/>
                </a:highlight>
                <a:latin typeface="+mn-lt"/>
                <a:ea typeface="宋体"/>
              </a:rPr>
              <a:t>xmlns</a:t>
            </a:r>
            <a:r>
              <a:rPr lang="en-US" altLang="zh-CN" sz="1200" dirty="0">
                <a:solidFill>
                  <a:srgbClr val="0000FF"/>
                </a:solidFill>
                <a:highlight>
                  <a:srgbClr val="FFFFFF"/>
                </a:highlight>
                <a:latin typeface="+mn-lt"/>
                <a:ea typeface="宋体"/>
              </a:rPr>
              <a:t>="</a:t>
            </a:r>
            <a:r>
              <a:rPr lang="en-US" altLang="zh-CN" sz="1200" dirty="0">
                <a:solidFill>
                  <a:srgbClr val="000000"/>
                </a:solidFill>
                <a:highlight>
                  <a:srgbClr val="FFFFFF"/>
                </a:highlight>
                <a:latin typeface="+mn-lt"/>
                <a:ea typeface="宋体"/>
              </a:rPr>
              <a:t>http://www.w3.org/2000/09/xmldsig#</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ds:SignedInfo</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ds:CanonicalizationMethod</a:t>
            </a:r>
            <a:r>
              <a:rPr lang="en-US" altLang="zh-CN" sz="1200" dirty="0">
                <a:solidFill>
                  <a:srgbClr val="FF0000"/>
                </a:solidFill>
                <a:highlight>
                  <a:srgbClr val="FFFFFF"/>
                </a:highlight>
                <a:latin typeface="+mn-lt"/>
                <a:ea typeface="宋体"/>
              </a:rPr>
              <a:t> Algorithm</a:t>
            </a:r>
            <a:r>
              <a:rPr lang="en-US" altLang="zh-CN" sz="1200" dirty="0">
                <a:solidFill>
                  <a:srgbClr val="0000FF"/>
                </a:solidFill>
                <a:highlight>
                  <a:srgbClr val="FFFFFF"/>
                </a:highlight>
                <a:latin typeface="+mn-lt"/>
                <a:ea typeface="宋体"/>
              </a:rPr>
              <a:t>="</a:t>
            </a:r>
            <a:r>
              <a:rPr lang="en-US" altLang="zh-CN" sz="1200" dirty="0">
                <a:solidFill>
                  <a:srgbClr val="000000"/>
                </a:solidFill>
                <a:highlight>
                  <a:srgbClr val="FFFFFF"/>
                </a:highlight>
                <a:latin typeface="+mn-lt"/>
                <a:ea typeface="宋体"/>
              </a:rPr>
              <a:t>http://www.w3.org/2000/10/xml-3xc-c14N</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ds:SignatureMethod</a:t>
            </a:r>
            <a:r>
              <a:rPr lang="en-US" altLang="zh-CN" sz="1200" dirty="0">
                <a:solidFill>
                  <a:srgbClr val="FF0000"/>
                </a:solidFill>
                <a:highlight>
                  <a:srgbClr val="FFFFFF"/>
                </a:highlight>
                <a:latin typeface="+mn-lt"/>
                <a:ea typeface="宋体"/>
              </a:rPr>
              <a:t> Algorithm</a:t>
            </a:r>
            <a:r>
              <a:rPr lang="en-US" altLang="zh-CN" sz="1200" dirty="0">
                <a:solidFill>
                  <a:srgbClr val="0000FF"/>
                </a:solidFill>
                <a:highlight>
                  <a:srgbClr val="FFFFFF"/>
                </a:highlight>
                <a:latin typeface="+mn-lt"/>
                <a:ea typeface="宋体"/>
              </a:rPr>
              <a:t>="</a:t>
            </a:r>
            <a:r>
              <a:rPr lang="en-US" altLang="zh-CN" sz="1200" dirty="0">
                <a:solidFill>
                  <a:srgbClr val="000000"/>
                </a:solidFill>
                <a:highlight>
                  <a:srgbClr val="FFFFFF"/>
                </a:highlight>
                <a:latin typeface="+mn-lt"/>
                <a:ea typeface="宋体"/>
              </a:rPr>
              <a:t>http://www.w3.org/2000/09/xmldsig#rsa-shal</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ds:Reference</a:t>
            </a:r>
            <a:r>
              <a:rPr lang="en-US" altLang="zh-CN" sz="1200" dirty="0">
                <a:solidFill>
                  <a:srgbClr val="FF0000"/>
                </a:solidFill>
                <a:highlight>
                  <a:srgbClr val="FFFFFF"/>
                </a:highlight>
                <a:latin typeface="+mn-lt"/>
                <a:ea typeface="宋体"/>
              </a:rPr>
              <a:t> URI</a:t>
            </a:r>
            <a:r>
              <a:rPr lang="en-US" altLang="zh-CN" sz="1200" dirty="0">
                <a:solidFill>
                  <a:srgbClr val="0000FF"/>
                </a:solidFill>
                <a:highlight>
                  <a:srgbClr val="FFFFFF"/>
                </a:highlight>
                <a:latin typeface="+mn-lt"/>
                <a:ea typeface="宋体"/>
              </a:rPr>
              <a:t>="</a:t>
            </a:r>
            <a:r>
              <a:rPr lang="en-US" altLang="zh-CN" sz="1200" dirty="0" err="1">
                <a:solidFill>
                  <a:srgbClr val="000000"/>
                </a:solidFill>
                <a:highlight>
                  <a:srgbClr val="FFFFFF"/>
                </a:highlight>
                <a:latin typeface="+mn-lt"/>
                <a:ea typeface="宋体"/>
              </a:rPr>
              <a:t>MessageBody</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ds:DigestValue</a:t>
            </a:r>
            <a:r>
              <a:rPr lang="en-US" altLang="zh-CN" sz="1200" dirty="0">
                <a:solidFill>
                  <a:srgbClr val="0000FF"/>
                </a:solidFill>
                <a:highlight>
                  <a:srgbClr val="FFFFFF"/>
                </a:highlight>
                <a:latin typeface="+mn-lt"/>
                <a:ea typeface="宋体"/>
              </a:rPr>
              <a:t>&gt;</a:t>
            </a:r>
            <a:r>
              <a:rPr lang="en-US" altLang="zh-CN" sz="1200" dirty="0">
                <a:solidFill>
                  <a:srgbClr val="000000"/>
                </a:solidFill>
                <a:highlight>
                  <a:srgbClr val="FFFFFF"/>
                </a:highlight>
                <a:latin typeface="+mn-lt"/>
                <a:ea typeface="宋体"/>
              </a:rPr>
              <a:t> ... </a:t>
            </a:r>
            <a:r>
              <a:rPr lang="en-US" altLang="zh-CN" sz="1200" dirty="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ds:DigestValue</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ds:Reference</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ds:SignedValue</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p>
          <a:p>
            <a:pPr>
              <a:defRPr/>
            </a:pPr>
            <a:r>
              <a:rPr lang="en-US" altLang="zh-CN" sz="1200" dirty="0">
                <a:solidFill>
                  <a:srgbClr val="0000FF"/>
                </a:solidFill>
                <a:highlight>
                  <a:srgbClr val="FFFFFF"/>
                </a:highlight>
                <a:latin typeface="+mn-lt"/>
                <a:ea typeface="宋体"/>
              </a:rPr>
              <a:t>	&lt;/</a:t>
            </a:r>
            <a:r>
              <a:rPr lang="en-US" altLang="zh-CN" sz="1200" dirty="0" err="1">
                <a:solidFill>
                  <a:srgbClr val="800000"/>
                </a:solidFill>
                <a:highlight>
                  <a:srgbClr val="FFFFFF"/>
                </a:highlight>
                <a:latin typeface="+mn-lt"/>
                <a:ea typeface="宋体"/>
              </a:rPr>
              <a:t>ds:SignedValue</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ds:keylnfo</a:t>
            </a:r>
            <a:r>
              <a:rPr lang="en-US" altLang="zh-CN" sz="1200" dirty="0">
                <a:solidFill>
                  <a:srgbClr val="0000FF"/>
                </a:solidFill>
                <a:highlight>
                  <a:srgbClr val="FFFFFF"/>
                </a:highlight>
                <a:latin typeface="+mn-lt"/>
                <a:ea typeface="宋体"/>
              </a:rPr>
              <a:t>&gt;</a:t>
            </a: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ds:keylnfo</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ds:SignedInfo</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ds:Signature</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wsse:Security</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a:solidFill>
                  <a:srgbClr val="800000"/>
                </a:solidFill>
                <a:highlight>
                  <a:srgbClr val="FFFFFF"/>
                </a:highlight>
                <a:latin typeface="+mn-lt"/>
                <a:ea typeface="宋体"/>
              </a:rPr>
              <a:t>s:Header</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a:solidFill>
                  <a:srgbClr val="800000"/>
                </a:solidFill>
                <a:highlight>
                  <a:srgbClr val="FFFFFF"/>
                </a:highlight>
                <a:latin typeface="+mn-lt"/>
                <a:ea typeface="宋体"/>
              </a:rPr>
              <a:t>s:Body</a:t>
            </a:r>
            <a:r>
              <a:rPr lang="en-US" altLang="zh-CN" sz="1200" dirty="0">
                <a:solidFill>
                  <a:srgbClr val="FF0000"/>
                </a:solidFill>
                <a:highlight>
                  <a:srgbClr val="FFFFFF"/>
                </a:highlight>
                <a:latin typeface="+mn-lt"/>
                <a:ea typeface="宋体"/>
              </a:rPr>
              <a:t> </a:t>
            </a:r>
            <a:r>
              <a:rPr lang="en-US" altLang="zh-CN" sz="1200" dirty="0" err="1">
                <a:solidFill>
                  <a:srgbClr val="FF0000"/>
                </a:solidFill>
                <a:highlight>
                  <a:srgbClr val="FFFFFF"/>
                </a:highlight>
                <a:latin typeface="+mn-lt"/>
                <a:ea typeface="宋体"/>
              </a:rPr>
              <a:t>wsu:Id</a:t>
            </a:r>
            <a:r>
              <a:rPr lang="en-US" altLang="zh-CN" sz="1200" dirty="0">
                <a:solidFill>
                  <a:srgbClr val="0000FF"/>
                </a:solidFill>
                <a:highlight>
                  <a:srgbClr val="FFFFFF"/>
                </a:highlight>
                <a:latin typeface="+mn-lt"/>
                <a:ea typeface="宋体"/>
              </a:rPr>
              <a:t>="</a:t>
            </a:r>
            <a:r>
              <a:rPr lang="en-US" altLang="zh-CN" sz="1200" dirty="0">
                <a:solidFill>
                  <a:srgbClr val="000000"/>
                </a:solidFill>
                <a:highlight>
                  <a:srgbClr val="FFFFFF"/>
                </a:highlight>
                <a:latin typeface="+mn-lt"/>
                <a:ea typeface="宋体"/>
              </a:rPr>
              <a:t>Message Body</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p>
          <a:p>
            <a:pPr>
              <a:defRPr/>
            </a:pPr>
            <a:r>
              <a:rPr lang="en-US" altLang="zh-CN" sz="1200" dirty="0">
                <a:solidFill>
                  <a:srgbClr val="0000FF"/>
                </a:solidFill>
                <a:highlight>
                  <a:srgbClr val="FFFFFF"/>
                </a:highlight>
                <a:latin typeface="+mn-lt"/>
                <a:ea typeface="宋体"/>
              </a:rPr>
              <a:t>    &lt;/</a:t>
            </a:r>
            <a:r>
              <a:rPr lang="en-US" altLang="zh-CN" sz="1200" dirty="0">
                <a:solidFill>
                  <a:srgbClr val="800000"/>
                </a:solidFill>
                <a:highlight>
                  <a:srgbClr val="FFFFFF"/>
                </a:highlight>
                <a:latin typeface="+mn-lt"/>
                <a:ea typeface="宋体"/>
              </a:rPr>
              <a:t>s:Body</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FF"/>
                </a:solidFill>
                <a:highlight>
                  <a:srgbClr val="FFFFFF"/>
                </a:highlight>
                <a:latin typeface="+mn-lt"/>
                <a:ea typeface="宋体"/>
              </a:rPr>
              <a:t>&lt;/</a:t>
            </a:r>
            <a:r>
              <a:rPr lang="en-US" altLang="zh-CN" sz="1200" dirty="0">
                <a:solidFill>
                  <a:srgbClr val="800000"/>
                </a:solidFill>
                <a:highlight>
                  <a:srgbClr val="FFFFFF"/>
                </a:highlight>
                <a:latin typeface="+mn-lt"/>
                <a:ea typeface="宋体"/>
              </a:rPr>
              <a:t>s:Envelope</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p:txBody>
          <a:bodyPr/>
          <a:lstStyle/>
          <a:p>
            <a:r>
              <a:rPr lang="zh-CN" altLang="en-US"/>
              <a:t>加密的</a:t>
            </a:r>
            <a:r>
              <a:rPr lang="en-US" altLang="zh-CN"/>
              <a:t>SOAP</a:t>
            </a:r>
            <a:r>
              <a:rPr lang="zh-CN" altLang="en-US"/>
              <a:t>消息</a:t>
            </a:r>
          </a:p>
        </p:txBody>
      </p:sp>
      <p:sp>
        <p:nvSpPr>
          <p:cNvPr id="14339"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B45FF5F3-9DEA-4448-BF6E-8F1BE72E3970}" type="slidenum">
              <a:rPr lang="en-US" altLang="zh-CN" smtClean="0"/>
              <a:pPr eaLnBrk="1" hangingPunct="1"/>
              <a:t>53</a:t>
            </a:fld>
            <a:endParaRPr lang="en-US" altLang="zh-CN"/>
          </a:p>
        </p:txBody>
      </p:sp>
      <p:sp>
        <p:nvSpPr>
          <p:cNvPr id="5" name="Text Box 3"/>
          <p:cNvSpPr txBox="1">
            <a:spLocks noChangeArrowheads="1"/>
          </p:cNvSpPr>
          <p:nvPr/>
        </p:nvSpPr>
        <p:spPr bwMode="auto">
          <a:xfrm>
            <a:off x="395536" y="1124744"/>
            <a:ext cx="8569325" cy="5589240"/>
          </a:xfrm>
          <a:prstGeom prst="rect">
            <a:avLst/>
          </a:prstGeom>
          <a:noFill/>
          <a:ln w="19050">
            <a:solidFill>
              <a:schemeClr val="tx1"/>
            </a:solidFill>
            <a:miter lim="800000"/>
            <a:headEnd/>
            <a:tailEnd/>
          </a:ln>
        </p:spPr>
        <p:txBody>
          <a:bodyPr>
            <a:spAutoFit/>
          </a:bodyPr>
          <a:lstStyle/>
          <a:p>
            <a:pPr>
              <a:defRPr/>
            </a:pPr>
            <a:r>
              <a:rPr lang="en-US" altLang="zh-CN" sz="1200" dirty="0">
                <a:solidFill>
                  <a:srgbClr val="0000FF"/>
                </a:solidFill>
                <a:highlight>
                  <a:srgbClr val="FFFFFF"/>
                </a:highlight>
                <a:latin typeface="+mn-lt"/>
                <a:ea typeface="宋体"/>
              </a:rPr>
              <a:t>&lt;</a:t>
            </a:r>
            <a:r>
              <a:rPr lang="en-US" altLang="zh-CN" sz="1200" err="1">
                <a:solidFill>
                  <a:srgbClr val="800000"/>
                </a:solidFill>
                <a:highlight>
                  <a:srgbClr val="FFFFFF"/>
                </a:highlight>
                <a:latin typeface="+mn-lt"/>
                <a:ea typeface="宋体"/>
              </a:rPr>
              <a:t>s:Envelope</a:t>
            </a:r>
            <a:r>
              <a:rPr lang="en-US" altLang="zh-CN" sz="1200">
                <a:solidFill>
                  <a:srgbClr val="FF0000"/>
                </a:solidFill>
                <a:highlight>
                  <a:srgbClr val="FFFFFF"/>
                </a:highlight>
                <a:latin typeface="+mn-lt"/>
                <a:ea typeface="宋体"/>
              </a:rPr>
              <a:t> 	xmlns:s</a:t>
            </a:r>
            <a:r>
              <a:rPr lang="en-US" altLang="zh-CN" sz="1200" dirty="0">
                <a:solidFill>
                  <a:srgbClr val="0000FF"/>
                </a:solidFill>
                <a:highlight>
                  <a:srgbClr val="FFFFFF"/>
                </a:highlight>
                <a:latin typeface="+mn-lt"/>
                <a:ea typeface="宋体"/>
              </a:rPr>
              <a:t>="</a:t>
            </a:r>
            <a:r>
              <a:rPr lang="en-US" altLang="zh-CN" sz="1200" dirty="0">
                <a:solidFill>
                  <a:srgbClr val="000000"/>
                </a:solidFill>
                <a:highlight>
                  <a:srgbClr val="FFFFFF"/>
                </a:highlight>
                <a:latin typeface="+mn-lt"/>
                <a:ea typeface="宋体"/>
              </a:rPr>
              <a:t>http://schemas.xmlsoap.org/soap/envelope</a:t>
            </a:r>
            <a:r>
              <a:rPr lang="en-US" altLang="zh-CN" sz="1200" dirty="0">
                <a:solidFill>
                  <a:srgbClr val="0000FF"/>
                </a:solidFill>
                <a:highlight>
                  <a:srgbClr val="FFFFFF"/>
                </a:highlight>
                <a:latin typeface="+mn-lt"/>
                <a:ea typeface="宋体"/>
              </a:rPr>
              <a:t>"</a:t>
            </a:r>
            <a:r>
              <a:rPr lang="en-US" altLang="zh-CN" sz="1200" dirty="0">
                <a:solidFill>
                  <a:srgbClr val="FF0000"/>
                </a:solidFill>
                <a:highlight>
                  <a:srgbClr val="FFFFFF"/>
                </a:highlight>
                <a:latin typeface="+mn-lt"/>
                <a:ea typeface="宋体"/>
              </a:rPr>
              <a:t> </a:t>
            </a:r>
            <a:r>
              <a:rPr lang="en-US" altLang="zh-CN" sz="1200" dirty="0" err="1">
                <a:solidFill>
                  <a:srgbClr val="FF0000"/>
                </a:solidFill>
                <a:highlight>
                  <a:srgbClr val="FFFFFF"/>
                </a:highlight>
                <a:latin typeface="+mn-lt"/>
                <a:ea typeface="宋体"/>
              </a:rPr>
              <a:t>xmlns:wsse</a:t>
            </a:r>
            <a:r>
              <a:rPr lang="en-US" altLang="zh-CN" sz="1200" dirty="0">
                <a:solidFill>
                  <a:srgbClr val="0000FF"/>
                </a:solidFill>
                <a:highlight>
                  <a:srgbClr val="FFFFFF"/>
                </a:highlight>
                <a:latin typeface="+mn-lt"/>
                <a:ea typeface="宋体"/>
              </a:rPr>
              <a:t>="</a:t>
            </a:r>
            <a:r>
              <a:rPr lang="en-US" altLang="zh-CN" sz="1200" dirty="0">
                <a:solidFill>
                  <a:srgbClr val="000000"/>
                </a:solidFill>
                <a:highlight>
                  <a:srgbClr val="FFFFFF"/>
                </a:highlight>
                <a:latin typeface="+mn-lt"/>
                <a:ea typeface="宋体"/>
              </a:rPr>
              <a:t>http://schemas.xmlsoap.org/ws/2002/12/secext</a:t>
            </a:r>
            <a:r>
              <a:rPr lang="en-US" altLang="zh-CN" sz="1200" dirty="0">
                <a:solidFill>
                  <a:srgbClr val="0000FF"/>
                </a:solidFill>
                <a:highlight>
                  <a:srgbClr val="FFFFFF"/>
                </a:highlight>
                <a:latin typeface="+mn-lt"/>
                <a:ea typeface="宋体"/>
              </a:rPr>
              <a:t>"</a:t>
            </a:r>
            <a:r>
              <a:rPr lang="en-US" altLang="zh-CN" sz="1200" dirty="0">
                <a:solidFill>
                  <a:srgbClr val="FF0000"/>
                </a:solidFill>
                <a:highlight>
                  <a:srgbClr val="FFFFFF"/>
                </a:highlight>
                <a:latin typeface="+mn-lt"/>
                <a:ea typeface="宋体"/>
              </a:rPr>
              <a:t>  </a:t>
            </a:r>
            <a:r>
              <a:rPr lang="en-US" altLang="zh-CN" sz="1200" dirty="0" err="1">
                <a:solidFill>
                  <a:srgbClr val="FF0000"/>
                </a:solidFill>
                <a:highlight>
                  <a:srgbClr val="FFFFFF"/>
                </a:highlight>
                <a:latin typeface="+mn-lt"/>
                <a:ea typeface="宋体"/>
              </a:rPr>
              <a:t>xmlns:wsu</a:t>
            </a:r>
            <a:r>
              <a:rPr lang="en-US" altLang="zh-CN" sz="1200" dirty="0">
                <a:solidFill>
                  <a:srgbClr val="0000FF"/>
                </a:solidFill>
                <a:highlight>
                  <a:srgbClr val="FFFFFF"/>
                </a:highlight>
                <a:latin typeface="+mn-lt"/>
                <a:ea typeface="宋体"/>
              </a:rPr>
              <a:t>="</a:t>
            </a:r>
            <a:r>
              <a:rPr lang="en-US" altLang="zh-CN" sz="1200" dirty="0">
                <a:solidFill>
                  <a:srgbClr val="000000"/>
                </a:solidFill>
                <a:highlight>
                  <a:srgbClr val="FFFFFF"/>
                </a:highlight>
                <a:latin typeface="+mn-lt"/>
                <a:ea typeface="宋体"/>
              </a:rPr>
              <a:t>http://schemas.xmlsoap.org/ws/2002/07/utility</a:t>
            </a:r>
            <a:r>
              <a:rPr lang="en-US" altLang="zh-CN" sz="1200" dirty="0">
                <a:solidFill>
                  <a:srgbClr val="0000FF"/>
                </a:solidFill>
                <a:highlight>
                  <a:srgbClr val="FFFFFF"/>
                </a:highlight>
                <a:latin typeface="+mn-lt"/>
                <a:ea typeface="宋体"/>
              </a:rPr>
              <a:t>"</a:t>
            </a:r>
          </a:p>
          <a:p>
            <a:pPr>
              <a:defRPr/>
            </a:pPr>
            <a:r>
              <a:rPr lang="en-US" altLang="zh-CN" sz="1200" dirty="0" err="1">
                <a:solidFill>
                  <a:srgbClr val="FF0000"/>
                </a:solidFill>
                <a:highlight>
                  <a:srgbClr val="FFFFFF"/>
                </a:highlight>
                <a:latin typeface="+mn-lt"/>
                <a:ea typeface="宋体"/>
              </a:rPr>
              <a:t>xmlns:ds</a:t>
            </a:r>
            <a:r>
              <a:rPr lang="en-US" altLang="zh-CN" sz="1200" dirty="0">
                <a:solidFill>
                  <a:srgbClr val="0000FF"/>
                </a:solidFill>
                <a:highlight>
                  <a:srgbClr val="FFFFFF"/>
                </a:highlight>
                <a:latin typeface="+mn-lt"/>
                <a:ea typeface="宋体"/>
              </a:rPr>
              <a:t>="</a:t>
            </a:r>
            <a:r>
              <a:rPr lang="en-US" altLang="zh-CN" sz="1200" dirty="0">
                <a:solidFill>
                  <a:srgbClr val="000000"/>
                </a:solidFill>
                <a:highlight>
                  <a:srgbClr val="FFFFFF"/>
                </a:highlight>
                <a:latin typeface="+mn-lt"/>
                <a:ea typeface="宋体"/>
              </a:rPr>
              <a:t>http://www.w3.org/2002/09/xmldsig#</a:t>
            </a:r>
            <a:r>
              <a:rPr lang="en-US" altLang="zh-CN" sz="1200" dirty="0">
                <a:solidFill>
                  <a:srgbClr val="0000FF"/>
                </a:solidFill>
                <a:highlight>
                  <a:srgbClr val="FFFFFF"/>
                </a:highlight>
                <a:latin typeface="+mn-lt"/>
                <a:ea typeface="宋体"/>
              </a:rPr>
              <a:t>"</a:t>
            </a:r>
            <a:r>
              <a:rPr lang="en-US" altLang="zh-CN" sz="1200" dirty="0">
                <a:solidFill>
                  <a:srgbClr val="FF0000"/>
                </a:solidFill>
                <a:highlight>
                  <a:srgbClr val="FFFFFF"/>
                </a:highlight>
                <a:latin typeface="+mn-lt"/>
                <a:ea typeface="宋体"/>
              </a:rPr>
              <a:t>  </a:t>
            </a:r>
            <a:r>
              <a:rPr lang="en-US" altLang="zh-CN" sz="1200" dirty="0" err="1">
                <a:solidFill>
                  <a:srgbClr val="FF0000"/>
                </a:solidFill>
                <a:highlight>
                  <a:srgbClr val="FFFFFF"/>
                </a:highlight>
                <a:latin typeface="+mn-lt"/>
                <a:ea typeface="宋体"/>
              </a:rPr>
              <a:t>xmlns:xenc</a:t>
            </a:r>
            <a:r>
              <a:rPr lang="en-US" altLang="zh-CN" sz="1200" dirty="0">
                <a:solidFill>
                  <a:srgbClr val="0000FF"/>
                </a:solidFill>
                <a:highlight>
                  <a:srgbClr val="FFFFFF"/>
                </a:highlight>
                <a:latin typeface="+mn-lt"/>
                <a:ea typeface="宋体"/>
              </a:rPr>
              <a:t>="</a:t>
            </a:r>
            <a:r>
              <a:rPr lang="en-US" altLang="zh-CN" sz="1200" dirty="0">
                <a:solidFill>
                  <a:srgbClr val="000000"/>
                </a:solidFill>
                <a:highlight>
                  <a:srgbClr val="FFFFFF"/>
                </a:highlight>
                <a:latin typeface="+mn-lt"/>
                <a:ea typeface="宋体"/>
              </a:rPr>
              <a:t>http://www.w3.org/2002/09/xmlenc#</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a:solidFill>
                  <a:srgbClr val="800000"/>
                </a:solidFill>
                <a:highlight>
                  <a:srgbClr val="FFFFFF"/>
                </a:highlight>
                <a:latin typeface="+mn-lt"/>
                <a:ea typeface="宋体"/>
              </a:rPr>
              <a:t>s:Header</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wsse:Security</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zh-CN" altLang="en-US"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zh-CN" altLang="en-US" sz="1200" dirty="0">
                <a:solidFill>
                  <a:srgbClr val="808080"/>
                </a:solidFill>
                <a:highlight>
                  <a:srgbClr val="FFFFFF"/>
                </a:highlight>
                <a:latin typeface="+mn-lt"/>
                <a:ea typeface="宋体"/>
              </a:rPr>
              <a:t>加密方法声明</a:t>
            </a:r>
            <a:r>
              <a:rPr lang="en-US" altLang="zh-CN" sz="1200" dirty="0">
                <a:solidFill>
                  <a:srgbClr val="0000FF"/>
                </a:solidFill>
                <a:highlight>
                  <a:srgbClr val="FFFFFF"/>
                </a:highlight>
                <a:latin typeface="+mn-lt"/>
                <a:ea typeface="宋体"/>
              </a:rPr>
              <a:t>--&gt;</a:t>
            </a:r>
            <a:endParaRPr lang="zh-CN" altLang="en-US" sz="1200" dirty="0">
              <a:solidFill>
                <a:srgbClr val="000000"/>
              </a:solidFill>
              <a:highlight>
                <a:srgbClr val="FFFFFF"/>
              </a:highlight>
              <a:latin typeface="+mn-lt"/>
              <a:ea typeface="宋体"/>
            </a:endParaRPr>
          </a:p>
          <a:p>
            <a:pPr>
              <a:defRPr/>
            </a:pPr>
            <a:r>
              <a:rPr lang="en-US" altLang="zh-CN" sz="1200" dirty="0">
                <a:solidFill>
                  <a:srgbClr val="0000FF"/>
                </a:solidFill>
                <a:highlight>
                  <a:srgbClr val="FFFFFF"/>
                </a:highlight>
                <a:latin typeface="+mn-lt"/>
                <a:ea typeface="宋体"/>
              </a:rPr>
              <a:t>            &lt;</a:t>
            </a:r>
            <a:r>
              <a:rPr lang="en-US" altLang="zh-CN" sz="1200" dirty="0" err="1">
                <a:solidFill>
                  <a:srgbClr val="800000"/>
                </a:solidFill>
                <a:highlight>
                  <a:srgbClr val="FFFFFF"/>
                </a:highlight>
                <a:latin typeface="+mn-lt"/>
                <a:ea typeface="宋体"/>
              </a:rPr>
              <a:t>xenc:EncryptedKey</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xenc:EncryptionMethod</a:t>
            </a:r>
            <a:r>
              <a:rPr lang="en-US" altLang="zh-CN" sz="1200" dirty="0">
                <a:solidFill>
                  <a:srgbClr val="FF0000"/>
                </a:solidFill>
                <a:highlight>
                  <a:srgbClr val="FFFFFF"/>
                </a:highlight>
                <a:latin typeface="+mn-lt"/>
                <a:ea typeface="宋体"/>
              </a:rPr>
              <a:t> Algorithm</a:t>
            </a:r>
            <a:r>
              <a:rPr lang="en-US" altLang="zh-CN" sz="1200" dirty="0">
                <a:solidFill>
                  <a:srgbClr val="0000FF"/>
                </a:solidFill>
                <a:highlight>
                  <a:srgbClr val="FFFFFF"/>
                </a:highlight>
                <a:latin typeface="+mn-lt"/>
                <a:ea typeface="宋体"/>
              </a:rPr>
              <a:t>="</a:t>
            </a:r>
            <a:r>
              <a:rPr lang="en-US" altLang="zh-CN" sz="1200" dirty="0">
                <a:solidFill>
                  <a:srgbClr val="000000"/>
                </a:solidFill>
                <a:highlight>
                  <a:srgbClr val="FFFFFF"/>
                </a:highlight>
                <a:latin typeface="+mn-lt"/>
                <a:ea typeface="宋体"/>
              </a:rPr>
              <a:t>http://www.w3.org/2001/04/xmlenc#rsa-l_5</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ds:Keylnfo</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a:solidFill>
                  <a:srgbClr val="000000"/>
                </a:solidFill>
                <a:highlight>
                  <a:srgbClr val="FFFFFF"/>
                </a:highlight>
                <a:latin typeface="+mn-lt"/>
                <a:ea typeface="宋体"/>
              </a:rPr>
              <a:t>	</a:t>
            </a:r>
            <a:r>
              <a:rPr lang="en-US" altLang="zh-CN" sz="120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ds:KeyName</a:t>
            </a:r>
            <a:r>
              <a:rPr lang="en-US" altLang="zh-CN" sz="1200" dirty="0">
                <a:solidFill>
                  <a:srgbClr val="0000FF"/>
                </a:solidFill>
                <a:highlight>
                  <a:srgbClr val="FFFFFF"/>
                </a:highlight>
                <a:latin typeface="+mn-lt"/>
                <a:ea typeface="宋体"/>
              </a:rPr>
              <a:t>&gt;</a:t>
            </a:r>
            <a:r>
              <a:rPr lang="en-US" altLang="zh-CN" sz="1200" dirty="0">
                <a:solidFill>
                  <a:srgbClr val="000000"/>
                </a:solidFill>
                <a:highlight>
                  <a:srgbClr val="FFFFFF"/>
                </a:highlight>
                <a:latin typeface="+mn-lt"/>
                <a:ea typeface="宋体"/>
              </a:rPr>
              <a:t> CN=Key13,C=US </a:t>
            </a:r>
            <a:r>
              <a:rPr lang="en-US" altLang="zh-CN" sz="1200" dirty="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ds:KeyName</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ds:Keylnfo</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xenc:CipherData</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a:solidFill>
                  <a:srgbClr val="000000"/>
                </a:solidFill>
                <a:highlight>
                  <a:srgbClr val="FFFFFF"/>
                </a:highlight>
                <a:latin typeface="+mn-lt"/>
                <a:ea typeface="宋体"/>
              </a:rPr>
              <a:t>	</a:t>
            </a:r>
            <a:r>
              <a:rPr lang="en-US" altLang="zh-CN" sz="120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xenc:CipherValue</a:t>
            </a:r>
            <a:r>
              <a:rPr lang="en-US" altLang="zh-CN" sz="1200" dirty="0">
                <a:solidFill>
                  <a:srgbClr val="0000FF"/>
                </a:solidFill>
                <a:highlight>
                  <a:srgbClr val="FFFFFF"/>
                </a:highlight>
                <a:latin typeface="+mn-lt"/>
                <a:ea typeface="宋体"/>
              </a:rPr>
              <a:t>&gt;</a:t>
            </a:r>
            <a:r>
              <a:rPr lang="en-US" altLang="zh-CN" sz="1200" dirty="0">
                <a:solidFill>
                  <a:srgbClr val="000000"/>
                </a:solidFill>
                <a:highlight>
                  <a:srgbClr val="FFFFFF"/>
                </a:highlight>
                <a:latin typeface="+mn-lt"/>
                <a:ea typeface="宋体"/>
              </a:rPr>
              <a:t> fds7#rt... </a:t>
            </a:r>
            <a:r>
              <a:rPr lang="en-US" altLang="zh-CN" sz="1200" dirty="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xenc:CipherValue</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xenc:CipherData</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xenc:ReferenceList</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a:solidFill>
                  <a:srgbClr val="000000"/>
                </a:solidFill>
                <a:highlight>
                  <a:srgbClr val="FFFFFF"/>
                </a:highlight>
                <a:latin typeface="+mn-lt"/>
                <a:ea typeface="宋体"/>
              </a:rPr>
              <a:t>	</a:t>
            </a:r>
            <a:r>
              <a:rPr lang="en-US" altLang="zh-CN" sz="120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xenc:DataReference</a:t>
            </a:r>
            <a:r>
              <a:rPr lang="en-US" altLang="zh-CN" sz="1200" dirty="0">
                <a:solidFill>
                  <a:srgbClr val="FF0000"/>
                </a:solidFill>
                <a:highlight>
                  <a:srgbClr val="FFFFFF"/>
                </a:highlight>
                <a:latin typeface="+mn-lt"/>
                <a:ea typeface="宋体"/>
              </a:rPr>
              <a:t> URI</a:t>
            </a:r>
            <a:r>
              <a:rPr lang="en-US" altLang="zh-CN" sz="1200" dirty="0">
                <a:solidFill>
                  <a:srgbClr val="0000FF"/>
                </a:solidFill>
                <a:highlight>
                  <a:srgbClr val="FFFFFF"/>
                </a:highlight>
                <a:latin typeface="+mn-lt"/>
                <a:ea typeface="宋体"/>
              </a:rPr>
              <a:t>="</a:t>
            </a:r>
            <a:r>
              <a:rPr lang="en-US" altLang="zh-CN" sz="1200" dirty="0">
                <a:solidFill>
                  <a:srgbClr val="000000"/>
                </a:solidFill>
                <a:highlight>
                  <a:srgbClr val="FFFFFF"/>
                </a:highlight>
                <a:latin typeface="+mn-lt"/>
                <a:ea typeface="宋体"/>
              </a:rPr>
              <a:t>#</a:t>
            </a:r>
            <a:r>
              <a:rPr lang="en-US" altLang="zh-CN" sz="1200" dirty="0" err="1">
                <a:solidFill>
                  <a:srgbClr val="000000"/>
                </a:solidFill>
                <a:highlight>
                  <a:srgbClr val="FFFFFF"/>
                </a:highlight>
                <a:latin typeface="+mn-lt"/>
                <a:ea typeface="宋体"/>
              </a:rPr>
              <a:t>EncryptcdMessageBody</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xenc:ReferenceList</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xenc:EncryptedKey</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FF"/>
                </a:solidFill>
                <a:highlight>
                  <a:srgbClr val="FFFFFF"/>
                </a:highlight>
                <a:latin typeface="+mn-lt"/>
                <a:ea typeface="宋体"/>
              </a:rPr>
              <a:t>        &lt;/</a:t>
            </a:r>
            <a:r>
              <a:rPr lang="en-US" altLang="zh-CN" sz="1200" dirty="0" err="1">
                <a:solidFill>
                  <a:srgbClr val="800000"/>
                </a:solidFill>
                <a:highlight>
                  <a:srgbClr val="FFFFFF"/>
                </a:highlight>
                <a:latin typeface="+mn-lt"/>
                <a:ea typeface="宋体"/>
              </a:rPr>
              <a:t>wsse:Security</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a:solidFill>
                  <a:srgbClr val="800000"/>
                </a:solidFill>
                <a:highlight>
                  <a:srgbClr val="FFFFFF"/>
                </a:highlight>
                <a:latin typeface="+mn-lt"/>
                <a:ea typeface="宋体"/>
              </a:rPr>
              <a:t>s:Header</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a:solidFill>
                  <a:srgbClr val="800000"/>
                </a:solidFill>
                <a:highlight>
                  <a:srgbClr val="FFFFFF"/>
                </a:highlight>
                <a:latin typeface="+mn-lt"/>
                <a:ea typeface="宋体"/>
              </a:rPr>
              <a:t>s:Body</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zh-CN" altLang="en-US"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zh-CN" altLang="en-US" sz="1200" dirty="0">
                <a:solidFill>
                  <a:srgbClr val="808080"/>
                </a:solidFill>
                <a:highlight>
                  <a:srgbClr val="FFFFFF"/>
                </a:highlight>
                <a:latin typeface="+mn-lt"/>
                <a:ea typeface="宋体"/>
              </a:rPr>
              <a:t>加密声明</a:t>
            </a:r>
            <a:r>
              <a:rPr lang="en-US" altLang="zh-CN" sz="1200" dirty="0">
                <a:solidFill>
                  <a:srgbClr val="0000FF"/>
                </a:solidFill>
                <a:highlight>
                  <a:srgbClr val="FFFFFF"/>
                </a:highlight>
                <a:latin typeface="+mn-lt"/>
                <a:ea typeface="宋体"/>
              </a:rPr>
              <a:t>--&gt;</a:t>
            </a:r>
            <a:endParaRPr lang="zh-CN" altLang="en-US"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xenc:EncryptedData</a:t>
            </a:r>
            <a:r>
              <a:rPr lang="en-US" altLang="zh-CN" sz="1200" dirty="0">
                <a:solidFill>
                  <a:srgbClr val="FF0000"/>
                </a:solidFill>
                <a:highlight>
                  <a:srgbClr val="FFFFFF"/>
                </a:highlight>
                <a:latin typeface="+mn-lt"/>
                <a:ea typeface="宋体"/>
              </a:rPr>
              <a:t> </a:t>
            </a:r>
            <a:r>
              <a:rPr lang="en-US" altLang="zh-CN" sz="1200" dirty="0" err="1">
                <a:solidFill>
                  <a:srgbClr val="FF0000"/>
                </a:solidFill>
                <a:highlight>
                  <a:srgbClr val="FFFFFF"/>
                </a:highlight>
                <a:latin typeface="+mn-lt"/>
                <a:ea typeface="宋体"/>
              </a:rPr>
              <a:t>wsu</a:t>
            </a:r>
            <a:r>
              <a:rPr lang="en-US" altLang="zh-CN" sz="1200" dirty="0">
                <a:solidFill>
                  <a:srgbClr val="0000FF"/>
                </a:solidFill>
                <a:highlight>
                  <a:srgbClr val="FFFFFF"/>
                </a:highlight>
                <a:latin typeface="+mn-lt"/>
                <a:ea typeface="宋体"/>
              </a:rPr>
              <a:t>="</a:t>
            </a:r>
            <a:r>
              <a:rPr lang="en-US" altLang="zh-CN" sz="1200" dirty="0" err="1">
                <a:solidFill>
                  <a:srgbClr val="000000"/>
                </a:solidFill>
                <a:highlight>
                  <a:srgbClr val="FFFFFF"/>
                </a:highlight>
                <a:latin typeface="+mn-lt"/>
                <a:ea typeface="宋体"/>
              </a:rPr>
              <a:t>EncryptedMessageBody</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xenc:EncryptionMethod</a:t>
            </a:r>
            <a:r>
              <a:rPr lang="en-US" altLang="zh-CN" sz="1200" dirty="0">
                <a:solidFill>
                  <a:srgbClr val="FF0000"/>
                </a:solidFill>
                <a:highlight>
                  <a:srgbClr val="FFFFFF"/>
                </a:highlight>
                <a:latin typeface="+mn-lt"/>
                <a:ea typeface="宋体"/>
              </a:rPr>
              <a:t> Algorithm</a:t>
            </a:r>
            <a:r>
              <a:rPr lang="en-US" altLang="zh-CN" sz="1200" dirty="0">
                <a:solidFill>
                  <a:srgbClr val="0000FF"/>
                </a:solidFill>
                <a:highlight>
                  <a:srgbClr val="FFFFFF"/>
                </a:highlight>
                <a:latin typeface="+mn-lt"/>
                <a:ea typeface="宋体"/>
              </a:rPr>
              <a:t>="</a:t>
            </a:r>
            <a:r>
              <a:rPr lang="en-US" altLang="zh-CN" sz="1200" dirty="0">
                <a:solidFill>
                  <a:srgbClr val="000000"/>
                </a:solidFill>
                <a:highlight>
                  <a:srgbClr val="FFFFFF"/>
                </a:highlight>
                <a:latin typeface="+mn-lt"/>
                <a:ea typeface="宋体"/>
              </a:rPr>
              <a:t>http://www.w3.org/2001/04/xmlenc#triplededs-cbc</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xenc:CipherData</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xenc:CipherValues</a:t>
            </a:r>
            <a:r>
              <a:rPr lang="en-US" altLang="zh-CN" sz="1200" dirty="0">
                <a:solidFill>
                  <a:srgbClr val="0000FF"/>
                </a:solidFill>
                <a:highlight>
                  <a:srgbClr val="FFFFFF"/>
                </a:highlight>
                <a:latin typeface="+mn-lt"/>
                <a:ea typeface="宋体"/>
              </a:rPr>
              <a:t>&gt;</a:t>
            </a:r>
            <a:r>
              <a:rPr lang="en-US" altLang="zh-CN" sz="1200" dirty="0">
                <a:solidFill>
                  <a:srgbClr val="000000"/>
                </a:solidFill>
                <a:highlight>
                  <a:srgbClr val="FFFFFF"/>
                </a:highlight>
                <a:latin typeface="+mn-lt"/>
                <a:ea typeface="宋体"/>
              </a:rPr>
              <a:t> </a:t>
            </a:r>
            <a:r>
              <a:rPr lang="en-US" altLang="zh-CN" sz="1200" dirty="0" err="1">
                <a:solidFill>
                  <a:srgbClr val="000000"/>
                </a:solidFill>
                <a:highlight>
                  <a:srgbClr val="FFFFFF"/>
                </a:highlight>
                <a:latin typeface="+mn-lt"/>
                <a:ea typeface="宋体"/>
              </a:rPr>
              <a:t>GDSW#df</a:t>
            </a: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xenc:CipherValues</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xenc:CipherData</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err="1">
                <a:solidFill>
                  <a:srgbClr val="800000"/>
                </a:solidFill>
                <a:highlight>
                  <a:srgbClr val="FFFFFF"/>
                </a:highlight>
                <a:latin typeface="+mn-lt"/>
                <a:ea typeface="宋体"/>
              </a:rPr>
              <a:t>xenc:EncryptedData</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00"/>
                </a:solidFill>
                <a:highlight>
                  <a:srgbClr val="FFFFFF"/>
                </a:highlight>
                <a:latin typeface="+mn-lt"/>
                <a:ea typeface="宋体"/>
              </a:rPr>
              <a:t>    </a:t>
            </a:r>
            <a:r>
              <a:rPr lang="en-US" altLang="zh-CN" sz="1200" dirty="0">
                <a:solidFill>
                  <a:srgbClr val="0000FF"/>
                </a:solidFill>
                <a:highlight>
                  <a:srgbClr val="FFFFFF"/>
                </a:highlight>
                <a:latin typeface="+mn-lt"/>
                <a:ea typeface="宋体"/>
              </a:rPr>
              <a:t>&lt;/</a:t>
            </a:r>
            <a:r>
              <a:rPr lang="en-US" altLang="zh-CN" sz="1200" dirty="0">
                <a:solidFill>
                  <a:srgbClr val="800000"/>
                </a:solidFill>
                <a:highlight>
                  <a:srgbClr val="FFFFFF"/>
                </a:highlight>
                <a:latin typeface="+mn-lt"/>
                <a:ea typeface="宋体"/>
              </a:rPr>
              <a:t>s:Body</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a:p>
            <a:pPr>
              <a:defRPr/>
            </a:pPr>
            <a:r>
              <a:rPr lang="en-US" altLang="zh-CN" sz="1200" dirty="0">
                <a:solidFill>
                  <a:srgbClr val="0000FF"/>
                </a:solidFill>
                <a:highlight>
                  <a:srgbClr val="FFFFFF"/>
                </a:highlight>
                <a:latin typeface="+mn-lt"/>
                <a:ea typeface="宋体"/>
              </a:rPr>
              <a:t>&lt;/</a:t>
            </a:r>
            <a:r>
              <a:rPr lang="en-US" altLang="zh-CN" sz="1200" dirty="0">
                <a:solidFill>
                  <a:srgbClr val="800000"/>
                </a:solidFill>
                <a:highlight>
                  <a:srgbClr val="FFFFFF"/>
                </a:highlight>
                <a:latin typeface="+mn-lt"/>
                <a:ea typeface="宋体"/>
              </a:rPr>
              <a:t>s:Envelope</a:t>
            </a:r>
            <a:r>
              <a:rPr lang="en-US" altLang="zh-CN" sz="1200" dirty="0">
                <a:solidFill>
                  <a:srgbClr val="0000FF"/>
                </a:solidFill>
                <a:highlight>
                  <a:srgbClr val="FFFFFF"/>
                </a:highlight>
                <a:latin typeface="+mn-lt"/>
                <a:ea typeface="宋体"/>
              </a:rPr>
              <a:t>&gt;</a:t>
            </a:r>
            <a:endParaRPr lang="en-US" altLang="zh-CN" sz="1200" dirty="0">
              <a:solidFill>
                <a:srgbClr val="000000"/>
              </a:solidFill>
              <a:highlight>
                <a:srgbClr val="FFFFFF"/>
              </a:highlight>
              <a:latin typeface="+mn-lt"/>
              <a:ea typeface="宋体"/>
            </a:endParaRPr>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eaLnBrk="1" hangingPunct="1"/>
            <a:r>
              <a:rPr lang="en-US" altLang="zh-CN" dirty="0"/>
              <a:t>WS-Coordination</a:t>
            </a:r>
          </a:p>
        </p:txBody>
      </p:sp>
      <p:sp>
        <p:nvSpPr>
          <p:cNvPr id="15364" name="Rectangle 3"/>
          <p:cNvSpPr>
            <a:spLocks noGrp="1" noChangeArrowheads="1"/>
          </p:cNvSpPr>
          <p:nvPr>
            <p:ph idx="1"/>
          </p:nvPr>
        </p:nvSpPr>
        <p:spPr>
          <a:xfrm>
            <a:off x="457200" y="1052737"/>
            <a:ext cx="8229600" cy="2304255"/>
          </a:xfrm>
        </p:spPr>
        <p:txBody>
          <a:bodyPr>
            <a:normAutofit fontScale="70000" lnSpcReduction="20000"/>
          </a:bodyPr>
          <a:lstStyle/>
          <a:p>
            <a:pPr eaLnBrk="1" hangingPunct="1"/>
            <a:r>
              <a:rPr lang="en-US" altLang="zh-CN" dirty="0"/>
              <a:t>WS-Coordination is a general mechanism for starting and coordinating the outcome of multiparty multi-message Web services</a:t>
            </a:r>
          </a:p>
          <a:p>
            <a:pPr eaLnBrk="1" hangingPunct="1"/>
            <a:r>
              <a:rPr lang="en-US" altLang="zh-CN" dirty="0"/>
              <a:t>It defines a coordinator service and a coordination context</a:t>
            </a:r>
          </a:p>
          <a:p>
            <a:pPr eaLnBrk="1" hangingPunct="1"/>
            <a:r>
              <a:rPr lang="en-US" altLang="zh-CN" dirty="0"/>
              <a:t>It is a framework for coordinating Web services interactions</a:t>
            </a:r>
          </a:p>
        </p:txBody>
      </p:sp>
      <p:sp>
        <p:nvSpPr>
          <p:cNvPr id="15362"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CFE9FC63-3651-4960-93EF-8ADCD5A6EA8C}" type="slidenum">
              <a:rPr lang="en-US" altLang="zh-CN" smtClean="0"/>
              <a:pPr eaLnBrk="1" hangingPunct="1"/>
              <a:t>54</a:t>
            </a:fld>
            <a:endParaRPr lang="en-US" altLang="zh-CN"/>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1640" y="3309119"/>
            <a:ext cx="6408712" cy="3070112"/>
          </a:xfrm>
          <a:prstGeom prst="rect">
            <a:avLst/>
          </a:prstGeom>
        </p:spPr>
      </p:pic>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pPr eaLnBrk="1" hangingPunct="1"/>
            <a:r>
              <a:rPr lang="en-US" altLang="zh-CN" dirty="0"/>
              <a:t>The Coordination Framework</a:t>
            </a:r>
          </a:p>
        </p:txBody>
      </p:sp>
      <p:sp>
        <p:nvSpPr>
          <p:cNvPr id="17412" name="Rectangle 3"/>
          <p:cNvSpPr>
            <a:spLocks noGrp="1" noChangeArrowheads="1"/>
          </p:cNvSpPr>
          <p:nvPr>
            <p:ph idx="1"/>
          </p:nvPr>
        </p:nvSpPr>
        <p:spPr/>
        <p:txBody>
          <a:bodyPr>
            <a:normAutofit fontScale="92500" lnSpcReduction="20000"/>
          </a:bodyPr>
          <a:lstStyle/>
          <a:p>
            <a:pPr eaLnBrk="1" hangingPunct="1">
              <a:lnSpc>
                <a:spcPct val="110000"/>
              </a:lnSpc>
              <a:defRPr/>
            </a:pPr>
            <a:r>
              <a:rPr lang="en-US" altLang="zh-CN" sz="2800" dirty="0"/>
              <a:t>Coordinator service provides a service, described in WSDL, which has the ability of starting a coordinated task, terminating a coordinated task, allowing a participant to register in a task, and producing a coordination context within a group</a:t>
            </a:r>
          </a:p>
          <a:p>
            <a:pPr lvl="1">
              <a:lnSpc>
                <a:spcPct val="110000"/>
              </a:lnSpc>
              <a:defRPr/>
            </a:pPr>
            <a:r>
              <a:rPr lang="en-US" altLang="zh-CN" i="1" dirty="0"/>
              <a:t>Activation Service</a:t>
            </a:r>
            <a:r>
              <a:rPr lang="en-US" altLang="zh-CN" dirty="0"/>
              <a:t> to create an activity</a:t>
            </a:r>
          </a:p>
          <a:p>
            <a:pPr lvl="1">
              <a:lnSpc>
                <a:spcPct val="110000"/>
              </a:lnSpc>
              <a:defRPr/>
            </a:pPr>
            <a:r>
              <a:rPr lang="en-US" altLang="zh-CN" i="1" dirty="0"/>
              <a:t>Registration Service</a:t>
            </a:r>
            <a:r>
              <a:rPr lang="en-US" altLang="zh-CN" dirty="0"/>
              <a:t> to coordinate protocol selection and register participants</a:t>
            </a:r>
          </a:p>
          <a:p>
            <a:pPr lvl="1">
              <a:lnSpc>
                <a:spcPct val="110000"/>
              </a:lnSpc>
              <a:defRPr/>
            </a:pPr>
            <a:r>
              <a:rPr lang="en-US" altLang="zh-CN" i="1" dirty="0"/>
              <a:t>Coordination Service</a:t>
            </a:r>
            <a:r>
              <a:rPr lang="en-US" altLang="zh-CN" dirty="0"/>
              <a:t> for activity completion processing</a:t>
            </a:r>
            <a:endParaRPr lang="en-US" altLang="zh-CN" sz="2300" dirty="0"/>
          </a:p>
          <a:p>
            <a:pPr eaLnBrk="1" hangingPunct="1">
              <a:lnSpc>
                <a:spcPct val="110000"/>
              </a:lnSpc>
              <a:defRPr/>
            </a:pPr>
            <a:r>
              <a:rPr lang="en-US" altLang="zh-CN" sz="2800" dirty="0"/>
              <a:t>It also includes an interface in WSDL, which the other participating services could use to be notified of the outcome of a coordinated task</a:t>
            </a:r>
          </a:p>
        </p:txBody>
      </p:sp>
      <p:sp>
        <p:nvSpPr>
          <p:cNvPr id="16386"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C6D0FD95-01BE-4D4B-9FCB-EDEA4699D614}" type="slidenum">
              <a:rPr lang="en-US" altLang="zh-CN" smtClean="0"/>
              <a:pPr eaLnBrk="1" hangingPunct="1"/>
              <a:t>55</a:t>
            </a:fld>
            <a:endParaRPr lang="en-US" altLang="zh-CN" dirty="0"/>
          </a:p>
        </p:txBody>
      </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pPr eaLnBrk="1" hangingPunct="1"/>
            <a:r>
              <a:rPr lang="en-US" altLang="zh-CN" dirty="0"/>
              <a:t>Coordination context</a:t>
            </a:r>
          </a:p>
        </p:txBody>
      </p:sp>
      <p:sp>
        <p:nvSpPr>
          <p:cNvPr id="19460" name="Rectangle 3"/>
          <p:cNvSpPr>
            <a:spLocks noGrp="1" noChangeArrowheads="1"/>
          </p:cNvSpPr>
          <p:nvPr>
            <p:ph idx="1"/>
          </p:nvPr>
        </p:nvSpPr>
        <p:spPr/>
        <p:txBody>
          <a:bodyPr/>
          <a:lstStyle/>
          <a:p>
            <a:pPr eaLnBrk="1" hangingPunct="1"/>
            <a:r>
              <a:rPr lang="en-US" altLang="zh-CN" dirty="0"/>
              <a:t>Coordination context supports all messages that Web services exchange during a conversation</a:t>
            </a:r>
          </a:p>
          <a:p>
            <a:pPr eaLnBrk="1" hangingPunct="1"/>
            <a:r>
              <a:rPr lang="en-US" altLang="zh-CN" dirty="0"/>
              <a:t>It contains a WS-Addressing endpoint reference to the coordination service, which in turn contain information to identify the specific task being coordinated</a:t>
            </a:r>
          </a:p>
        </p:txBody>
      </p:sp>
      <p:sp>
        <p:nvSpPr>
          <p:cNvPr id="19458"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310C2A9-292B-473B-A51A-9E0746370C6D}" type="slidenum">
              <a:rPr lang="en-US" altLang="zh-CN" smtClean="0"/>
              <a:pPr eaLnBrk="1" hangingPunct="1"/>
              <a:t>56</a:t>
            </a:fld>
            <a:endParaRPr lang="en-US" altLang="zh-CN"/>
          </a:p>
        </p:txBody>
      </p:sp>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Coordination Process</a:t>
            </a:r>
            <a:endParaRPr lang="zh-CN" altLang="en-US" dirty="0"/>
          </a:p>
        </p:txBody>
      </p:sp>
      <p:sp>
        <p:nvSpPr>
          <p:cNvPr id="4" name="灯片编号占位符 3"/>
          <p:cNvSpPr>
            <a:spLocks noGrp="1"/>
          </p:cNvSpPr>
          <p:nvPr>
            <p:ph type="sldNum" sz="quarter" idx="11"/>
          </p:nvPr>
        </p:nvSpPr>
        <p:spPr/>
        <p:txBody>
          <a:bodyPr/>
          <a:lstStyle/>
          <a:p>
            <a:pPr>
              <a:defRPr/>
            </a:pPr>
            <a:fld id="{4E1ABE52-5E8C-43D7-9401-8312C5F7EB45}" type="slidenum">
              <a:rPr lang="en-US" altLang="zh-CN" smtClean="0"/>
              <a:pPr>
                <a:defRPr/>
              </a:pPr>
              <a:t>57</a:t>
            </a:fld>
            <a:endParaRPr lang="en-US" altLang="zh-CN"/>
          </a:p>
        </p:txBody>
      </p:sp>
      <p:pic>
        <p:nvPicPr>
          <p:cNvPr id="5" name="图片 4"/>
          <p:cNvPicPr>
            <a:picLocks noChangeAspect="1"/>
          </p:cNvPicPr>
          <p:nvPr/>
        </p:nvPicPr>
        <p:blipFill>
          <a:blip r:embed="rId2"/>
          <a:stretch>
            <a:fillRect/>
          </a:stretch>
        </p:blipFill>
        <p:spPr>
          <a:xfrm>
            <a:off x="1489385" y="1412776"/>
            <a:ext cx="6165230" cy="4802142"/>
          </a:xfrm>
          <a:prstGeom prst="rect">
            <a:avLst/>
          </a:prstGeom>
        </p:spPr>
      </p:pic>
    </p:spTree>
    <p:extLst>
      <p:ext uri="{BB962C8B-B14F-4D97-AF65-F5344CB8AC3E}">
        <p14:creationId xmlns:p14="http://schemas.microsoft.com/office/powerpoint/2010/main" val="35258134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lstStyle/>
          <a:p>
            <a:r>
              <a:rPr lang="en-US" altLang="zh-CN" dirty="0"/>
              <a:t>The Coordination Type (1/2) </a:t>
            </a:r>
            <a:endParaRPr lang="zh-CN" altLang="en-US" dirty="0"/>
          </a:p>
        </p:txBody>
      </p:sp>
      <p:sp>
        <p:nvSpPr>
          <p:cNvPr id="3" name="内容占位符 2"/>
          <p:cNvSpPr>
            <a:spLocks noGrp="1"/>
          </p:cNvSpPr>
          <p:nvPr>
            <p:ph idx="1"/>
          </p:nvPr>
        </p:nvSpPr>
        <p:spPr/>
        <p:txBody>
          <a:bodyPr>
            <a:normAutofit fontScale="62500" lnSpcReduction="20000"/>
          </a:bodyPr>
          <a:lstStyle/>
          <a:p>
            <a:pPr>
              <a:lnSpc>
                <a:spcPct val="120000"/>
              </a:lnSpc>
              <a:defRPr/>
            </a:pPr>
            <a:r>
              <a:rPr lang="en-US" altLang="zh-CN" dirty="0"/>
              <a:t>An atomic transaction (AT) is used to coordinate activities having a short duration and executed within limited trust domains. </a:t>
            </a:r>
          </a:p>
          <a:p>
            <a:pPr lvl="1">
              <a:lnSpc>
                <a:spcPct val="120000"/>
              </a:lnSpc>
              <a:defRPr/>
            </a:pPr>
            <a:r>
              <a:rPr lang="en-US" altLang="zh-CN" dirty="0"/>
              <a:t>AT have an "all or nothing" property</a:t>
            </a:r>
          </a:p>
          <a:p>
            <a:pPr lvl="1">
              <a:lnSpc>
                <a:spcPct val="120000"/>
              </a:lnSpc>
              <a:defRPr/>
            </a:pPr>
            <a:r>
              <a:rPr lang="en-US" altLang="zh-CN" dirty="0"/>
              <a:t>The AT specification defines protocols that enable existing transaction processing systems to wrap their proprietary protocols and interoperate across different hardware and software vendors</a:t>
            </a:r>
          </a:p>
          <a:p>
            <a:pPr>
              <a:lnSpc>
                <a:spcPct val="120000"/>
              </a:lnSpc>
              <a:defRPr/>
            </a:pPr>
            <a:r>
              <a:rPr lang="en-US" altLang="zh-CN" dirty="0"/>
              <a:t>A business activity (BA) is used to coordinate activities that are long in duration and desire to apply business logic to handle business exceptions</a:t>
            </a:r>
          </a:p>
          <a:p>
            <a:pPr lvl="1">
              <a:lnSpc>
                <a:spcPct val="120000"/>
              </a:lnSpc>
              <a:defRPr/>
            </a:pPr>
            <a:r>
              <a:rPr lang="en-US" altLang="zh-CN" dirty="0"/>
              <a:t>The long duration prohibits locking data resources to make actions tentative and hidden from other applications. Instead, actions are applied immediately and are permanent</a:t>
            </a:r>
          </a:p>
          <a:p>
            <a:pPr lvl="1">
              <a:lnSpc>
                <a:spcPct val="120000"/>
              </a:lnSpc>
              <a:defRPr/>
            </a:pPr>
            <a:r>
              <a:rPr lang="en-US" altLang="zh-CN" dirty="0"/>
              <a:t>The BA specification defines protocols that enable existing business process and work flow systems to wrap their proprietary mechanisms and interoperate across trust boundaries and different vendor implementations</a:t>
            </a:r>
          </a:p>
        </p:txBody>
      </p:sp>
      <p:sp>
        <p:nvSpPr>
          <p:cNvPr id="18436"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FCBD36C-18C5-4FFF-99E3-940E5E2B04EA}" type="slidenum">
              <a:rPr lang="en-US" altLang="zh-CN" smtClean="0"/>
              <a:pPr eaLnBrk="1" hangingPunct="1"/>
              <a:t>58</a:t>
            </a:fld>
            <a:endParaRPr lang="en-US" altLang="zh-CN"/>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en-US" altLang="zh-CN" dirty="0"/>
              <a:t>The Coordination Type (2/2) </a:t>
            </a:r>
            <a:endParaRPr lang="zh-CN" altLang="en-US" dirty="0"/>
          </a:p>
        </p:txBody>
      </p:sp>
      <p:sp>
        <p:nvSpPr>
          <p:cNvPr id="17411" name="内容占位符 2"/>
          <p:cNvSpPr>
            <a:spLocks noGrp="1"/>
          </p:cNvSpPr>
          <p:nvPr>
            <p:ph idx="1"/>
          </p:nvPr>
        </p:nvSpPr>
        <p:spPr>
          <a:xfrm>
            <a:off x="474394" y="1447085"/>
            <a:ext cx="8229600" cy="604838"/>
          </a:xfrm>
        </p:spPr>
        <p:txBody>
          <a:bodyPr/>
          <a:lstStyle/>
          <a:p>
            <a:r>
              <a:rPr lang="en-US" altLang="zh-CN" dirty="0"/>
              <a:t>Protocols for Atomic Transactions</a:t>
            </a:r>
          </a:p>
        </p:txBody>
      </p:sp>
      <p:sp>
        <p:nvSpPr>
          <p:cNvPr id="17412"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692EBC3-73EF-459A-81B4-724F0E6BAA75}" type="slidenum">
              <a:rPr lang="en-US" altLang="zh-CN" smtClean="0"/>
              <a:pPr eaLnBrk="1" hangingPunct="1"/>
              <a:t>59</a:t>
            </a:fld>
            <a:endParaRPr lang="en-US" altLang="zh-CN"/>
          </a:p>
        </p:txBody>
      </p:sp>
      <p:sp>
        <p:nvSpPr>
          <p:cNvPr id="8" name="内容占位符 2"/>
          <p:cNvSpPr txBox="1">
            <a:spLocks/>
          </p:cNvSpPr>
          <p:nvPr/>
        </p:nvSpPr>
        <p:spPr bwMode="auto">
          <a:xfrm>
            <a:off x="468312" y="3593192"/>
            <a:ext cx="8229600" cy="604837"/>
          </a:xfrm>
          <a:prstGeom prst="rect">
            <a:avLst/>
          </a:prstGeom>
          <a:noFill/>
          <a:ln w="9525">
            <a:noFill/>
            <a:miter lim="800000"/>
            <a:headEnd/>
            <a:tailEnd/>
          </a:ln>
        </p:spPr>
        <p:txBody>
          <a:bodyPr/>
          <a:lstStyle/>
          <a:p>
            <a:pPr marL="363538" indent="-363538">
              <a:spcBef>
                <a:spcPct val="20000"/>
              </a:spcBef>
              <a:buClr>
                <a:srgbClr val="00607A"/>
              </a:buClr>
              <a:buFont typeface="Wingdings" pitchFamily="2" charset="2"/>
              <a:buChar char="l"/>
              <a:defRPr/>
            </a:pPr>
            <a:r>
              <a:rPr lang="en-US" altLang="zh-CN" sz="3200" dirty="0">
                <a:solidFill>
                  <a:srgbClr val="00708E"/>
                </a:solidFill>
                <a:latin typeface="+mn-lt"/>
                <a:ea typeface="+mn-ea"/>
              </a:rPr>
              <a:t>Protocols for Business Transactions</a:t>
            </a:r>
          </a:p>
          <a:p>
            <a:pPr marL="342900" indent="-342900" eaLnBrk="0" hangingPunct="0">
              <a:spcBef>
                <a:spcPct val="20000"/>
              </a:spcBef>
              <a:buClr>
                <a:schemeClr val="accent1"/>
              </a:buClr>
              <a:buFont typeface="Wingdings" pitchFamily="2" charset="2"/>
              <a:buNone/>
              <a:defRPr/>
            </a:pPr>
            <a:endParaRPr lang="en-US" altLang="zh-CN" sz="3200" kern="0" dirty="0">
              <a:latin typeface="+mn-lt"/>
              <a:ea typeface="+mn-ea"/>
            </a:endParaRPr>
          </a:p>
          <a:p>
            <a:pPr marL="342900" indent="-342900" eaLnBrk="0" hangingPunct="0">
              <a:spcBef>
                <a:spcPct val="20000"/>
              </a:spcBef>
              <a:buClr>
                <a:schemeClr val="accent1"/>
              </a:buClr>
              <a:buFont typeface="Wingdings" pitchFamily="2" charset="2"/>
              <a:buChar char="l"/>
              <a:defRPr/>
            </a:pPr>
            <a:endParaRPr lang="en-US" altLang="zh-CN" sz="3200" kern="0" dirty="0">
              <a:latin typeface="+mn-lt"/>
              <a:ea typeface="+mn-ea"/>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395990496"/>
              </p:ext>
            </p:extLst>
          </p:nvPr>
        </p:nvGraphicFramePr>
        <p:xfrm>
          <a:off x="2212778" y="2132856"/>
          <a:ext cx="4718443" cy="1344107"/>
        </p:xfrm>
        <a:graphic>
          <a:graphicData uri="http://schemas.openxmlformats.org/presentationml/2006/ole">
            <mc:AlternateContent xmlns:mc="http://schemas.openxmlformats.org/markup-compatibility/2006">
              <mc:Choice xmlns:v="urn:schemas-microsoft-com:vml" Requires="v">
                <p:oleObj spid="_x0000_s13381" name="Visio" r:id="rId4" imgW="3943198" imgH="1123703" progId="Visio.Drawing.15">
                  <p:embed/>
                </p:oleObj>
              </mc:Choice>
              <mc:Fallback>
                <p:oleObj name="Visio" r:id="rId4" imgW="3943198" imgH="1123703" progId="Visio.Drawing.15">
                  <p:embed/>
                  <p:pic>
                    <p:nvPicPr>
                      <p:cNvPr id="0" name=""/>
                      <p:cNvPicPr/>
                      <p:nvPr/>
                    </p:nvPicPr>
                    <p:blipFill>
                      <a:blip r:embed="rId5"/>
                      <a:stretch>
                        <a:fillRect/>
                      </a:stretch>
                    </p:blipFill>
                    <p:spPr>
                      <a:xfrm>
                        <a:off x="2212778" y="2132856"/>
                        <a:ext cx="4718443" cy="1344107"/>
                      </a:xfrm>
                      <a:prstGeom prst="rect">
                        <a:avLst/>
                      </a:prstGeom>
                    </p:spPr>
                  </p:pic>
                </p:oleObj>
              </mc:Fallback>
            </mc:AlternateContent>
          </a:graphicData>
        </a:graphic>
      </p:graphicFrame>
      <p:grpSp>
        <p:nvGrpSpPr>
          <p:cNvPr id="4" name="Group 25">
            <a:extLst>
              <a:ext uri="{FF2B5EF4-FFF2-40B4-BE49-F238E27FC236}">
                <a16:creationId xmlns:a16="http://schemas.microsoft.com/office/drawing/2014/main" id="{6FA1E860-8CD0-4802-BF8B-4A3EDFC0EE96}"/>
              </a:ext>
            </a:extLst>
          </p:cNvPr>
          <p:cNvGrpSpPr>
            <a:grpSpLocks noChangeAspect="1"/>
          </p:cNvGrpSpPr>
          <p:nvPr/>
        </p:nvGrpSpPr>
        <p:grpSpPr bwMode="auto">
          <a:xfrm>
            <a:off x="508794" y="4509120"/>
            <a:ext cx="8050212" cy="1490663"/>
            <a:chOff x="295" y="2840"/>
            <a:chExt cx="5071" cy="939"/>
          </a:xfrm>
        </p:grpSpPr>
        <p:sp>
          <p:nvSpPr>
            <p:cNvPr id="5" name="AutoShape 24">
              <a:extLst>
                <a:ext uri="{FF2B5EF4-FFF2-40B4-BE49-F238E27FC236}">
                  <a16:creationId xmlns:a16="http://schemas.microsoft.com/office/drawing/2014/main" id="{8BB3F154-BB1E-4C6D-B259-C28DE16033F0}"/>
                </a:ext>
              </a:extLst>
            </p:cNvPr>
            <p:cNvSpPr>
              <a:spLocks noChangeAspect="1" noChangeArrowheads="1" noTextEdit="1"/>
            </p:cNvSpPr>
            <p:nvPr/>
          </p:nvSpPr>
          <p:spPr bwMode="auto">
            <a:xfrm>
              <a:off x="295" y="2840"/>
              <a:ext cx="5071" cy="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 name="Oval 26">
              <a:extLst>
                <a:ext uri="{FF2B5EF4-FFF2-40B4-BE49-F238E27FC236}">
                  <a16:creationId xmlns:a16="http://schemas.microsoft.com/office/drawing/2014/main" id="{1A004E48-2C90-425B-8890-D4E68D5B3DEE}"/>
                </a:ext>
              </a:extLst>
            </p:cNvPr>
            <p:cNvSpPr>
              <a:spLocks noChangeArrowheads="1"/>
            </p:cNvSpPr>
            <p:nvPr/>
          </p:nvSpPr>
          <p:spPr bwMode="auto">
            <a:xfrm>
              <a:off x="306" y="3371"/>
              <a:ext cx="775" cy="269"/>
            </a:xfrm>
            <a:prstGeom prst="ellipse">
              <a:avLst/>
            </a:prstGeom>
            <a:solidFill>
              <a:srgbClr val="FFFFF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 name="Freeform 27">
              <a:extLst>
                <a:ext uri="{FF2B5EF4-FFF2-40B4-BE49-F238E27FC236}">
                  <a16:creationId xmlns:a16="http://schemas.microsoft.com/office/drawing/2014/main" id="{CD3AE6EF-BCAA-4AE7-99FE-9AF2C9EE18E8}"/>
                </a:ext>
              </a:extLst>
            </p:cNvPr>
            <p:cNvSpPr>
              <a:spLocks/>
            </p:cNvSpPr>
            <p:nvPr/>
          </p:nvSpPr>
          <p:spPr bwMode="auto">
            <a:xfrm>
              <a:off x="306" y="3371"/>
              <a:ext cx="775" cy="269"/>
            </a:xfrm>
            <a:custGeom>
              <a:avLst/>
              <a:gdLst>
                <a:gd name="T0" fmla="*/ 775 w 775"/>
                <a:gd name="T1" fmla="*/ 135 h 269"/>
                <a:gd name="T2" fmla="*/ 387 w 775"/>
                <a:gd name="T3" fmla="*/ 0 h 269"/>
                <a:gd name="T4" fmla="*/ 0 w 775"/>
                <a:gd name="T5" fmla="*/ 135 h 269"/>
                <a:gd name="T6" fmla="*/ 387 w 775"/>
                <a:gd name="T7" fmla="*/ 269 h 269"/>
                <a:gd name="T8" fmla="*/ 775 w 775"/>
                <a:gd name="T9" fmla="*/ 135 h 269"/>
              </a:gdLst>
              <a:ahLst/>
              <a:cxnLst>
                <a:cxn ang="0">
                  <a:pos x="T0" y="T1"/>
                </a:cxn>
                <a:cxn ang="0">
                  <a:pos x="T2" y="T3"/>
                </a:cxn>
                <a:cxn ang="0">
                  <a:pos x="T4" y="T5"/>
                </a:cxn>
                <a:cxn ang="0">
                  <a:pos x="T6" y="T7"/>
                </a:cxn>
                <a:cxn ang="0">
                  <a:pos x="T8" y="T9"/>
                </a:cxn>
              </a:cxnLst>
              <a:rect l="0" t="0" r="r" b="b"/>
              <a:pathLst>
                <a:path w="775" h="269">
                  <a:moveTo>
                    <a:pt x="775" y="135"/>
                  </a:moveTo>
                  <a:cubicBezTo>
                    <a:pt x="775" y="60"/>
                    <a:pt x="602" y="0"/>
                    <a:pt x="387" y="0"/>
                  </a:cubicBezTo>
                  <a:cubicBezTo>
                    <a:pt x="173" y="0"/>
                    <a:pt x="0" y="60"/>
                    <a:pt x="0" y="135"/>
                  </a:cubicBezTo>
                  <a:cubicBezTo>
                    <a:pt x="0" y="208"/>
                    <a:pt x="173" y="269"/>
                    <a:pt x="387" y="269"/>
                  </a:cubicBezTo>
                  <a:cubicBezTo>
                    <a:pt x="602" y="269"/>
                    <a:pt x="775" y="208"/>
                    <a:pt x="775" y="135"/>
                  </a:cubicBezTo>
                </a:path>
              </a:pathLst>
            </a:custGeom>
            <a:noFill/>
            <a:ln w="1111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Rectangle 28">
              <a:extLst>
                <a:ext uri="{FF2B5EF4-FFF2-40B4-BE49-F238E27FC236}">
                  <a16:creationId xmlns:a16="http://schemas.microsoft.com/office/drawing/2014/main" id="{8E0A261A-312C-4757-BE4A-97A8AC6A48A8}"/>
                </a:ext>
              </a:extLst>
            </p:cNvPr>
            <p:cNvSpPr>
              <a:spLocks noChangeArrowheads="1"/>
            </p:cNvSpPr>
            <p:nvPr/>
          </p:nvSpPr>
          <p:spPr bwMode="auto">
            <a:xfrm>
              <a:off x="442" y="3444"/>
              <a:ext cx="28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a:ln>
                    <a:noFill/>
                  </a:ln>
                  <a:solidFill>
                    <a:srgbClr val="000000"/>
                  </a:solidFill>
                  <a:effectLst/>
                  <a:latin typeface="宋体" panose="02010600030101010101" pitchFamily="2" charset="-122"/>
                  <a:ea typeface="宋体" panose="02010600030101010101" pitchFamily="2" charset="-122"/>
                </a:rPr>
                <a:t>有效状态</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0" name="Rectangle 29">
              <a:extLst>
                <a:ext uri="{FF2B5EF4-FFF2-40B4-BE49-F238E27FC236}">
                  <a16:creationId xmlns:a16="http://schemas.microsoft.com/office/drawing/2014/main" id="{1EC3A656-75F6-4E7E-81E1-317E6A6F771E}"/>
                </a:ext>
              </a:extLst>
            </p:cNvPr>
            <p:cNvSpPr>
              <a:spLocks noChangeArrowheads="1"/>
            </p:cNvSpPr>
            <p:nvPr/>
          </p:nvSpPr>
          <p:spPr bwMode="auto">
            <a:xfrm>
              <a:off x="895" y="3444"/>
              <a:ext cx="11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a:ln>
                    <a:noFill/>
                  </a:ln>
                  <a:solidFill>
                    <a:srgbClr val="000000"/>
                  </a:solidFill>
                  <a:effectLst/>
                  <a:latin typeface="宋体" panose="02010600030101010101" pitchFamily="2" charset="-122"/>
                  <a:ea typeface="宋体" panose="02010600030101010101" pitchFamily="2" charset="-122"/>
                </a:rPr>
                <a:t>1</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1" name="Oval 30">
              <a:extLst>
                <a:ext uri="{FF2B5EF4-FFF2-40B4-BE49-F238E27FC236}">
                  <a16:creationId xmlns:a16="http://schemas.microsoft.com/office/drawing/2014/main" id="{B8D4CA63-8F62-457C-95C8-E0F93B8BD7ED}"/>
                </a:ext>
              </a:extLst>
            </p:cNvPr>
            <p:cNvSpPr>
              <a:spLocks noChangeArrowheads="1"/>
            </p:cNvSpPr>
            <p:nvPr/>
          </p:nvSpPr>
          <p:spPr bwMode="auto">
            <a:xfrm>
              <a:off x="2498" y="3237"/>
              <a:ext cx="775" cy="537"/>
            </a:xfrm>
            <a:prstGeom prst="ellipse">
              <a:avLst/>
            </a:prstGeom>
            <a:solidFill>
              <a:srgbClr val="FFFFF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2" name="Oval 31">
              <a:extLst>
                <a:ext uri="{FF2B5EF4-FFF2-40B4-BE49-F238E27FC236}">
                  <a16:creationId xmlns:a16="http://schemas.microsoft.com/office/drawing/2014/main" id="{CE39ECEE-0D67-4252-A577-6470681B7E10}"/>
                </a:ext>
              </a:extLst>
            </p:cNvPr>
            <p:cNvSpPr>
              <a:spLocks noChangeArrowheads="1"/>
            </p:cNvSpPr>
            <p:nvPr/>
          </p:nvSpPr>
          <p:spPr bwMode="auto">
            <a:xfrm>
              <a:off x="2498" y="3237"/>
              <a:ext cx="775" cy="537"/>
            </a:xfrm>
            <a:prstGeom prst="ellipse">
              <a:avLst/>
            </a:prstGeom>
            <a:noFill/>
            <a:ln w="1111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Rectangle 32">
              <a:extLst>
                <a:ext uri="{FF2B5EF4-FFF2-40B4-BE49-F238E27FC236}">
                  <a16:creationId xmlns:a16="http://schemas.microsoft.com/office/drawing/2014/main" id="{64C03861-E22B-4375-B93C-ADF593BF2D87}"/>
                </a:ext>
              </a:extLst>
            </p:cNvPr>
            <p:cNvSpPr>
              <a:spLocks noChangeArrowheads="1"/>
            </p:cNvSpPr>
            <p:nvPr/>
          </p:nvSpPr>
          <p:spPr bwMode="auto">
            <a:xfrm>
              <a:off x="2634" y="3306"/>
              <a:ext cx="28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a:ln>
                    <a:noFill/>
                  </a:ln>
                  <a:solidFill>
                    <a:srgbClr val="000000"/>
                  </a:solidFill>
                  <a:effectLst/>
                  <a:latin typeface="宋体" panose="02010600030101010101" pitchFamily="2" charset="-122"/>
                  <a:ea typeface="宋体" panose="02010600030101010101" pitchFamily="2" charset="-122"/>
                </a:rPr>
                <a:t>有效状态</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4" name="Rectangle 33">
              <a:extLst>
                <a:ext uri="{FF2B5EF4-FFF2-40B4-BE49-F238E27FC236}">
                  <a16:creationId xmlns:a16="http://schemas.microsoft.com/office/drawing/2014/main" id="{983A77A0-7072-430A-AAA0-0D9DD2BE59DB}"/>
                </a:ext>
              </a:extLst>
            </p:cNvPr>
            <p:cNvSpPr>
              <a:spLocks noChangeArrowheads="1"/>
            </p:cNvSpPr>
            <p:nvPr/>
          </p:nvSpPr>
          <p:spPr bwMode="auto">
            <a:xfrm>
              <a:off x="3087" y="3306"/>
              <a:ext cx="11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a:ln>
                    <a:noFill/>
                  </a:ln>
                  <a:solidFill>
                    <a:srgbClr val="000000"/>
                  </a:solidFill>
                  <a:effectLst/>
                  <a:latin typeface="宋体" panose="02010600030101010101" pitchFamily="2" charset="-122"/>
                  <a:ea typeface="宋体" panose="02010600030101010101" pitchFamily="2" charset="-122"/>
                </a:rPr>
                <a:t>2</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5" name="Rectangle 34">
              <a:extLst>
                <a:ext uri="{FF2B5EF4-FFF2-40B4-BE49-F238E27FC236}">
                  <a16:creationId xmlns:a16="http://schemas.microsoft.com/office/drawing/2014/main" id="{6D2E72E5-A476-44C6-BD63-6AA1A0E5B323}"/>
                </a:ext>
              </a:extLst>
            </p:cNvPr>
            <p:cNvSpPr>
              <a:spLocks noChangeArrowheads="1"/>
            </p:cNvSpPr>
            <p:nvPr/>
          </p:nvSpPr>
          <p:spPr bwMode="auto">
            <a:xfrm>
              <a:off x="2549" y="3444"/>
              <a:ext cx="11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a:ln>
                    <a:noFill/>
                  </a:ln>
                  <a:solidFill>
                    <a:srgbClr val="000000"/>
                  </a:solidFill>
                  <a:effectLst/>
                  <a:latin typeface="宋体" panose="02010600030101010101" pitchFamily="2" charset="-122"/>
                  <a:ea typeface="宋体" panose="02010600030101010101" pitchFamily="2" charset="-122"/>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6" name="Rectangle 35">
              <a:extLst>
                <a:ext uri="{FF2B5EF4-FFF2-40B4-BE49-F238E27FC236}">
                  <a16:creationId xmlns:a16="http://schemas.microsoft.com/office/drawing/2014/main" id="{8FE324CC-6B58-4C5F-AF0C-A79ED09616CD}"/>
                </a:ext>
              </a:extLst>
            </p:cNvPr>
            <p:cNvSpPr>
              <a:spLocks noChangeArrowheads="1"/>
            </p:cNvSpPr>
            <p:nvPr/>
          </p:nvSpPr>
          <p:spPr bwMode="auto">
            <a:xfrm>
              <a:off x="2662" y="3444"/>
              <a:ext cx="34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a:ln>
                    <a:noFill/>
                  </a:ln>
                  <a:solidFill>
                    <a:srgbClr val="000000"/>
                  </a:solidFill>
                  <a:effectLst/>
                  <a:latin typeface="宋体" panose="02010600030101010101" pitchFamily="2" charset="-122"/>
                  <a:ea typeface="宋体" panose="02010600030101010101" pitchFamily="2" charset="-122"/>
                </a:rPr>
                <a:t>不允许作为</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7" name="Rectangle 36">
              <a:extLst>
                <a:ext uri="{FF2B5EF4-FFF2-40B4-BE49-F238E27FC236}">
                  <a16:creationId xmlns:a16="http://schemas.microsoft.com/office/drawing/2014/main" id="{A48B870C-6A60-443E-8CCB-7781088E5B0D}"/>
                </a:ext>
              </a:extLst>
            </p:cNvPr>
            <p:cNvSpPr>
              <a:spLocks noChangeArrowheads="1"/>
            </p:cNvSpPr>
            <p:nvPr/>
          </p:nvSpPr>
          <p:spPr bwMode="auto">
            <a:xfrm>
              <a:off x="2606" y="3579"/>
              <a:ext cx="28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a:ln>
                    <a:noFill/>
                  </a:ln>
                  <a:solidFill>
                    <a:srgbClr val="000000"/>
                  </a:solidFill>
                  <a:effectLst/>
                  <a:latin typeface="宋体" panose="02010600030101010101" pitchFamily="2" charset="-122"/>
                  <a:ea typeface="宋体" panose="02010600030101010101" pitchFamily="2" charset="-122"/>
                </a:rPr>
                <a:t>最终状态</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8" name="Rectangle 37">
              <a:extLst>
                <a:ext uri="{FF2B5EF4-FFF2-40B4-BE49-F238E27FC236}">
                  <a16:creationId xmlns:a16="http://schemas.microsoft.com/office/drawing/2014/main" id="{A3420D6E-D8D6-4545-8B5C-3287737F1C5C}"/>
                </a:ext>
              </a:extLst>
            </p:cNvPr>
            <p:cNvSpPr>
              <a:spLocks noChangeArrowheads="1"/>
            </p:cNvSpPr>
            <p:nvPr/>
          </p:nvSpPr>
          <p:spPr bwMode="auto">
            <a:xfrm>
              <a:off x="3058" y="3579"/>
              <a:ext cx="114"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a:ln>
                    <a:noFill/>
                  </a:ln>
                  <a:solidFill>
                    <a:srgbClr val="000000"/>
                  </a:solidFill>
                  <a:effectLst/>
                  <a:latin typeface="宋体" panose="02010600030101010101" pitchFamily="2" charset="-122"/>
                  <a:ea typeface="宋体" panose="02010600030101010101" pitchFamily="2" charset="-122"/>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9" name="Line 38">
              <a:extLst>
                <a:ext uri="{FF2B5EF4-FFF2-40B4-BE49-F238E27FC236}">
                  <a16:creationId xmlns:a16="http://schemas.microsoft.com/office/drawing/2014/main" id="{A39A51BD-D550-4B7F-8FBF-3A79B4C6E61F}"/>
                </a:ext>
              </a:extLst>
            </p:cNvPr>
            <p:cNvSpPr>
              <a:spLocks noChangeShapeType="1"/>
            </p:cNvSpPr>
            <p:nvPr/>
          </p:nvSpPr>
          <p:spPr bwMode="auto">
            <a:xfrm>
              <a:off x="1081" y="3506"/>
              <a:ext cx="1332" cy="0"/>
            </a:xfrm>
            <a:prstGeom prst="line">
              <a:avLst/>
            </a:prstGeom>
            <a:noFill/>
            <a:ln w="11113"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Freeform 39">
              <a:extLst>
                <a:ext uri="{FF2B5EF4-FFF2-40B4-BE49-F238E27FC236}">
                  <a16:creationId xmlns:a16="http://schemas.microsoft.com/office/drawing/2014/main" id="{2B212C73-14B8-450D-9538-5170A005C6B6}"/>
                </a:ext>
              </a:extLst>
            </p:cNvPr>
            <p:cNvSpPr>
              <a:spLocks/>
            </p:cNvSpPr>
            <p:nvPr/>
          </p:nvSpPr>
          <p:spPr bwMode="auto">
            <a:xfrm>
              <a:off x="2405" y="3474"/>
              <a:ext cx="93" cy="62"/>
            </a:xfrm>
            <a:custGeom>
              <a:avLst/>
              <a:gdLst>
                <a:gd name="T0" fmla="*/ 0 w 93"/>
                <a:gd name="T1" fmla="*/ 0 h 62"/>
                <a:gd name="T2" fmla="*/ 93 w 93"/>
                <a:gd name="T3" fmla="*/ 32 h 62"/>
                <a:gd name="T4" fmla="*/ 0 w 93"/>
                <a:gd name="T5" fmla="*/ 62 h 62"/>
                <a:gd name="T6" fmla="*/ 0 w 93"/>
                <a:gd name="T7" fmla="*/ 0 h 62"/>
              </a:gdLst>
              <a:ahLst/>
              <a:cxnLst>
                <a:cxn ang="0">
                  <a:pos x="T0" y="T1"/>
                </a:cxn>
                <a:cxn ang="0">
                  <a:pos x="T2" y="T3"/>
                </a:cxn>
                <a:cxn ang="0">
                  <a:pos x="T4" y="T5"/>
                </a:cxn>
                <a:cxn ang="0">
                  <a:pos x="T6" y="T7"/>
                </a:cxn>
              </a:cxnLst>
              <a:rect l="0" t="0" r="r" b="b"/>
              <a:pathLst>
                <a:path w="93" h="62">
                  <a:moveTo>
                    <a:pt x="0" y="0"/>
                  </a:moveTo>
                  <a:lnTo>
                    <a:pt x="93" y="32"/>
                  </a:lnTo>
                  <a:lnTo>
                    <a:pt x="0" y="6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Rectangle 40">
              <a:extLst>
                <a:ext uri="{FF2B5EF4-FFF2-40B4-BE49-F238E27FC236}">
                  <a16:creationId xmlns:a16="http://schemas.microsoft.com/office/drawing/2014/main" id="{9FA96326-0811-44FD-B2C1-1AB7255A412E}"/>
                </a:ext>
              </a:extLst>
            </p:cNvPr>
            <p:cNvSpPr>
              <a:spLocks noChangeArrowheads="1"/>
            </p:cNvSpPr>
            <p:nvPr/>
          </p:nvSpPr>
          <p:spPr bwMode="auto">
            <a:xfrm>
              <a:off x="1170" y="3343"/>
              <a:ext cx="1188" cy="1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Rectangle 41">
              <a:extLst>
                <a:ext uri="{FF2B5EF4-FFF2-40B4-BE49-F238E27FC236}">
                  <a16:creationId xmlns:a16="http://schemas.microsoft.com/office/drawing/2014/main" id="{7C4862DD-FEFC-404E-BF47-CB1C4221042C}"/>
                </a:ext>
              </a:extLst>
            </p:cNvPr>
            <p:cNvSpPr>
              <a:spLocks noChangeArrowheads="1"/>
            </p:cNvSpPr>
            <p:nvPr/>
          </p:nvSpPr>
          <p:spPr bwMode="auto">
            <a:xfrm>
              <a:off x="1174" y="3350"/>
              <a:ext cx="396"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a:ln>
                    <a:noFill/>
                  </a:ln>
                  <a:solidFill>
                    <a:srgbClr val="000000"/>
                  </a:solidFill>
                  <a:effectLst/>
                  <a:latin typeface="宋体" panose="02010600030101010101" pitchFamily="2" charset="-122"/>
                  <a:ea typeface="宋体" panose="02010600030101010101" pitchFamily="2" charset="-122"/>
                </a:rPr>
                <a:t>执行事务操作</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3" name="Rectangle 42">
              <a:extLst>
                <a:ext uri="{FF2B5EF4-FFF2-40B4-BE49-F238E27FC236}">
                  <a16:creationId xmlns:a16="http://schemas.microsoft.com/office/drawing/2014/main" id="{C14249D3-336F-465E-A5B0-E2C34FF6F1EE}"/>
                </a:ext>
              </a:extLst>
            </p:cNvPr>
            <p:cNvSpPr>
              <a:spLocks noChangeArrowheads="1"/>
            </p:cNvSpPr>
            <p:nvPr/>
          </p:nvSpPr>
          <p:spPr bwMode="auto">
            <a:xfrm>
              <a:off x="1853" y="3350"/>
              <a:ext cx="11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a:ln>
                    <a:noFill/>
                  </a:ln>
                  <a:solidFill>
                    <a:srgbClr val="000000"/>
                  </a:solidFill>
                  <a:effectLst/>
                  <a:latin typeface="宋体" panose="02010600030101010101" pitchFamily="2" charset="-122"/>
                  <a:ea typeface="宋体" panose="02010600030101010101" pitchFamily="2" charset="-122"/>
                </a:rPr>
                <a:t>1</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4" name="Rectangle 43">
              <a:extLst>
                <a:ext uri="{FF2B5EF4-FFF2-40B4-BE49-F238E27FC236}">
                  <a16:creationId xmlns:a16="http://schemas.microsoft.com/office/drawing/2014/main" id="{42EFAC06-2BA0-4085-B94B-3CEFF407CD78}"/>
                </a:ext>
              </a:extLst>
            </p:cNvPr>
            <p:cNvSpPr>
              <a:spLocks noChangeArrowheads="1"/>
            </p:cNvSpPr>
            <p:nvPr/>
          </p:nvSpPr>
          <p:spPr bwMode="auto">
            <a:xfrm>
              <a:off x="1909" y="3350"/>
              <a:ext cx="11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a:ln>
                    <a:noFill/>
                  </a:ln>
                  <a:solidFill>
                    <a:srgbClr val="000000"/>
                  </a:solidFill>
                  <a:effectLst/>
                  <a:latin typeface="宋体" panose="02010600030101010101" pitchFamily="2" charset="-122"/>
                  <a:ea typeface="宋体" panose="02010600030101010101" pitchFamily="2" charset="-122"/>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5" name="Rectangle 44">
              <a:extLst>
                <a:ext uri="{FF2B5EF4-FFF2-40B4-BE49-F238E27FC236}">
                  <a16:creationId xmlns:a16="http://schemas.microsoft.com/office/drawing/2014/main" id="{C6E7609B-D371-47C5-905B-60760CD62B00}"/>
                </a:ext>
              </a:extLst>
            </p:cNvPr>
            <p:cNvSpPr>
              <a:spLocks noChangeArrowheads="1"/>
            </p:cNvSpPr>
            <p:nvPr/>
          </p:nvSpPr>
          <p:spPr bwMode="auto">
            <a:xfrm>
              <a:off x="2022" y="3350"/>
              <a:ext cx="17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a:ln>
                    <a:noFill/>
                  </a:ln>
                  <a:solidFill>
                    <a:srgbClr val="000000"/>
                  </a:solidFill>
                  <a:effectLst/>
                  <a:latin typeface="宋体" panose="02010600030101010101" pitchFamily="2" charset="-122"/>
                  <a:ea typeface="宋体" panose="02010600030101010101" pitchFamily="2" charset="-122"/>
                </a:rPr>
                <a:t>成功</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6" name="Rectangle 45">
              <a:extLst>
                <a:ext uri="{FF2B5EF4-FFF2-40B4-BE49-F238E27FC236}">
                  <a16:creationId xmlns:a16="http://schemas.microsoft.com/office/drawing/2014/main" id="{120C86A8-5E22-4D28-9E4F-DCECA2FEB09F}"/>
                </a:ext>
              </a:extLst>
            </p:cNvPr>
            <p:cNvSpPr>
              <a:spLocks noChangeArrowheads="1"/>
            </p:cNvSpPr>
            <p:nvPr/>
          </p:nvSpPr>
          <p:spPr bwMode="auto">
            <a:xfrm>
              <a:off x="2249" y="3350"/>
              <a:ext cx="11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a:ln>
                    <a:noFill/>
                  </a:ln>
                  <a:solidFill>
                    <a:srgbClr val="000000"/>
                  </a:solidFill>
                  <a:effectLst/>
                  <a:latin typeface="宋体" panose="02010600030101010101" pitchFamily="2" charset="-122"/>
                  <a:ea typeface="宋体" panose="02010600030101010101" pitchFamily="2" charset="-122"/>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7" name="Oval 46">
              <a:extLst>
                <a:ext uri="{FF2B5EF4-FFF2-40B4-BE49-F238E27FC236}">
                  <a16:creationId xmlns:a16="http://schemas.microsoft.com/office/drawing/2014/main" id="{CB25D014-48A4-41D1-96A5-D058324DD677}"/>
                </a:ext>
              </a:extLst>
            </p:cNvPr>
            <p:cNvSpPr>
              <a:spLocks noChangeArrowheads="1"/>
            </p:cNvSpPr>
            <p:nvPr/>
          </p:nvSpPr>
          <p:spPr bwMode="auto">
            <a:xfrm>
              <a:off x="4583" y="3371"/>
              <a:ext cx="775" cy="269"/>
            </a:xfrm>
            <a:prstGeom prst="ellipse">
              <a:avLst/>
            </a:prstGeom>
            <a:solidFill>
              <a:srgbClr val="FFFFF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8" name="Freeform 47">
              <a:extLst>
                <a:ext uri="{FF2B5EF4-FFF2-40B4-BE49-F238E27FC236}">
                  <a16:creationId xmlns:a16="http://schemas.microsoft.com/office/drawing/2014/main" id="{B3FEA1F5-F0A9-4D49-8F21-5C8DF8DD39DA}"/>
                </a:ext>
              </a:extLst>
            </p:cNvPr>
            <p:cNvSpPr>
              <a:spLocks/>
            </p:cNvSpPr>
            <p:nvPr/>
          </p:nvSpPr>
          <p:spPr bwMode="auto">
            <a:xfrm>
              <a:off x="4583" y="3371"/>
              <a:ext cx="775" cy="269"/>
            </a:xfrm>
            <a:custGeom>
              <a:avLst/>
              <a:gdLst>
                <a:gd name="T0" fmla="*/ 775 w 775"/>
                <a:gd name="T1" fmla="*/ 135 h 269"/>
                <a:gd name="T2" fmla="*/ 387 w 775"/>
                <a:gd name="T3" fmla="*/ 0 h 269"/>
                <a:gd name="T4" fmla="*/ 0 w 775"/>
                <a:gd name="T5" fmla="*/ 135 h 269"/>
                <a:gd name="T6" fmla="*/ 387 w 775"/>
                <a:gd name="T7" fmla="*/ 269 h 269"/>
                <a:gd name="T8" fmla="*/ 775 w 775"/>
                <a:gd name="T9" fmla="*/ 135 h 269"/>
              </a:gdLst>
              <a:ahLst/>
              <a:cxnLst>
                <a:cxn ang="0">
                  <a:pos x="T0" y="T1"/>
                </a:cxn>
                <a:cxn ang="0">
                  <a:pos x="T2" y="T3"/>
                </a:cxn>
                <a:cxn ang="0">
                  <a:pos x="T4" y="T5"/>
                </a:cxn>
                <a:cxn ang="0">
                  <a:pos x="T6" y="T7"/>
                </a:cxn>
                <a:cxn ang="0">
                  <a:pos x="T8" y="T9"/>
                </a:cxn>
              </a:cxnLst>
              <a:rect l="0" t="0" r="r" b="b"/>
              <a:pathLst>
                <a:path w="775" h="269">
                  <a:moveTo>
                    <a:pt x="775" y="135"/>
                  </a:moveTo>
                  <a:cubicBezTo>
                    <a:pt x="775" y="60"/>
                    <a:pt x="601" y="0"/>
                    <a:pt x="387" y="0"/>
                  </a:cubicBezTo>
                  <a:cubicBezTo>
                    <a:pt x="173" y="0"/>
                    <a:pt x="0" y="60"/>
                    <a:pt x="0" y="135"/>
                  </a:cubicBezTo>
                  <a:cubicBezTo>
                    <a:pt x="0" y="208"/>
                    <a:pt x="173" y="269"/>
                    <a:pt x="387" y="269"/>
                  </a:cubicBezTo>
                  <a:cubicBezTo>
                    <a:pt x="601" y="269"/>
                    <a:pt x="775" y="208"/>
                    <a:pt x="775" y="135"/>
                  </a:cubicBezTo>
                </a:path>
              </a:pathLst>
            </a:custGeom>
            <a:noFill/>
            <a:ln w="1111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Rectangle 48">
              <a:extLst>
                <a:ext uri="{FF2B5EF4-FFF2-40B4-BE49-F238E27FC236}">
                  <a16:creationId xmlns:a16="http://schemas.microsoft.com/office/drawing/2014/main" id="{BE4573FB-6103-4733-9FEF-6E85C0B3C665}"/>
                </a:ext>
              </a:extLst>
            </p:cNvPr>
            <p:cNvSpPr>
              <a:spLocks noChangeArrowheads="1"/>
            </p:cNvSpPr>
            <p:nvPr/>
          </p:nvSpPr>
          <p:spPr bwMode="auto">
            <a:xfrm>
              <a:off x="4719" y="3444"/>
              <a:ext cx="28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a:ln>
                    <a:noFill/>
                  </a:ln>
                  <a:solidFill>
                    <a:srgbClr val="000000"/>
                  </a:solidFill>
                  <a:effectLst/>
                  <a:latin typeface="宋体" panose="02010600030101010101" pitchFamily="2" charset="-122"/>
                  <a:ea typeface="宋体" panose="02010600030101010101" pitchFamily="2" charset="-122"/>
                </a:rPr>
                <a:t>有效状态</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0" name="Rectangle 49">
              <a:extLst>
                <a:ext uri="{FF2B5EF4-FFF2-40B4-BE49-F238E27FC236}">
                  <a16:creationId xmlns:a16="http://schemas.microsoft.com/office/drawing/2014/main" id="{EC4D3BB6-1C4A-47A5-854A-809FBC9F7032}"/>
                </a:ext>
              </a:extLst>
            </p:cNvPr>
            <p:cNvSpPr>
              <a:spLocks noChangeArrowheads="1"/>
            </p:cNvSpPr>
            <p:nvPr/>
          </p:nvSpPr>
          <p:spPr bwMode="auto">
            <a:xfrm>
              <a:off x="5172" y="3444"/>
              <a:ext cx="5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3</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31" name="Line 50">
              <a:extLst>
                <a:ext uri="{FF2B5EF4-FFF2-40B4-BE49-F238E27FC236}">
                  <a16:creationId xmlns:a16="http://schemas.microsoft.com/office/drawing/2014/main" id="{F2D6D409-AF0B-40B8-9425-F2734653A406}"/>
                </a:ext>
              </a:extLst>
            </p:cNvPr>
            <p:cNvSpPr>
              <a:spLocks noChangeShapeType="1"/>
            </p:cNvSpPr>
            <p:nvPr/>
          </p:nvSpPr>
          <p:spPr bwMode="auto">
            <a:xfrm>
              <a:off x="3273" y="3506"/>
              <a:ext cx="1225" cy="0"/>
            </a:xfrm>
            <a:prstGeom prst="line">
              <a:avLst/>
            </a:prstGeom>
            <a:noFill/>
            <a:ln w="11113"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2" name="Freeform 51">
              <a:extLst>
                <a:ext uri="{FF2B5EF4-FFF2-40B4-BE49-F238E27FC236}">
                  <a16:creationId xmlns:a16="http://schemas.microsoft.com/office/drawing/2014/main" id="{45F4B630-65E6-4A65-9084-B0BDF60B32BC}"/>
                </a:ext>
              </a:extLst>
            </p:cNvPr>
            <p:cNvSpPr>
              <a:spLocks/>
            </p:cNvSpPr>
            <p:nvPr/>
          </p:nvSpPr>
          <p:spPr bwMode="auto">
            <a:xfrm>
              <a:off x="4490" y="3474"/>
              <a:ext cx="93" cy="62"/>
            </a:xfrm>
            <a:custGeom>
              <a:avLst/>
              <a:gdLst>
                <a:gd name="T0" fmla="*/ 0 w 93"/>
                <a:gd name="T1" fmla="*/ 0 h 62"/>
                <a:gd name="T2" fmla="*/ 93 w 93"/>
                <a:gd name="T3" fmla="*/ 32 h 62"/>
                <a:gd name="T4" fmla="*/ 0 w 93"/>
                <a:gd name="T5" fmla="*/ 62 h 62"/>
                <a:gd name="T6" fmla="*/ 0 w 93"/>
                <a:gd name="T7" fmla="*/ 0 h 62"/>
              </a:gdLst>
              <a:ahLst/>
              <a:cxnLst>
                <a:cxn ang="0">
                  <a:pos x="T0" y="T1"/>
                </a:cxn>
                <a:cxn ang="0">
                  <a:pos x="T2" y="T3"/>
                </a:cxn>
                <a:cxn ang="0">
                  <a:pos x="T4" y="T5"/>
                </a:cxn>
                <a:cxn ang="0">
                  <a:pos x="T6" y="T7"/>
                </a:cxn>
              </a:cxnLst>
              <a:rect l="0" t="0" r="r" b="b"/>
              <a:pathLst>
                <a:path w="93" h="62">
                  <a:moveTo>
                    <a:pt x="0" y="0"/>
                  </a:moveTo>
                  <a:lnTo>
                    <a:pt x="93" y="32"/>
                  </a:lnTo>
                  <a:lnTo>
                    <a:pt x="0" y="6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Rectangle 52">
              <a:extLst>
                <a:ext uri="{FF2B5EF4-FFF2-40B4-BE49-F238E27FC236}">
                  <a16:creationId xmlns:a16="http://schemas.microsoft.com/office/drawing/2014/main" id="{04D4606B-9B05-4149-8030-4C07AFCB8736}"/>
                </a:ext>
              </a:extLst>
            </p:cNvPr>
            <p:cNvSpPr>
              <a:spLocks noChangeArrowheads="1"/>
            </p:cNvSpPr>
            <p:nvPr/>
          </p:nvSpPr>
          <p:spPr bwMode="auto">
            <a:xfrm>
              <a:off x="3311" y="3343"/>
              <a:ext cx="1188" cy="1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Rectangle 53">
              <a:extLst>
                <a:ext uri="{FF2B5EF4-FFF2-40B4-BE49-F238E27FC236}">
                  <a16:creationId xmlns:a16="http://schemas.microsoft.com/office/drawing/2014/main" id="{36042154-5899-49B8-BB1E-997963F4F9F9}"/>
                </a:ext>
              </a:extLst>
            </p:cNvPr>
            <p:cNvSpPr>
              <a:spLocks noChangeArrowheads="1"/>
            </p:cNvSpPr>
            <p:nvPr/>
          </p:nvSpPr>
          <p:spPr bwMode="auto">
            <a:xfrm>
              <a:off x="3314" y="3350"/>
              <a:ext cx="396"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a:ln>
                    <a:noFill/>
                  </a:ln>
                  <a:solidFill>
                    <a:srgbClr val="000000"/>
                  </a:solidFill>
                  <a:effectLst/>
                  <a:latin typeface="宋体" panose="02010600030101010101" pitchFamily="2" charset="-122"/>
                  <a:ea typeface="宋体" panose="02010600030101010101" pitchFamily="2" charset="-122"/>
                </a:rPr>
                <a:t>执行事务操作</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5" name="Rectangle 54">
              <a:extLst>
                <a:ext uri="{FF2B5EF4-FFF2-40B4-BE49-F238E27FC236}">
                  <a16:creationId xmlns:a16="http://schemas.microsoft.com/office/drawing/2014/main" id="{0D1CCD8D-E853-4904-9014-F01F0027DE36}"/>
                </a:ext>
              </a:extLst>
            </p:cNvPr>
            <p:cNvSpPr>
              <a:spLocks noChangeArrowheads="1"/>
            </p:cNvSpPr>
            <p:nvPr/>
          </p:nvSpPr>
          <p:spPr bwMode="auto">
            <a:xfrm>
              <a:off x="3993" y="3350"/>
              <a:ext cx="11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a:ln>
                    <a:noFill/>
                  </a:ln>
                  <a:solidFill>
                    <a:srgbClr val="000000"/>
                  </a:solidFill>
                  <a:effectLst/>
                  <a:latin typeface="宋体" panose="02010600030101010101" pitchFamily="2" charset="-122"/>
                  <a:ea typeface="宋体" panose="02010600030101010101" pitchFamily="2" charset="-122"/>
                </a:rPr>
                <a:t>2</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6" name="Rectangle 55">
              <a:extLst>
                <a:ext uri="{FF2B5EF4-FFF2-40B4-BE49-F238E27FC236}">
                  <a16:creationId xmlns:a16="http://schemas.microsoft.com/office/drawing/2014/main" id="{2D855725-0299-4639-BE70-9F97E2EC9F60}"/>
                </a:ext>
              </a:extLst>
            </p:cNvPr>
            <p:cNvSpPr>
              <a:spLocks noChangeArrowheads="1"/>
            </p:cNvSpPr>
            <p:nvPr/>
          </p:nvSpPr>
          <p:spPr bwMode="auto">
            <a:xfrm>
              <a:off x="4050" y="3350"/>
              <a:ext cx="11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a:ln>
                    <a:noFill/>
                  </a:ln>
                  <a:solidFill>
                    <a:srgbClr val="000000"/>
                  </a:solidFill>
                  <a:effectLst/>
                  <a:latin typeface="宋体" panose="02010600030101010101" pitchFamily="2" charset="-122"/>
                  <a:ea typeface="宋体" panose="02010600030101010101" pitchFamily="2" charset="-122"/>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7" name="Rectangle 56">
              <a:extLst>
                <a:ext uri="{FF2B5EF4-FFF2-40B4-BE49-F238E27FC236}">
                  <a16:creationId xmlns:a16="http://schemas.microsoft.com/office/drawing/2014/main" id="{8E8CA6EB-E7FD-4B14-9B08-0D1FE7FC5B65}"/>
                </a:ext>
              </a:extLst>
            </p:cNvPr>
            <p:cNvSpPr>
              <a:spLocks noChangeArrowheads="1"/>
            </p:cNvSpPr>
            <p:nvPr/>
          </p:nvSpPr>
          <p:spPr bwMode="auto">
            <a:xfrm>
              <a:off x="4163" y="3350"/>
              <a:ext cx="169"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a:ln>
                    <a:noFill/>
                  </a:ln>
                  <a:solidFill>
                    <a:srgbClr val="000000"/>
                  </a:solidFill>
                  <a:effectLst/>
                  <a:latin typeface="宋体" panose="02010600030101010101" pitchFamily="2" charset="-122"/>
                  <a:ea typeface="宋体" panose="02010600030101010101" pitchFamily="2" charset="-122"/>
                </a:rPr>
                <a:t>成功</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8" name="Rectangle 57">
              <a:extLst>
                <a:ext uri="{FF2B5EF4-FFF2-40B4-BE49-F238E27FC236}">
                  <a16:creationId xmlns:a16="http://schemas.microsoft.com/office/drawing/2014/main" id="{C32F59DE-B3C2-49A6-BBEE-C8A45AD1B0BA}"/>
                </a:ext>
              </a:extLst>
            </p:cNvPr>
            <p:cNvSpPr>
              <a:spLocks noChangeArrowheads="1"/>
            </p:cNvSpPr>
            <p:nvPr/>
          </p:nvSpPr>
          <p:spPr bwMode="auto">
            <a:xfrm>
              <a:off x="4389" y="3350"/>
              <a:ext cx="11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a:ln>
                    <a:noFill/>
                  </a:ln>
                  <a:solidFill>
                    <a:srgbClr val="000000"/>
                  </a:solidFill>
                  <a:effectLst/>
                  <a:latin typeface="宋体" panose="02010600030101010101" pitchFamily="2" charset="-122"/>
                  <a:ea typeface="宋体" panose="02010600030101010101" pitchFamily="2" charset="-122"/>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9" name="Freeform 58">
              <a:extLst>
                <a:ext uri="{FF2B5EF4-FFF2-40B4-BE49-F238E27FC236}">
                  <a16:creationId xmlns:a16="http://schemas.microsoft.com/office/drawing/2014/main" id="{E5C4D9EE-087F-4215-8D7F-F4828ADB2903}"/>
                </a:ext>
              </a:extLst>
            </p:cNvPr>
            <p:cNvSpPr>
              <a:spLocks/>
            </p:cNvSpPr>
            <p:nvPr/>
          </p:nvSpPr>
          <p:spPr bwMode="auto">
            <a:xfrm>
              <a:off x="692" y="3035"/>
              <a:ext cx="2199" cy="282"/>
            </a:xfrm>
            <a:custGeom>
              <a:avLst/>
              <a:gdLst>
                <a:gd name="T0" fmla="*/ 2199 w 2199"/>
                <a:gd name="T1" fmla="*/ 202 h 282"/>
                <a:gd name="T2" fmla="*/ 2199 w 2199"/>
                <a:gd name="T3" fmla="*/ 0 h 282"/>
                <a:gd name="T4" fmla="*/ 0 w 2199"/>
                <a:gd name="T5" fmla="*/ 0 h 282"/>
                <a:gd name="T6" fmla="*/ 0 w 2199"/>
                <a:gd name="T7" fmla="*/ 282 h 282"/>
              </a:gdLst>
              <a:ahLst/>
              <a:cxnLst>
                <a:cxn ang="0">
                  <a:pos x="T0" y="T1"/>
                </a:cxn>
                <a:cxn ang="0">
                  <a:pos x="T2" y="T3"/>
                </a:cxn>
                <a:cxn ang="0">
                  <a:pos x="T4" y="T5"/>
                </a:cxn>
                <a:cxn ang="0">
                  <a:pos x="T6" y="T7"/>
                </a:cxn>
              </a:cxnLst>
              <a:rect l="0" t="0" r="r" b="b"/>
              <a:pathLst>
                <a:path w="2199" h="282">
                  <a:moveTo>
                    <a:pt x="2199" y="202"/>
                  </a:moveTo>
                  <a:lnTo>
                    <a:pt x="2199" y="0"/>
                  </a:lnTo>
                  <a:lnTo>
                    <a:pt x="0" y="0"/>
                  </a:lnTo>
                  <a:lnTo>
                    <a:pt x="0" y="282"/>
                  </a:lnTo>
                </a:path>
              </a:pathLst>
            </a:custGeom>
            <a:noFill/>
            <a:ln w="1111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0" name="Freeform 59">
              <a:extLst>
                <a:ext uri="{FF2B5EF4-FFF2-40B4-BE49-F238E27FC236}">
                  <a16:creationId xmlns:a16="http://schemas.microsoft.com/office/drawing/2014/main" id="{C10DE859-1AEC-4202-B8BB-FC61C3F6FBC3}"/>
                </a:ext>
              </a:extLst>
            </p:cNvPr>
            <p:cNvSpPr>
              <a:spLocks/>
            </p:cNvSpPr>
            <p:nvPr/>
          </p:nvSpPr>
          <p:spPr bwMode="auto">
            <a:xfrm>
              <a:off x="661" y="3309"/>
              <a:ext cx="62" cy="62"/>
            </a:xfrm>
            <a:custGeom>
              <a:avLst/>
              <a:gdLst>
                <a:gd name="T0" fmla="*/ 62 w 62"/>
                <a:gd name="T1" fmla="*/ 0 h 62"/>
                <a:gd name="T2" fmla="*/ 31 w 62"/>
                <a:gd name="T3" fmla="*/ 62 h 62"/>
                <a:gd name="T4" fmla="*/ 0 w 62"/>
                <a:gd name="T5" fmla="*/ 0 h 62"/>
                <a:gd name="T6" fmla="*/ 62 w 62"/>
                <a:gd name="T7" fmla="*/ 0 h 62"/>
              </a:gdLst>
              <a:ahLst/>
              <a:cxnLst>
                <a:cxn ang="0">
                  <a:pos x="T0" y="T1"/>
                </a:cxn>
                <a:cxn ang="0">
                  <a:pos x="T2" y="T3"/>
                </a:cxn>
                <a:cxn ang="0">
                  <a:pos x="T4" y="T5"/>
                </a:cxn>
                <a:cxn ang="0">
                  <a:pos x="T6" y="T7"/>
                </a:cxn>
              </a:cxnLst>
              <a:rect l="0" t="0" r="r" b="b"/>
              <a:pathLst>
                <a:path w="62" h="62">
                  <a:moveTo>
                    <a:pt x="62" y="0"/>
                  </a:moveTo>
                  <a:lnTo>
                    <a:pt x="31" y="62"/>
                  </a:lnTo>
                  <a:lnTo>
                    <a:pt x="0" y="0"/>
                  </a:lnTo>
                  <a:lnTo>
                    <a:pt x="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Rectangle 60">
              <a:extLst>
                <a:ext uri="{FF2B5EF4-FFF2-40B4-BE49-F238E27FC236}">
                  <a16:creationId xmlns:a16="http://schemas.microsoft.com/office/drawing/2014/main" id="{8F2C0720-6B6F-46A0-B4D5-6B32B77527DD}"/>
                </a:ext>
              </a:extLst>
            </p:cNvPr>
            <p:cNvSpPr>
              <a:spLocks noChangeArrowheads="1"/>
            </p:cNvSpPr>
            <p:nvPr/>
          </p:nvSpPr>
          <p:spPr bwMode="auto">
            <a:xfrm>
              <a:off x="626" y="2871"/>
              <a:ext cx="2376" cy="1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Rectangle 61">
              <a:extLst>
                <a:ext uri="{FF2B5EF4-FFF2-40B4-BE49-F238E27FC236}">
                  <a16:creationId xmlns:a16="http://schemas.microsoft.com/office/drawing/2014/main" id="{4CD1A207-7136-49C9-B87D-DF67D863B673}"/>
                </a:ext>
              </a:extLst>
            </p:cNvPr>
            <p:cNvSpPr>
              <a:spLocks noChangeArrowheads="1"/>
            </p:cNvSpPr>
            <p:nvPr/>
          </p:nvSpPr>
          <p:spPr bwMode="auto">
            <a:xfrm>
              <a:off x="629" y="2877"/>
              <a:ext cx="396"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a:ln>
                    <a:noFill/>
                  </a:ln>
                  <a:solidFill>
                    <a:srgbClr val="000000"/>
                  </a:solidFill>
                  <a:effectLst/>
                  <a:latin typeface="宋体" panose="02010600030101010101" pitchFamily="2" charset="-122"/>
                  <a:ea typeface="宋体" panose="02010600030101010101" pitchFamily="2" charset="-122"/>
                </a:rPr>
                <a:t>执行事务操作</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3" name="Rectangle 62">
              <a:extLst>
                <a:ext uri="{FF2B5EF4-FFF2-40B4-BE49-F238E27FC236}">
                  <a16:creationId xmlns:a16="http://schemas.microsoft.com/office/drawing/2014/main" id="{6E2E77BB-67B6-482C-8A16-28C59896D3B5}"/>
                </a:ext>
              </a:extLst>
            </p:cNvPr>
            <p:cNvSpPr>
              <a:spLocks noChangeArrowheads="1"/>
            </p:cNvSpPr>
            <p:nvPr/>
          </p:nvSpPr>
          <p:spPr bwMode="auto">
            <a:xfrm>
              <a:off x="1308" y="2877"/>
              <a:ext cx="11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a:ln>
                    <a:noFill/>
                  </a:ln>
                  <a:solidFill>
                    <a:srgbClr val="000000"/>
                  </a:solidFill>
                  <a:effectLst/>
                  <a:latin typeface="宋体" panose="02010600030101010101" pitchFamily="2" charset="-122"/>
                  <a:ea typeface="宋体" panose="02010600030101010101" pitchFamily="2" charset="-122"/>
                </a:rPr>
                <a:t>2</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4" name="Rectangle 63">
              <a:extLst>
                <a:ext uri="{FF2B5EF4-FFF2-40B4-BE49-F238E27FC236}">
                  <a16:creationId xmlns:a16="http://schemas.microsoft.com/office/drawing/2014/main" id="{FE885B2A-A5CE-49CF-B7B5-7AA9C924E3D0}"/>
                </a:ext>
              </a:extLst>
            </p:cNvPr>
            <p:cNvSpPr>
              <a:spLocks noChangeArrowheads="1"/>
            </p:cNvSpPr>
            <p:nvPr/>
          </p:nvSpPr>
          <p:spPr bwMode="auto">
            <a:xfrm>
              <a:off x="1365" y="2877"/>
              <a:ext cx="11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a:ln>
                    <a:noFill/>
                  </a:ln>
                  <a:solidFill>
                    <a:srgbClr val="000000"/>
                  </a:solidFill>
                  <a:effectLst/>
                  <a:latin typeface="宋体" panose="02010600030101010101" pitchFamily="2" charset="-122"/>
                  <a:ea typeface="宋体" panose="02010600030101010101" pitchFamily="2" charset="-122"/>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5" name="Rectangle 64">
              <a:extLst>
                <a:ext uri="{FF2B5EF4-FFF2-40B4-BE49-F238E27FC236}">
                  <a16:creationId xmlns:a16="http://schemas.microsoft.com/office/drawing/2014/main" id="{66C555D2-4DBC-43E9-A319-BC19DFEF3EB0}"/>
                </a:ext>
              </a:extLst>
            </p:cNvPr>
            <p:cNvSpPr>
              <a:spLocks noChangeArrowheads="1"/>
            </p:cNvSpPr>
            <p:nvPr/>
          </p:nvSpPr>
          <p:spPr bwMode="auto">
            <a:xfrm>
              <a:off x="1478" y="2877"/>
              <a:ext cx="17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a:ln>
                    <a:noFill/>
                  </a:ln>
                  <a:solidFill>
                    <a:srgbClr val="000000"/>
                  </a:solidFill>
                  <a:effectLst/>
                  <a:latin typeface="宋体" panose="02010600030101010101" pitchFamily="2" charset="-122"/>
                  <a:ea typeface="宋体" panose="02010600030101010101" pitchFamily="2" charset="-122"/>
                </a:rPr>
                <a:t>失败</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6" name="Rectangle 65">
              <a:extLst>
                <a:ext uri="{FF2B5EF4-FFF2-40B4-BE49-F238E27FC236}">
                  <a16:creationId xmlns:a16="http://schemas.microsoft.com/office/drawing/2014/main" id="{E1832CCA-5FBE-4DFD-9394-C68CD387F5D3}"/>
                </a:ext>
              </a:extLst>
            </p:cNvPr>
            <p:cNvSpPr>
              <a:spLocks noChangeArrowheads="1"/>
            </p:cNvSpPr>
            <p:nvPr/>
          </p:nvSpPr>
          <p:spPr bwMode="auto">
            <a:xfrm>
              <a:off x="1704" y="2877"/>
              <a:ext cx="17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a:ln>
                    <a:noFill/>
                  </a:ln>
                  <a:solidFill>
                    <a:srgbClr val="000000"/>
                  </a:solidFill>
                  <a:effectLst/>
                  <a:latin typeface="宋体" panose="02010600030101010101" pitchFamily="2" charset="-122"/>
                  <a:ea typeface="宋体" panose="02010600030101010101" pitchFamily="2" charset="-122"/>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7" name="Rectangle 66">
              <a:extLst>
                <a:ext uri="{FF2B5EF4-FFF2-40B4-BE49-F238E27FC236}">
                  <a16:creationId xmlns:a16="http://schemas.microsoft.com/office/drawing/2014/main" id="{5257B05F-A9CC-4435-97EB-80FA79BE0C17}"/>
                </a:ext>
              </a:extLst>
            </p:cNvPr>
            <p:cNvSpPr>
              <a:spLocks noChangeArrowheads="1"/>
            </p:cNvSpPr>
            <p:nvPr/>
          </p:nvSpPr>
          <p:spPr bwMode="auto">
            <a:xfrm>
              <a:off x="1930" y="2877"/>
              <a:ext cx="28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a:ln>
                    <a:noFill/>
                  </a:ln>
                  <a:solidFill>
                    <a:srgbClr val="000000"/>
                  </a:solidFill>
                  <a:effectLst/>
                  <a:latin typeface="宋体" panose="02010600030101010101" pitchFamily="2" charset="-122"/>
                  <a:ea typeface="宋体" panose="02010600030101010101" pitchFamily="2" charset="-122"/>
                </a:rPr>
                <a:t>执行操作</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8" name="Rectangle 67">
              <a:extLst>
                <a:ext uri="{FF2B5EF4-FFF2-40B4-BE49-F238E27FC236}">
                  <a16:creationId xmlns:a16="http://schemas.microsoft.com/office/drawing/2014/main" id="{0D7F8952-CAAD-4E9E-ADCF-8A32E670ADBA}"/>
                </a:ext>
              </a:extLst>
            </p:cNvPr>
            <p:cNvSpPr>
              <a:spLocks noChangeArrowheads="1"/>
            </p:cNvSpPr>
            <p:nvPr/>
          </p:nvSpPr>
          <p:spPr bwMode="auto">
            <a:xfrm>
              <a:off x="2383" y="2877"/>
              <a:ext cx="11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a:ln>
                    <a:noFill/>
                  </a:ln>
                  <a:solidFill>
                    <a:srgbClr val="000000"/>
                  </a:solidFill>
                  <a:effectLst/>
                  <a:latin typeface="宋体" panose="02010600030101010101" pitchFamily="2" charset="-122"/>
                  <a:ea typeface="宋体" panose="02010600030101010101" pitchFamily="2" charset="-122"/>
                </a:rPr>
                <a:t>1</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9" name="Rectangle 68">
              <a:extLst>
                <a:ext uri="{FF2B5EF4-FFF2-40B4-BE49-F238E27FC236}">
                  <a16:creationId xmlns:a16="http://schemas.microsoft.com/office/drawing/2014/main" id="{5EEACA71-8C3A-40D3-BCFB-19E5AB759595}"/>
                </a:ext>
              </a:extLst>
            </p:cNvPr>
            <p:cNvSpPr>
              <a:spLocks noChangeArrowheads="1"/>
            </p:cNvSpPr>
            <p:nvPr/>
          </p:nvSpPr>
          <p:spPr bwMode="auto">
            <a:xfrm>
              <a:off x="2440" y="2877"/>
              <a:ext cx="339"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a:ln>
                    <a:noFill/>
                  </a:ln>
                  <a:solidFill>
                    <a:srgbClr val="000000"/>
                  </a:solidFill>
                  <a:effectLst/>
                  <a:latin typeface="宋体" panose="02010600030101010101" pitchFamily="2" charset="-122"/>
                  <a:ea typeface="宋体" panose="02010600030101010101" pitchFamily="2" charset="-122"/>
                </a:rPr>
                <a:t>的补偿操作</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p:txBody>
          <a:bodyPr/>
          <a:lstStyle/>
          <a:p>
            <a:pPr eaLnBrk="1" hangingPunct="1"/>
            <a:r>
              <a:rPr lang="en-US" altLang="zh-CN" dirty="0"/>
              <a:t>WS-Atomic Transaction (WSAT)</a:t>
            </a:r>
          </a:p>
        </p:txBody>
      </p:sp>
      <p:sp>
        <p:nvSpPr>
          <p:cNvPr id="20484" name="Rectangle 3"/>
          <p:cNvSpPr>
            <a:spLocks noGrp="1" noChangeArrowheads="1"/>
          </p:cNvSpPr>
          <p:nvPr>
            <p:ph idx="1"/>
          </p:nvPr>
        </p:nvSpPr>
        <p:spPr/>
        <p:txBody>
          <a:bodyPr>
            <a:normAutofit fontScale="92500" lnSpcReduction="10000"/>
          </a:bodyPr>
          <a:lstStyle/>
          <a:p>
            <a:pPr eaLnBrk="1" hangingPunct="1">
              <a:defRPr/>
            </a:pPr>
            <a:r>
              <a:rPr lang="en-US" altLang="zh-CN" sz="2400" dirty="0"/>
              <a:t>WSAT defines short duration, </a:t>
            </a:r>
            <a:r>
              <a:rPr lang="en-US" altLang="zh-CN" sz="2400" i="1" dirty="0"/>
              <a:t>ACID</a:t>
            </a:r>
            <a:r>
              <a:rPr lang="en-US" altLang="zh-CN" sz="2400" dirty="0"/>
              <a:t> transactions</a:t>
            </a:r>
          </a:p>
          <a:p>
            <a:pPr lvl="1" eaLnBrk="1" hangingPunct="1">
              <a:defRPr/>
            </a:pPr>
            <a:r>
              <a:rPr lang="en-US" altLang="zh-CN" sz="1600" dirty="0"/>
              <a:t>Atomicity: If successful, then all the operations happen, and if unsuccessful, then none of the operations happen</a:t>
            </a:r>
          </a:p>
          <a:p>
            <a:pPr lvl="1" eaLnBrk="1" hangingPunct="1">
              <a:defRPr/>
            </a:pPr>
            <a:r>
              <a:rPr lang="en-US" altLang="zh-CN" sz="1600" dirty="0"/>
              <a:t>Consistency: The application performs valid state transitions at completion.</a:t>
            </a:r>
          </a:p>
          <a:p>
            <a:pPr lvl="1" eaLnBrk="1" hangingPunct="1">
              <a:defRPr/>
            </a:pPr>
            <a:r>
              <a:rPr lang="en-US" altLang="zh-CN" sz="1600" dirty="0"/>
              <a:t>Isolation: The effects of the operations are not shared outside the transaction until it completes successfully</a:t>
            </a:r>
          </a:p>
          <a:p>
            <a:pPr lvl="1" eaLnBrk="1" hangingPunct="1">
              <a:defRPr/>
            </a:pPr>
            <a:r>
              <a:rPr lang="en-US" altLang="zh-CN" sz="1600" dirty="0"/>
              <a:t>Durability: Once a transaction successfully completes, the changes survive failure</a:t>
            </a:r>
          </a:p>
          <a:p>
            <a:pPr eaLnBrk="1" hangingPunct="1">
              <a:defRPr/>
            </a:pPr>
            <a:r>
              <a:rPr lang="en-US" altLang="zh-CN" sz="2400" dirty="0"/>
              <a:t>It provides the definition of the atomic transaction coordination type to  be used with the extensible coordination framework described in the WS-Coordination specification</a:t>
            </a:r>
          </a:p>
          <a:p>
            <a:pPr eaLnBrk="1" hangingPunct="1">
              <a:defRPr/>
            </a:pPr>
            <a:r>
              <a:rPr lang="en-US" altLang="zh-CN" sz="2400" dirty="0"/>
              <a:t>The specification defines specific agreement coordination protocols for the atomic transaction coordination type:</a:t>
            </a:r>
          </a:p>
          <a:p>
            <a:pPr lvl="1" eaLnBrk="1" hangingPunct="1">
              <a:defRPr/>
            </a:pPr>
            <a:r>
              <a:rPr lang="en-US" altLang="zh-CN" sz="2400" i="1" dirty="0"/>
              <a:t>Completion</a:t>
            </a:r>
          </a:p>
          <a:p>
            <a:pPr lvl="1" eaLnBrk="1" hangingPunct="1">
              <a:defRPr/>
            </a:pPr>
            <a:r>
              <a:rPr lang="en-US" altLang="zh-CN" sz="2400" i="1" dirty="0" err="1"/>
              <a:t>CompletionWithAck</a:t>
            </a:r>
            <a:endParaRPr lang="en-US" altLang="zh-CN" sz="2400" i="1" dirty="0"/>
          </a:p>
          <a:p>
            <a:pPr lvl="1">
              <a:defRPr/>
            </a:pPr>
            <a:r>
              <a:rPr lang="en-US" altLang="zh-CN" sz="2400" i="1" dirty="0"/>
              <a:t>2PC </a:t>
            </a:r>
            <a:r>
              <a:rPr lang="en-US" altLang="zh-CN" sz="2400" dirty="0"/>
              <a:t>(Durable2PC)</a:t>
            </a:r>
            <a:endParaRPr lang="en-US" altLang="zh-CN" sz="2400" i="1" dirty="0"/>
          </a:p>
          <a:p>
            <a:pPr lvl="1">
              <a:defRPr/>
            </a:pPr>
            <a:r>
              <a:rPr lang="en-US" altLang="zh-CN" sz="2400" i="1" dirty="0" err="1"/>
              <a:t>PhaseZero</a:t>
            </a:r>
            <a:r>
              <a:rPr lang="en-US" altLang="zh-CN" sz="2400" i="1" dirty="0"/>
              <a:t> </a:t>
            </a:r>
            <a:r>
              <a:rPr lang="en-US" altLang="zh-CN" sz="2400" dirty="0"/>
              <a:t>(Volatile2PC)</a:t>
            </a:r>
            <a:endParaRPr lang="en-US" altLang="zh-CN" sz="2400" i="1" dirty="0"/>
          </a:p>
          <a:p>
            <a:pPr lvl="1" eaLnBrk="1" hangingPunct="1">
              <a:defRPr/>
            </a:pPr>
            <a:r>
              <a:rPr lang="en-US" altLang="zh-CN" sz="2400" i="1" dirty="0" err="1"/>
              <a:t>OutcomeNotification</a:t>
            </a:r>
            <a:endParaRPr lang="en-US" altLang="zh-CN" sz="2400" i="1" dirty="0"/>
          </a:p>
        </p:txBody>
      </p:sp>
      <p:sp>
        <p:nvSpPr>
          <p:cNvPr id="21506"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D00F41E0-0DE5-4836-A563-5CB336F49383}" type="slidenum">
              <a:rPr lang="en-US" altLang="zh-CN" smtClean="0"/>
              <a:pPr eaLnBrk="1" hangingPunct="1"/>
              <a:t>60</a:t>
            </a:fld>
            <a:endParaRPr lang="en-US" altLang="zh-CN"/>
          </a:p>
        </p:txBody>
      </p:sp>
    </p:spTree>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pPr eaLnBrk="1" hangingPunct="1"/>
            <a:r>
              <a:rPr lang="en-US" altLang="zh-CN" sz="3400"/>
              <a:t>WS-Business Activity (WSBA)</a:t>
            </a:r>
          </a:p>
        </p:txBody>
      </p:sp>
      <p:sp>
        <p:nvSpPr>
          <p:cNvPr id="23556" name="Rectangle 3"/>
          <p:cNvSpPr>
            <a:spLocks noGrp="1" noChangeArrowheads="1"/>
          </p:cNvSpPr>
          <p:nvPr>
            <p:ph idx="1"/>
          </p:nvPr>
        </p:nvSpPr>
        <p:spPr/>
        <p:txBody>
          <a:bodyPr/>
          <a:lstStyle/>
          <a:p>
            <a:pPr eaLnBrk="1" hangingPunct="1"/>
            <a:r>
              <a:rPr lang="en-US" altLang="zh-CN" sz="2800" dirty="0"/>
              <a:t>WSBA defines longer running business transactions</a:t>
            </a:r>
          </a:p>
          <a:p>
            <a:pPr eaLnBrk="1" hangingPunct="1"/>
            <a:r>
              <a:rPr lang="en-US" altLang="zh-CN" sz="2800" dirty="0"/>
              <a:t>The specification defines two specific agreement coordination protocols for the business activity coordination type: </a:t>
            </a:r>
          </a:p>
          <a:p>
            <a:pPr lvl="1" eaLnBrk="1" hangingPunct="1"/>
            <a:r>
              <a:rPr lang="en-US" altLang="zh-CN" sz="2000" dirty="0" err="1"/>
              <a:t>BusinessAgreementWithParticipantCompletion</a:t>
            </a:r>
            <a:endParaRPr lang="en-US" altLang="zh-CN" sz="2000" dirty="0"/>
          </a:p>
          <a:p>
            <a:pPr lvl="1" eaLnBrk="1" hangingPunct="1"/>
            <a:r>
              <a:rPr lang="en-US" altLang="zh-CN" sz="2000" dirty="0" err="1"/>
              <a:t>BusinessAgreementWithCoordinatorCompletion</a:t>
            </a:r>
            <a:endParaRPr lang="en-US" altLang="zh-CN" sz="2000" dirty="0"/>
          </a:p>
          <a:p>
            <a:pPr eaLnBrk="1" hangingPunct="1"/>
            <a:r>
              <a:rPr lang="en-US" altLang="zh-CN" sz="2800" dirty="0"/>
              <a:t>Developers can use any or all of these protocols when building applications that require consistent agreement on the outcome of long-running distributed activities</a:t>
            </a:r>
          </a:p>
        </p:txBody>
      </p:sp>
      <p:sp>
        <p:nvSpPr>
          <p:cNvPr id="23554"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AC3FFF8C-392E-4CD9-B3DA-DD59F6F9C8CA}" type="slidenum">
              <a:rPr lang="en-US" altLang="zh-CN" smtClean="0"/>
              <a:pPr eaLnBrk="1" hangingPunct="1"/>
              <a:t>61</a:t>
            </a:fld>
            <a:endParaRPr lang="en-US" altLang="zh-CN" dirty="0"/>
          </a:p>
        </p:txBody>
      </p:sp>
    </p:spTree>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pPr eaLnBrk="1" hangingPunct="1"/>
            <a:r>
              <a:rPr lang="en-US" altLang="zh-CN" dirty="0"/>
              <a:t>WS-Reliable Messaging (1/2) </a:t>
            </a:r>
          </a:p>
        </p:txBody>
      </p:sp>
      <p:sp>
        <p:nvSpPr>
          <p:cNvPr id="25604" name="Rectangle 3"/>
          <p:cNvSpPr>
            <a:spLocks noGrp="1" noChangeArrowheads="1"/>
          </p:cNvSpPr>
          <p:nvPr>
            <p:ph idx="1"/>
          </p:nvPr>
        </p:nvSpPr>
        <p:spPr/>
        <p:txBody>
          <a:bodyPr/>
          <a:lstStyle/>
          <a:p>
            <a:pPr eaLnBrk="1" hangingPunct="1"/>
            <a:r>
              <a:rPr lang="en-US" altLang="zh-CN" sz="2800" dirty="0"/>
              <a:t>Web service Reliability is a SOAP-based protocol designed to ensure reliable message exchanges</a:t>
            </a:r>
          </a:p>
          <a:p>
            <a:pPr lvl="1" eaLnBrk="1" hangingPunct="1"/>
            <a:r>
              <a:rPr lang="en-US" altLang="zh-CN" sz="2400" dirty="0"/>
              <a:t>With guaranteed delivery</a:t>
            </a:r>
          </a:p>
          <a:p>
            <a:pPr lvl="1" eaLnBrk="1" hangingPunct="1"/>
            <a:r>
              <a:rPr lang="en-US" altLang="zh-CN" sz="2400" dirty="0"/>
              <a:t>Without duplications</a:t>
            </a:r>
          </a:p>
          <a:p>
            <a:pPr lvl="1" eaLnBrk="1" hangingPunct="1"/>
            <a:r>
              <a:rPr lang="en-US" altLang="zh-CN" sz="2400" dirty="0"/>
              <a:t>Assured message ordering</a:t>
            </a:r>
          </a:p>
          <a:p>
            <a:pPr eaLnBrk="1" hangingPunct="1"/>
            <a:r>
              <a:rPr lang="en-US" altLang="zh-CN" sz="2800" dirty="0"/>
              <a:t>WS-Reliability is defined as SOAP header extensions and extends the SOAP </a:t>
            </a:r>
            <a:r>
              <a:rPr lang="en-US" altLang="zh-CN" sz="2800" i="1" dirty="0"/>
              <a:t>Fault Specifications </a:t>
            </a:r>
            <a:r>
              <a:rPr lang="en-US" altLang="zh-CN" sz="2800" dirty="0"/>
              <a:t>with fault codes to specify reliable messaging-specific fault values</a:t>
            </a:r>
            <a:r>
              <a:rPr lang="en-US" altLang="zh-CN" sz="2800" i="1" dirty="0"/>
              <a:t> </a:t>
            </a:r>
          </a:p>
        </p:txBody>
      </p:sp>
      <p:sp>
        <p:nvSpPr>
          <p:cNvPr id="25602"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4D751B96-D395-4B0D-9CC3-9A37096B9A50}" type="slidenum">
              <a:rPr lang="en-US" altLang="zh-CN" smtClean="0"/>
              <a:pPr eaLnBrk="1" hangingPunct="1"/>
              <a:t>62</a:t>
            </a:fld>
            <a:endParaRPr lang="en-US" altLang="zh-CN"/>
          </a:p>
        </p:txBody>
      </p:sp>
    </p:spTree>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lstStyle/>
          <a:p>
            <a:pPr eaLnBrk="1" hangingPunct="1"/>
            <a:r>
              <a:rPr lang="en-US" altLang="zh-CN" dirty="0"/>
              <a:t>WS-Reliable Messaging (2/2) </a:t>
            </a:r>
          </a:p>
        </p:txBody>
      </p:sp>
      <p:sp>
        <p:nvSpPr>
          <p:cNvPr id="26628" name="Rectangle 3"/>
          <p:cNvSpPr>
            <a:spLocks noGrp="1" noChangeArrowheads="1"/>
          </p:cNvSpPr>
          <p:nvPr>
            <p:ph idx="1"/>
          </p:nvPr>
        </p:nvSpPr>
        <p:spPr/>
        <p:txBody>
          <a:bodyPr/>
          <a:lstStyle/>
          <a:p>
            <a:pPr eaLnBrk="1" hangingPunct="1"/>
            <a:r>
              <a:rPr lang="en-US" altLang="zh-CN" sz="2800" dirty="0"/>
              <a:t>Guaranteed delivery</a:t>
            </a:r>
          </a:p>
          <a:p>
            <a:pPr lvl="1" eaLnBrk="1" hangingPunct="1"/>
            <a:r>
              <a:rPr lang="en-US" altLang="zh-CN" sz="2300" dirty="0"/>
              <a:t>A reliable messaging model is put forward, in which A sender sends a SOAP message with a globally unique identifier to a receiver directly and the receiver sends back an acknowledging SOAP message to the sender.</a:t>
            </a:r>
          </a:p>
          <a:p>
            <a:pPr lvl="1" eaLnBrk="1" hangingPunct="1"/>
            <a:r>
              <a:rPr lang="en-US" altLang="zh-CN" sz="2300" dirty="0"/>
              <a:t>If the sender does not receive an acknowledge message, it attempts to resend the SOAP message</a:t>
            </a:r>
          </a:p>
          <a:p>
            <a:pPr eaLnBrk="1" hangingPunct="1"/>
            <a:r>
              <a:rPr lang="en-US" altLang="zh-CN" sz="2800" dirty="0"/>
              <a:t>Duplication-free and message ordering insurance</a:t>
            </a:r>
          </a:p>
          <a:p>
            <a:pPr lvl="1" eaLnBrk="1" hangingPunct="1"/>
            <a:r>
              <a:rPr lang="en-US" altLang="zh-CN" sz="2300" dirty="0"/>
              <a:t>Use the identifier in SOAP message to eliminated duplicated message, and reordering messages.</a:t>
            </a:r>
          </a:p>
          <a:p>
            <a:pPr lvl="1" eaLnBrk="1" hangingPunct="1"/>
            <a:endParaRPr lang="en-US" altLang="zh-CN" sz="2300" dirty="0"/>
          </a:p>
        </p:txBody>
      </p:sp>
      <p:sp>
        <p:nvSpPr>
          <p:cNvPr id="26626"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3E587A16-CF2E-4792-831B-9AC50D3DB6E3}" type="slidenum">
              <a:rPr lang="en-US" altLang="zh-CN" smtClean="0"/>
              <a:pPr eaLnBrk="1" hangingPunct="1"/>
              <a:t>63</a:t>
            </a:fld>
            <a:endParaRPr lang="en-US" altLang="zh-CN"/>
          </a:p>
        </p:txBody>
      </p:sp>
    </p:spTree>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Read More…</a:t>
            </a:r>
            <a:endParaRPr lang="zh-CN" altLang="en-US" dirty="0"/>
          </a:p>
        </p:txBody>
      </p:sp>
      <p:sp>
        <p:nvSpPr>
          <p:cNvPr id="3" name="内容占位符 2"/>
          <p:cNvSpPr>
            <a:spLocks noGrp="1"/>
          </p:cNvSpPr>
          <p:nvPr>
            <p:ph idx="1"/>
          </p:nvPr>
        </p:nvSpPr>
        <p:spPr/>
        <p:txBody>
          <a:bodyPr>
            <a:normAutofit fontScale="70000" lnSpcReduction="20000"/>
          </a:bodyPr>
          <a:lstStyle/>
          <a:p>
            <a:pPr lvl="0"/>
            <a:r>
              <a:rPr lang="zh-CN" altLang="en-US" dirty="0"/>
              <a:t>题名</a:t>
            </a:r>
            <a:r>
              <a:rPr lang="en-US" altLang="zh-CN" dirty="0"/>
              <a:t>/</a:t>
            </a:r>
            <a:r>
              <a:rPr lang="zh-CN" altLang="en-US" dirty="0"/>
              <a:t>责任者</a:t>
            </a:r>
            <a:r>
              <a:rPr lang="en-US" altLang="zh-CN" dirty="0"/>
              <a:t>:Services computing = </a:t>
            </a:r>
            <a:r>
              <a:rPr lang="zh-CN" altLang="en-US" dirty="0"/>
              <a:t>服务计算 </a:t>
            </a:r>
            <a:r>
              <a:rPr lang="en-US" altLang="zh-CN" dirty="0"/>
              <a:t>/ Liang-</a:t>
            </a:r>
            <a:r>
              <a:rPr lang="en-US" altLang="zh-CN" dirty="0" err="1"/>
              <a:t>Jie</a:t>
            </a:r>
            <a:r>
              <a:rPr lang="en-US" altLang="zh-CN" dirty="0"/>
              <a:t> Zhang, Jia Zhang, Hong </a:t>
            </a:r>
            <a:r>
              <a:rPr lang="en-US" altLang="zh-CN" dirty="0" err="1"/>
              <a:t>Cai</a:t>
            </a:r>
            <a:r>
              <a:rPr lang="en-US" altLang="zh-CN" dirty="0"/>
              <a:t>.</a:t>
            </a:r>
          </a:p>
          <a:p>
            <a:pPr lvl="0"/>
            <a:r>
              <a:rPr lang="zh-CN" altLang="en-US" dirty="0"/>
              <a:t>出版发行项</a:t>
            </a:r>
            <a:r>
              <a:rPr lang="en-US" altLang="zh-CN" dirty="0"/>
              <a:t>:Beijing : Tsinghua University Press ; Berlin ; New York : Springer, c2007.</a:t>
            </a:r>
          </a:p>
          <a:p>
            <a:pPr lvl="0"/>
            <a:r>
              <a:rPr lang="en-US" altLang="zh-CN" dirty="0"/>
              <a:t>ISBN:9787302150756 (Tsinghua University Press)</a:t>
            </a:r>
          </a:p>
          <a:p>
            <a:pPr lvl="0"/>
            <a:r>
              <a:rPr lang="en-US" altLang="zh-CN" dirty="0"/>
              <a:t>ISBN:9783540382812 (Springer)</a:t>
            </a:r>
          </a:p>
          <a:p>
            <a:pPr lvl="0"/>
            <a:r>
              <a:rPr lang="en-US" altLang="zh-CN" dirty="0"/>
              <a:t>URL: </a:t>
            </a:r>
            <a:r>
              <a:rPr lang="en-US" altLang="zh-CN" dirty="0">
                <a:hlinkClick r:id="rId2"/>
              </a:rPr>
              <a:t>http://202.119.47.8:8080/opac/item.php?marc_no=0003334218</a:t>
            </a:r>
            <a:endParaRPr lang="en-US" altLang="zh-CN" dirty="0"/>
          </a:p>
          <a:p>
            <a:pPr lvl="0"/>
            <a:endParaRPr lang="en-US" altLang="zh-CN" dirty="0"/>
          </a:p>
          <a:p>
            <a:pPr lvl="0"/>
            <a:r>
              <a:rPr lang="en-US" altLang="zh-CN" dirty="0"/>
              <a:t>List of web service specifications</a:t>
            </a:r>
          </a:p>
          <a:p>
            <a:pPr lvl="0"/>
            <a:r>
              <a:rPr lang="en-US" altLang="zh-CN" dirty="0"/>
              <a:t>URL:</a:t>
            </a:r>
            <a:r>
              <a:rPr lang="en-US" altLang="zh-CN" dirty="0">
                <a:hlinkClick r:id="rId3"/>
              </a:rPr>
              <a:t>http://en.wikipedia.org/wiki/List_of_web_service_specifications</a:t>
            </a:r>
            <a:endParaRPr lang="en-US" altLang="zh-CN" dirty="0"/>
          </a:p>
          <a:p>
            <a:pPr lvl="0"/>
            <a:endParaRPr lang="en-US" altLang="zh-CN" dirty="0"/>
          </a:p>
          <a:p>
            <a:pPr lvl="0"/>
            <a:r>
              <a:rPr lang="en-US" altLang="zh-CN" dirty="0" err="1"/>
              <a:t>idior’s</a:t>
            </a:r>
            <a:r>
              <a:rPr lang="en-US" altLang="zh-CN" dirty="0"/>
              <a:t> blog</a:t>
            </a:r>
          </a:p>
          <a:p>
            <a:pPr lvl="0"/>
            <a:r>
              <a:rPr lang="en-US" altLang="zh-CN" dirty="0"/>
              <a:t>URL: </a:t>
            </a:r>
            <a:r>
              <a:rPr lang="en-US" altLang="zh-CN" dirty="0">
                <a:hlinkClick r:id="rId4"/>
              </a:rPr>
              <a:t>http://idior.cnblogs.com/</a:t>
            </a:r>
            <a:endParaRPr lang="en-US" altLang="zh-CN" dirty="0"/>
          </a:p>
        </p:txBody>
      </p:sp>
      <p:sp>
        <p:nvSpPr>
          <p:cNvPr id="4" name="灯片编号占位符 3"/>
          <p:cNvSpPr>
            <a:spLocks noGrp="1"/>
          </p:cNvSpPr>
          <p:nvPr>
            <p:ph type="sldNum" sz="quarter" idx="11"/>
          </p:nvPr>
        </p:nvSpPr>
        <p:spPr>
          <a:xfrm>
            <a:off x="3505200" y="6461125"/>
            <a:ext cx="2133600" cy="320675"/>
          </a:xfrm>
        </p:spPr>
        <p:txBody>
          <a:bodyPr/>
          <a:lstStyle/>
          <a:p>
            <a:fld id="{C2FAFEC3-FCF9-4793-BD53-13ACF2C4D1E4}" type="slidenum">
              <a:rPr lang="en-US" altLang="zh-CN" smtClean="0"/>
              <a:pPr/>
              <a:t>64</a:t>
            </a:fld>
            <a:endParaRPr lang="en-US" altLang="zh-CN" dirty="0"/>
          </a:p>
        </p:txBody>
      </p:sp>
    </p:spTree>
    <p:extLst>
      <p:ext uri="{BB962C8B-B14F-4D97-AF65-F5344CB8AC3E}">
        <p14:creationId xmlns:p14="http://schemas.microsoft.com/office/powerpoint/2010/main" val="21144785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43.3|25.5"/>
</p:tagLst>
</file>

<file path=ppt/tags/tag2.xml><?xml version="1.0" encoding="utf-8"?>
<p:tagLst xmlns:a="http://schemas.openxmlformats.org/drawingml/2006/main" xmlns:r="http://schemas.openxmlformats.org/officeDocument/2006/relationships" xmlns:p="http://schemas.openxmlformats.org/presentationml/2006/main">
  <p:tag name="TIMING" val="|1.5"/>
</p:tagLst>
</file>

<file path=ppt/tags/tag3.xml><?xml version="1.0" encoding="utf-8"?>
<p:tagLst xmlns:a="http://schemas.openxmlformats.org/drawingml/2006/main" xmlns:r="http://schemas.openxmlformats.org/officeDocument/2006/relationships" xmlns:p="http://schemas.openxmlformats.org/presentationml/2006/main">
  <p:tag name="TIMING" val="|78"/>
</p:tagLst>
</file>

<file path=ppt/tags/tag4.xml><?xml version="1.0" encoding="utf-8"?>
<p:tagLst xmlns:a="http://schemas.openxmlformats.org/drawingml/2006/main" xmlns:r="http://schemas.openxmlformats.org/officeDocument/2006/relationships" xmlns:p="http://schemas.openxmlformats.org/presentationml/2006/main">
  <p:tag name="TIMING" val="|30"/>
</p:tagLst>
</file>

<file path=ppt/tags/tag5.xml><?xml version="1.0" encoding="utf-8"?>
<p:tagLst xmlns:a="http://schemas.openxmlformats.org/drawingml/2006/main" xmlns:r="http://schemas.openxmlformats.org/officeDocument/2006/relationships" xmlns:p="http://schemas.openxmlformats.org/presentationml/2006/main">
  <p:tag name="TIMING" val="|218.2"/>
</p:tagLst>
</file>

<file path=ppt/tags/tag6.xml><?xml version="1.0" encoding="utf-8"?>
<p:tagLst xmlns:a="http://schemas.openxmlformats.org/drawingml/2006/main" xmlns:r="http://schemas.openxmlformats.org/officeDocument/2006/relationships" xmlns:p="http://schemas.openxmlformats.org/presentationml/2006/main">
  <p:tag name="TIMING" val="|146.4|1.5|1.9"/>
</p:tagLst>
</file>

<file path=ppt/tags/tag7.xml><?xml version="1.0" encoding="utf-8"?>
<p:tagLst xmlns:a="http://schemas.openxmlformats.org/drawingml/2006/main" xmlns:r="http://schemas.openxmlformats.org/officeDocument/2006/relationships" xmlns:p="http://schemas.openxmlformats.org/presentationml/2006/main">
  <p:tag name="TIMING" val="|71.1|4.2"/>
</p:tagLst>
</file>

<file path=ppt/tags/tag8.xml><?xml version="1.0" encoding="utf-8"?>
<p:tagLst xmlns:a="http://schemas.openxmlformats.org/drawingml/2006/main" xmlns:r="http://schemas.openxmlformats.org/officeDocument/2006/relationships" xmlns:p="http://schemas.openxmlformats.org/presentationml/2006/main">
  <p:tag name="TIMING" val="|7.6"/>
</p:tagLst>
</file>

<file path=ppt/tags/tag9.xml><?xml version="1.0" encoding="utf-8"?>
<p:tagLst xmlns:a="http://schemas.openxmlformats.org/drawingml/2006/main" xmlns:r="http://schemas.openxmlformats.org/officeDocument/2006/relationships" xmlns:p="http://schemas.openxmlformats.org/presentationml/2006/main">
  <p:tag name="TIMING" val="|251.6"/>
</p:tagLst>
</file>

<file path=ppt/tags/tag10.xml><?xml version="1.0" encoding="utf-8"?>
<p:tagLst xmlns:a="http://schemas.openxmlformats.org/drawingml/2006/main" xmlns:r="http://schemas.openxmlformats.org/officeDocument/2006/relationships" xmlns:p="http://schemas.openxmlformats.org/presentationml/2006/main">
  <p:tag name="TIMING" val="|16.3"/>
</p:tagLst>
</file>

<file path=ppt/tags/tag11.xml><?xml version="1.0" encoding="utf-8"?>
<p:tagLst xmlns:a="http://schemas.openxmlformats.org/drawingml/2006/main" xmlns:r="http://schemas.openxmlformats.org/officeDocument/2006/relationships" xmlns:p="http://schemas.openxmlformats.org/presentationml/2006/main">
  <p:tag name="TIMING" val="|84.2"/>
</p:tagLst>
</file>

<file path=ppt/theme/theme1.xml><?xml version="1.0" encoding="utf-8"?>
<a:theme xmlns:a="http://schemas.openxmlformats.org/drawingml/2006/main" name="softwar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software</Template>
  <TotalTime>17133</TotalTime>
  <Words>5629</Words>
  <Application>Microsoft Office PowerPoint</Application>
  <PresentationFormat>全屏显示(4:3)</PresentationFormat>
  <Paragraphs>834</Paragraphs>
  <Slides>64</Slides>
  <Notes>48</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3</vt:i4>
      </vt:variant>
      <vt:variant>
        <vt:lpstr>幻灯片标题</vt:lpstr>
      </vt:variant>
      <vt:variant>
        <vt:i4>64</vt:i4>
      </vt:variant>
    </vt:vector>
  </HeadingPairs>
  <TitlesOfParts>
    <vt:vector size="73" baseType="lpstr">
      <vt:lpstr>Arial Unicode MS</vt:lpstr>
      <vt:lpstr>宋体</vt:lpstr>
      <vt:lpstr>Arial</vt:lpstr>
      <vt:lpstr>Verdana</vt:lpstr>
      <vt:lpstr>Wingdings</vt:lpstr>
      <vt:lpstr>software</vt:lpstr>
      <vt:lpstr>Visio</vt:lpstr>
      <vt:lpstr>Microsoft Visio 2003-2010 绘图</vt:lpstr>
      <vt:lpstr>Microsoft Visio 绘图</vt:lpstr>
      <vt:lpstr>Extension of Web Services (WS-*) Service-Oriented Software Engineering</vt:lpstr>
      <vt:lpstr>WS-*</vt:lpstr>
      <vt:lpstr>WS-* list (1/3)</vt:lpstr>
      <vt:lpstr>WS-* list (2/3)</vt:lpstr>
      <vt:lpstr>WS-* list (3/3)</vt:lpstr>
      <vt:lpstr>Standards Organizations</vt:lpstr>
      <vt:lpstr>复合服务</vt:lpstr>
      <vt:lpstr>Modeling a Composite Web Service</vt:lpstr>
      <vt:lpstr>Recall: Orchestration 编排</vt:lpstr>
      <vt:lpstr>Recall: Choreograph 编舞 编导</vt:lpstr>
      <vt:lpstr>BPEL (1/3)</vt:lpstr>
      <vt:lpstr>BPEL (2/3)</vt:lpstr>
      <vt:lpstr>BPEL (3/3)</vt:lpstr>
      <vt:lpstr>BPEL的历史</vt:lpstr>
      <vt:lpstr>A simple composite Web service</vt:lpstr>
      <vt:lpstr>Create Service Descriptions (1/5)</vt:lpstr>
      <vt:lpstr>Create Service Descriptions (2/5)</vt:lpstr>
      <vt:lpstr>Create Service Descriptions (3/5)</vt:lpstr>
      <vt:lpstr>Create Service Descriptions (4/5)</vt:lpstr>
      <vt:lpstr>Create Service Descriptions (5/5)</vt:lpstr>
      <vt:lpstr>Create Business Processes (1/4)</vt:lpstr>
      <vt:lpstr>Create Business Processes (2/4)</vt:lpstr>
      <vt:lpstr>Create Business Processes (3/4)</vt:lpstr>
      <vt:lpstr>Create Business Processes (4/4)</vt:lpstr>
      <vt:lpstr>BPEL Key Elements (1/3)</vt:lpstr>
      <vt:lpstr>BPEL Key Elements (2/3)</vt:lpstr>
      <vt:lpstr>BPEL Key Elements (3/3)</vt:lpstr>
      <vt:lpstr>Message Dispatch in Web Services</vt:lpstr>
      <vt:lpstr>WS-Addressing</vt:lpstr>
      <vt:lpstr>SOAP message with WS-Addressing</vt:lpstr>
      <vt:lpstr>Endpoint Reference</vt:lpstr>
      <vt:lpstr>Request Message</vt:lpstr>
      <vt:lpstr>Response Message</vt:lpstr>
      <vt:lpstr>Stateless  and Stateful Web services (1/4)</vt:lpstr>
      <vt:lpstr>Stateless  and Stateful Web services (2/4)</vt:lpstr>
      <vt:lpstr>Stateless  and Stateful Web services (3/4)</vt:lpstr>
      <vt:lpstr>Stateless  and Stateful Web services (4/4)</vt:lpstr>
      <vt:lpstr>Stateful Web services Modeling</vt:lpstr>
      <vt:lpstr>WS-Resource Lifetime</vt:lpstr>
      <vt:lpstr>An sample stateful resource definition (1/3)</vt:lpstr>
      <vt:lpstr>An sample stateful resource definition (2/3)</vt:lpstr>
      <vt:lpstr>An sample stateful resource definition (3/3)</vt:lpstr>
      <vt:lpstr>The QoS of Web Service</vt:lpstr>
      <vt:lpstr>WS-Security (1/2)</vt:lpstr>
      <vt:lpstr>WS-Security (2/2)</vt:lpstr>
      <vt:lpstr>WS-Security road map</vt:lpstr>
      <vt:lpstr>Models in road map (1/2)</vt:lpstr>
      <vt:lpstr>Models in road map (2/2)</vt:lpstr>
      <vt:lpstr>Structure of WS-Security SOAP message</vt:lpstr>
      <vt:lpstr>加入身份验证的SOAP消息</vt:lpstr>
      <vt:lpstr>加入安全证书的SOAP消息</vt:lpstr>
      <vt:lpstr>加入数字签名的SOAP消息</vt:lpstr>
      <vt:lpstr>加密的SOAP消息</vt:lpstr>
      <vt:lpstr>WS-Coordination</vt:lpstr>
      <vt:lpstr>The Coordination Framework</vt:lpstr>
      <vt:lpstr>Coordination context</vt:lpstr>
      <vt:lpstr>Coordination Process</vt:lpstr>
      <vt:lpstr>The Coordination Type (1/2) </vt:lpstr>
      <vt:lpstr>The Coordination Type (2/2) </vt:lpstr>
      <vt:lpstr>WS-Atomic Transaction (WSAT)</vt:lpstr>
      <vt:lpstr>WS-Business Activity (WSBA)</vt:lpstr>
      <vt:lpstr>WS-Reliable Messaging (1/2) </vt:lpstr>
      <vt:lpstr>WS-Reliable Messaging (2/2) </vt:lpstr>
      <vt:lpstr>Read More…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贝佳</dc:creator>
  <cp:lastModifiedBy>jia bei</cp:lastModifiedBy>
  <cp:revision>254</cp:revision>
  <dcterms:created xsi:type="dcterms:W3CDTF">2008-04-16T11:36:22Z</dcterms:created>
  <dcterms:modified xsi:type="dcterms:W3CDTF">2023-11-17T03:41:41Z</dcterms:modified>
</cp:coreProperties>
</file>