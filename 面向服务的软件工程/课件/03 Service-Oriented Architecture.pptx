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ags/tag2.xml" ContentType="application/vnd.openxmlformats-officedocument.presentationml.tag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01" r:id="rId1"/>
  </p:sldMasterIdLst>
  <p:notesMasterIdLst>
    <p:notesMasterId r:id="rId33"/>
  </p:notesMasterIdLst>
  <p:sldIdLst>
    <p:sldId id="256" r:id="rId2"/>
    <p:sldId id="257" r:id="rId3"/>
    <p:sldId id="258" r:id="rId4"/>
    <p:sldId id="296" r:id="rId5"/>
    <p:sldId id="259" r:id="rId6"/>
    <p:sldId id="314" r:id="rId7"/>
    <p:sldId id="273" r:id="rId8"/>
    <p:sldId id="312" r:id="rId9"/>
    <p:sldId id="313" r:id="rId10"/>
    <p:sldId id="315" r:id="rId11"/>
    <p:sldId id="316" r:id="rId12"/>
    <p:sldId id="317" r:id="rId13"/>
    <p:sldId id="284" r:id="rId14"/>
    <p:sldId id="286" r:id="rId15"/>
    <p:sldId id="288" r:id="rId16"/>
    <p:sldId id="289" r:id="rId17"/>
    <p:sldId id="290" r:id="rId18"/>
    <p:sldId id="291" r:id="rId19"/>
    <p:sldId id="297" r:id="rId20"/>
    <p:sldId id="299" r:id="rId21"/>
    <p:sldId id="298" r:id="rId22"/>
    <p:sldId id="300" r:id="rId23"/>
    <p:sldId id="292" r:id="rId24"/>
    <p:sldId id="293" r:id="rId25"/>
    <p:sldId id="294" r:id="rId26"/>
    <p:sldId id="295" r:id="rId27"/>
    <p:sldId id="305" r:id="rId28"/>
    <p:sldId id="306" r:id="rId29"/>
    <p:sldId id="307" r:id="rId30"/>
    <p:sldId id="308" r:id="rId31"/>
    <p:sldId id="318" r:id="rId32"/>
  </p:sldIdLst>
  <p:sldSz cx="9144000" cy="6858000" type="screen4x3"/>
  <p:notesSz cx="6858000" cy="9144000"/>
  <p:defaultTextStyle>
    <a:defPPr>
      <a:defRPr lang="zh-CN"/>
    </a:defPPr>
    <a:lvl1pPr algn="l" rtl="0" fontAlgn="base">
      <a:spcBef>
        <a:spcPct val="0"/>
      </a:spcBef>
      <a:spcAft>
        <a:spcPct val="0"/>
      </a:spcAft>
      <a:defRPr kern="1200">
        <a:solidFill>
          <a:schemeClr val="tx1"/>
        </a:solidFill>
        <a:latin typeface="Arial" charset="0"/>
        <a:ea typeface="宋体" charset="-122"/>
        <a:cs typeface="+mn-cs"/>
      </a:defRPr>
    </a:lvl1pPr>
    <a:lvl2pPr marL="457200" algn="l" rtl="0" fontAlgn="base">
      <a:spcBef>
        <a:spcPct val="0"/>
      </a:spcBef>
      <a:spcAft>
        <a:spcPct val="0"/>
      </a:spcAft>
      <a:defRPr kern="1200">
        <a:solidFill>
          <a:schemeClr val="tx1"/>
        </a:solidFill>
        <a:latin typeface="Arial" charset="0"/>
        <a:ea typeface="宋体" charset="-122"/>
        <a:cs typeface="+mn-cs"/>
      </a:defRPr>
    </a:lvl2pPr>
    <a:lvl3pPr marL="914400" algn="l" rtl="0" fontAlgn="base">
      <a:spcBef>
        <a:spcPct val="0"/>
      </a:spcBef>
      <a:spcAft>
        <a:spcPct val="0"/>
      </a:spcAft>
      <a:defRPr kern="1200">
        <a:solidFill>
          <a:schemeClr val="tx1"/>
        </a:solidFill>
        <a:latin typeface="Arial" charset="0"/>
        <a:ea typeface="宋体" charset="-122"/>
        <a:cs typeface="+mn-cs"/>
      </a:defRPr>
    </a:lvl3pPr>
    <a:lvl4pPr marL="1371600" algn="l" rtl="0" fontAlgn="base">
      <a:spcBef>
        <a:spcPct val="0"/>
      </a:spcBef>
      <a:spcAft>
        <a:spcPct val="0"/>
      </a:spcAft>
      <a:defRPr kern="1200">
        <a:solidFill>
          <a:schemeClr val="tx1"/>
        </a:solidFill>
        <a:latin typeface="Arial" charset="0"/>
        <a:ea typeface="宋体" charset="-122"/>
        <a:cs typeface="+mn-cs"/>
      </a:defRPr>
    </a:lvl4pPr>
    <a:lvl5pPr marL="1828800" algn="l" rtl="0" fontAlgn="base">
      <a:spcBef>
        <a:spcPct val="0"/>
      </a:spcBef>
      <a:spcAft>
        <a:spcPct val="0"/>
      </a:spcAft>
      <a:defRPr kern="1200">
        <a:solidFill>
          <a:schemeClr val="tx1"/>
        </a:solidFill>
        <a:latin typeface="Arial" charset="0"/>
        <a:ea typeface="宋体" charset="-122"/>
        <a:cs typeface="+mn-cs"/>
      </a:defRPr>
    </a:lvl5pPr>
    <a:lvl6pPr marL="2286000" algn="l" defTabSz="914400" rtl="0" eaLnBrk="1" latinLnBrk="0" hangingPunct="1">
      <a:defRPr kern="1200">
        <a:solidFill>
          <a:schemeClr val="tx1"/>
        </a:solidFill>
        <a:latin typeface="Arial" charset="0"/>
        <a:ea typeface="宋体" charset="-122"/>
        <a:cs typeface="+mn-cs"/>
      </a:defRPr>
    </a:lvl6pPr>
    <a:lvl7pPr marL="2743200" algn="l" defTabSz="914400" rtl="0" eaLnBrk="1" latinLnBrk="0" hangingPunct="1">
      <a:defRPr kern="1200">
        <a:solidFill>
          <a:schemeClr val="tx1"/>
        </a:solidFill>
        <a:latin typeface="Arial" charset="0"/>
        <a:ea typeface="宋体" charset="-122"/>
        <a:cs typeface="+mn-cs"/>
      </a:defRPr>
    </a:lvl7pPr>
    <a:lvl8pPr marL="3200400" algn="l" defTabSz="914400" rtl="0" eaLnBrk="1" latinLnBrk="0" hangingPunct="1">
      <a:defRPr kern="1200">
        <a:solidFill>
          <a:schemeClr val="tx1"/>
        </a:solidFill>
        <a:latin typeface="Arial" charset="0"/>
        <a:ea typeface="宋体" charset="-122"/>
        <a:cs typeface="+mn-cs"/>
      </a:defRPr>
    </a:lvl8pPr>
    <a:lvl9pPr marL="3657600" algn="l" defTabSz="914400" rtl="0" eaLnBrk="1" latinLnBrk="0" hangingPunct="1">
      <a:defRPr kern="1200">
        <a:solidFill>
          <a:schemeClr val="tx1"/>
        </a:solidFill>
        <a:latin typeface="Arial" charset="0"/>
        <a:ea typeface="宋体"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193" autoAdjust="0"/>
    <p:restoredTop sz="94639" autoAdjust="0"/>
  </p:normalViewPr>
  <p:slideViewPr>
    <p:cSldViewPr>
      <p:cViewPr varScale="1">
        <p:scale>
          <a:sx n="66" d="100"/>
          <a:sy n="66" d="100"/>
        </p:scale>
        <p:origin x="666" y="51"/>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3.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301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ea typeface="宋体" pitchFamily="2" charset="-122"/>
              </a:defRPr>
            </a:lvl1pPr>
          </a:lstStyle>
          <a:p>
            <a:pPr>
              <a:defRPr/>
            </a:pPr>
            <a:endParaRPr lang="en-US" altLang="zh-CN"/>
          </a:p>
        </p:txBody>
      </p:sp>
      <p:sp>
        <p:nvSpPr>
          <p:cNvPr id="43011"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ea typeface="宋体" pitchFamily="2" charset="-122"/>
              </a:defRPr>
            </a:lvl1pPr>
          </a:lstStyle>
          <a:p>
            <a:pPr>
              <a:defRPr/>
            </a:pPr>
            <a:endParaRPr lang="en-US" altLang="zh-CN"/>
          </a:p>
        </p:txBody>
      </p:sp>
      <p:sp>
        <p:nvSpPr>
          <p:cNvPr id="3174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3013"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43014"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ea typeface="宋体" pitchFamily="2" charset="-122"/>
              </a:defRPr>
            </a:lvl1pPr>
          </a:lstStyle>
          <a:p>
            <a:pPr>
              <a:defRPr/>
            </a:pPr>
            <a:endParaRPr lang="en-US" altLang="zh-CN"/>
          </a:p>
        </p:txBody>
      </p:sp>
      <p:sp>
        <p:nvSpPr>
          <p:cNvPr id="43015"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ea typeface="宋体" pitchFamily="2" charset="-122"/>
              </a:defRPr>
            </a:lvl1pPr>
          </a:lstStyle>
          <a:p>
            <a:pPr>
              <a:defRPr/>
            </a:pPr>
            <a:fld id="{656D02EB-4E66-4315-A2EC-2AC6288421C0}" type="slidenum">
              <a:rPr lang="en-US" altLang="zh-CN"/>
              <a:pPr>
                <a:defRPr/>
              </a:pPr>
              <a:t>‹#›</a:t>
            </a:fld>
            <a:endParaRPr lang="en-US" altLang="zh-CN"/>
          </a:p>
        </p:txBody>
      </p:sp>
    </p:spTree>
    <p:extLst>
      <p:ext uri="{BB962C8B-B14F-4D97-AF65-F5344CB8AC3E}">
        <p14:creationId xmlns:p14="http://schemas.microsoft.com/office/powerpoint/2010/main" val="230167428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幻灯片图像占位符 1"/>
          <p:cNvSpPr>
            <a:spLocks noGrp="1" noRot="1" noChangeAspect="1" noTextEdit="1"/>
          </p:cNvSpPr>
          <p:nvPr>
            <p:ph type="sldImg"/>
          </p:nvPr>
        </p:nvSpPr>
        <p:spPr>
          <a:ln/>
        </p:spPr>
      </p:sp>
      <p:sp>
        <p:nvSpPr>
          <p:cNvPr id="3277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charset="-122"/>
            </a:endParaRPr>
          </a:p>
        </p:txBody>
      </p:sp>
      <p:sp>
        <p:nvSpPr>
          <p:cNvPr id="3277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11E99A17-2159-4713-B180-67C8FDF6EE7E}" type="slidenum">
              <a:rPr lang="en-US" altLang="zh-CN" smtClean="0"/>
              <a:pPr eaLnBrk="1" hangingPunct="1"/>
              <a:t>1</a:t>
            </a:fld>
            <a:endParaRPr lang="en-US" altLang="zh-CN"/>
          </a:p>
        </p:txBody>
      </p:sp>
    </p:spTree>
    <p:extLst>
      <p:ext uri="{BB962C8B-B14F-4D97-AF65-F5344CB8AC3E}">
        <p14:creationId xmlns:p14="http://schemas.microsoft.com/office/powerpoint/2010/main" val="25536405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幻灯片图像占位符 1"/>
          <p:cNvSpPr>
            <a:spLocks noGrp="1" noRot="1" noChangeAspect="1" noTextEdit="1"/>
          </p:cNvSpPr>
          <p:nvPr>
            <p:ph type="sldImg"/>
          </p:nvPr>
        </p:nvSpPr>
        <p:spPr>
          <a:ln/>
        </p:spPr>
      </p:sp>
      <p:sp>
        <p:nvSpPr>
          <p:cNvPr id="3379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charset="-122"/>
            </a:endParaRPr>
          </a:p>
        </p:txBody>
      </p:sp>
      <p:sp>
        <p:nvSpPr>
          <p:cNvPr id="3379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2A1398CE-1E06-4459-AF6E-D2FB11620B45}" type="slidenum">
              <a:rPr lang="en-US" altLang="zh-CN" smtClean="0"/>
              <a:pPr eaLnBrk="1" hangingPunct="1"/>
              <a:t>2</a:t>
            </a:fld>
            <a:endParaRPr lang="en-US" altLang="zh-CN"/>
          </a:p>
        </p:txBody>
      </p:sp>
    </p:spTree>
    <p:extLst>
      <p:ext uri="{BB962C8B-B14F-4D97-AF65-F5344CB8AC3E}">
        <p14:creationId xmlns:p14="http://schemas.microsoft.com/office/powerpoint/2010/main" val="3617880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幻灯片图像占位符 1"/>
          <p:cNvSpPr>
            <a:spLocks noGrp="1" noRot="1" noChangeAspect="1" noTextEdit="1"/>
          </p:cNvSpPr>
          <p:nvPr>
            <p:ph type="sldImg"/>
          </p:nvPr>
        </p:nvSpPr>
        <p:spPr>
          <a:ln/>
        </p:spPr>
      </p:sp>
      <p:sp>
        <p:nvSpPr>
          <p:cNvPr id="3481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charset="-122"/>
            </a:endParaRPr>
          </a:p>
        </p:txBody>
      </p:sp>
      <p:sp>
        <p:nvSpPr>
          <p:cNvPr id="3482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133A0598-8F3F-4251-936B-505B7FCC7345}" type="slidenum">
              <a:rPr lang="en-US" altLang="zh-CN" smtClean="0"/>
              <a:pPr eaLnBrk="1" hangingPunct="1"/>
              <a:t>3</a:t>
            </a:fld>
            <a:endParaRPr lang="en-US" altLang="zh-CN"/>
          </a:p>
        </p:txBody>
      </p:sp>
    </p:spTree>
    <p:extLst>
      <p:ext uri="{BB962C8B-B14F-4D97-AF65-F5344CB8AC3E}">
        <p14:creationId xmlns:p14="http://schemas.microsoft.com/office/powerpoint/2010/main" val="36180713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幻灯片图像占位符 1"/>
          <p:cNvSpPr>
            <a:spLocks noGrp="1" noRot="1" noChangeAspect="1" noTextEdit="1"/>
          </p:cNvSpPr>
          <p:nvPr>
            <p:ph type="sldImg"/>
          </p:nvPr>
        </p:nvSpPr>
        <p:spPr>
          <a:ln/>
        </p:spPr>
      </p:sp>
      <p:sp>
        <p:nvSpPr>
          <p:cNvPr id="3584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charset="-122"/>
            </a:endParaRPr>
          </a:p>
        </p:txBody>
      </p:sp>
      <p:sp>
        <p:nvSpPr>
          <p:cNvPr id="3584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C8EE0AC6-6266-4094-88F9-F780117AE9AE}" type="slidenum">
              <a:rPr lang="en-US" altLang="zh-CN" smtClean="0"/>
              <a:pPr eaLnBrk="1" hangingPunct="1"/>
              <a:t>4</a:t>
            </a:fld>
            <a:endParaRPr lang="en-US" altLang="zh-CN"/>
          </a:p>
        </p:txBody>
      </p:sp>
    </p:spTree>
    <p:extLst>
      <p:ext uri="{BB962C8B-B14F-4D97-AF65-F5344CB8AC3E}">
        <p14:creationId xmlns:p14="http://schemas.microsoft.com/office/powerpoint/2010/main" val="35714519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幻灯片图像占位符 1"/>
          <p:cNvSpPr>
            <a:spLocks noGrp="1" noRot="1" noChangeAspect="1" noTextEdit="1"/>
          </p:cNvSpPr>
          <p:nvPr>
            <p:ph type="sldImg"/>
          </p:nvPr>
        </p:nvSpPr>
        <p:spPr>
          <a:ln/>
        </p:spPr>
      </p:sp>
      <p:sp>
        <p:nvSpPr>
          <p:cNvPr id="3686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charset="-122"/>
            </a:endParaRPr>
          </a:p>
        </p:txBody>
      </p:sp>
      <p:sp>
        <p:nvSpPr>
          <p:cNvPr id="3686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485724F2-93C9-4FC8-8C2D-328DCC01A17D}" type="slidenum">
              <a:rPr lang="en-US" altLang="zh-CN" smtClean="0"/>
              <a:pPr eaLnBrk="1" hangingPunct="1"/>
              <a:t>5</a:t>
            </a:fld>
            <a:endParaRPr lang="en-US" altLang="zh-CN"/>
          </a:p>
        </p:txBody>
      </p:sp>
    </p:spTree>
    <p:extLst>
      <p:ext uri="{BB962C8B-B14F-4D97-AF65-F5344CB8AC3E}">
        <p14:creationId xmlns:p14="http://schemas.microsoft.com/office/powerpoint/2010/main" val="9383384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幻灯片图像占位符 1"/>
          <p:cNvSpPr>
            <a:spLocks noGrp="1" noRot="1" noChangeAspect="1" noTextEdit="1"/>
          </p:cNvSpPr>
          <p:nvPr>
            <p:ph type="sldImg"/>
          </p:nvPr>
        </p:nvSpPr>
        <p:spPr>
          <a:ln/>
        </p:spPr>
      </p:sp>
      <p:sp>
        <p:nvSpPr>
          <p:cNvPr id="3993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charset="-122"/>
            </a:endParaRPr>
          </a:p>
        </p:txBody>
      </p:sp>
      <p:sp>
        <p:nvSpPr>
          <p:cNvPr id="3994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3374A424-853E-44C4-8863-FE786360B216}" type="slidenum">
              <a:rPr lang="en-US" altLang="zh-CN" smtClean="0"/>
              <a:pPr eaLnBrk="1" hangingPunct="1"/>
              <a:t>6</a:t>
            </a:fld>
            <a:endParaRPr lang="en-US" altLang="zh-CN"/>
          </a:p>
        </p:txBody>
      </p:sp>
    </p:spTree>
    <p:extLst>
      <p:ext uri="{BB962C8B-B14F-4D97-AF65-F5344CB8AC3E}">
        <p14:creationId xmlns:p14="http://schemas.microsoft.com/office/powerpoint/2010/main" val="30690085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幻灯片图像占位符 1"/>
          <p:cNvSpPr>
            <a:spLocks noGrp="1" noRot="1" noChangeAspect="1" noTextEdit="1"/>
          </p:cNvSpPr>
          <p:nvPr>
            <p:ph type="sldImg"/>
          </p:nvPr>
        </p:nvSpPr>
        <p:spPr>
          <a:ln/>
        </p:spPr>
      </p:sp>
      <p:sp>
        <p:nvSpPr>
          <p:cNvPr id="3789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charset="-122"/>
            </a:endParaRPr>
          </a:p>
        </p:txBody>
      </p:sp>
      <p:sp>
        <p:nvSpPr>
          <p:cNvPr id="3789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387B845D-37BF-4FFA-AC9A-607993F40CD8}" type="slidenum">
              <a:rPr lang="en-US" altLang="zh-CN" smtClean="0"/>
              <a:pPr eaLnBrk="1" hangingPunct="1"/>
              <a:t>7</a:t>
            </a:fld>
            <a:endParaRPr lang="en-US" altLang="zh-CN"/>
          </a:p>
        </p:txBody>
      </p:sp>
    </p:spTree>
    <p:extLst>
      <p:ext uri="{BB962C8B-B14F-4D97-AF65-F5344CB8AC3E}">
        <p14:creationId xmlns:p14="http://schemas.microsoft.com/office/powerpoint/2010/main" val="36659917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幻灯片图像占位符 1"/>
          <p:cNvSpPr>
            <a:spLocks noGrp="1" noRot="1" noChangeAspect="1" noTextEdit="1"/>
          </p:cNvSpPr>
          <p:nvPr>
            <p:ph type="sldImg"/>
          </p:nvPr>
        </p:nvSpPr>
        <p:spPr>
          <a:ln/>
        </p:spPr>
      </p:sp>
      <p:sp>
        <p:nvSpPr>
          <p:cNvPr id="3891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ea typeface="宋体" charset="-122"/>
            </a:endParaRPr>
          </a:p>
        </p:txBody>
      </p:sp>
      <p:sp>
        <p:nvSpPr>
          <p:cNvPr id="3891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3D5A65CC-AEA8-4CF4-9B8D-6BD292544EFB}" type="slidenum">
              <a:rPr lang="en-US" altLang="zh-CN" smtClean="0"/>
              <a:pPr eaLnBrk="1" hangingPunct="1"/>
              <a:t>8</a:t>
            </a:fld>
            <a:endParaRPr lang="en-US" altLang="zh-CN"/>
          </a:p>
        </p:txBody>
      </p:sp>
    </p:spTree>
    <p:extLst>
      <p:ext uri="{BB962C8B-B14F-4D97-AF65-F5344CB8AC3E}">
        <p14:creationId xmlns:p14="http://schemas.microsoft.com/office/powerpoint/2010/main" val="38451229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幻灯片图像占位符 1"/>
          <p:cNvSpPr>
            <a:spLocks noGrp="1" noRot="1" noChangeAspect="1" noTextEdit="1"/>
          </p:cNvSpPr>
          <p:nvPr>
            <p:ph type="sldImg"/>
          </p:nvPr>
        </p:nvSpPr>
        <p:spPr>
          <a:ln/>
        </p:spPr>
      </p:sp>
      <p:sp>
        <p:nvSpPr>
          <p:cNvPr id="4505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charset="-122"/>
            </a:endParaRPr>
          </a:p>
        </p:txBody>
      </p:sp>
      <p:sp>
        <p:nvSpPr>
          <p:cNvPr id="4506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5A4A68E2-A66E-44CD-B745-96C0D3282520}" type="slidenum">
              <a:rPr lang="en-US" altLang="zh-CN" smtClean="0"/>
              <a:pPr eaLnBrk="1" hangingPunct="1"/>
              <a:t>10</a:t>
            </a:fld>
            <a:endParaRPr lang="en-US" altLang="zh-CN"/>
          </a:p>
        </p:txBody>
      </p:sp>
    </p:spTree>
    <p:extLst>
      <p:ext uri="{BB962C8B-B14F-4D97-AF65-F5344CB8AC3E}">
        <p14:creationId xmlns:p14="http://schemas.microsoft.com/office/powerpoint/2010/main" val="14686698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幻灯片图像占位符 1"/>
          <p:cNvSpPr>
            <a:spLocks noGrp="1" noRot="1" noChangeAspect="1" noTextEdit="1"/>
          </p:cNvSpPr>
          <p:nvPr>
            <p:ph type="sldImg"/>
          </p:nvPr>
        </p:nvSpPr>
        <p:spPr>
          <a:ln/>
        </p:spPr>
      </p:sp>
      <p:sp>
        <p:nvSpPr>
          <p:cNvPr id="4608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charset="-122"/>
            </a:endParaRPr>
          </a:p>
        </p:txBody>
      </p:sp>
      <p:sp>
        <p:nvSpPr>
          <p:cNvPr id="4608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53428C5C-AB04-44A0-B281-43634E000E78}" type="slidenum">
              <a:rPr lang="en-US" altLang="zh-CN" smtClean="0"/>
              <a:pPr eaLnBrk="1" hangingPunct="1"/>
              <a:t>11</a:t>
            </a:fld>
            <a:endParaRPr lang="en-US" altLang="zh-CN"/>
          </a:p>
        </p:txBody>
      </p:sp>
    </p:spTree>
    <p:extLst>
      <p:ext uri="{BB962C8B-B14F-4D97-AF65-F5344CB8AC3E}">
        <p14:creationId xmlns:p14="http://schemas.microsoft.com/office/powerpoint/2010/main" val="38246434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幻灯片图像占位符 1"/>
          <p:cNvSpPr>
            <a:spLocks noGrp="1" noRot="1" noChangeAspect="1" noTextEdit="1"/>
          </p:cNvSpPr>
          <p:nvPr>
            <p:ph type="sldImg"/>
          </p:nvPr>
        </p:nvSpPr>
        <p:spPr>
          <a:ln/>
        </p:spPr>
      </p:sp>
      <p:sp>
        <p:nvSpPr>
          <p:cNvPr id="4710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charset="-122"/>
            </a:endParaRPr>
          </a:p>
        </p:txBody>
      </p:sp>
      <p:sp>
        <p:nvSpPr>
          <p:cNvPr id="4710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B872DD09-93EE-44DB-BE19-E0769BC77464}" type="slidenum">
              <a:rPr lang="en-US" altLang="zh-CN" smtClean="0"/>
              <a:pPr eaLnBrk="1" hangingPunct="1"/>
              <a:t>12</a:t>
            </a:fld>
            <a:endParaRPr lang="en-US" altLang="zh-CN"/>
          </a:p>
        </p:txBody>
      </p:sp>
    </p:spTree>
    <p:extLst>
      <p:ext uri="{BB962C8B-B14F-4D97-AF65-F5344CB8AC3E}">
        <p14:creationId xmlns:p14="http://schemas.microsoft.com/office/powerpoint/2010/main" val="27579311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TextEdit="1"/>
          </p:cNvSpPr>
          <p:nvPr>
            <p:ph type="sldImg"/>
          </p:nvPr>
        </p:nvSpPr>
        <p:spPr>
          <a:ln/>
        </p:spPr>
      </p:sp>
      <p:sp>
        <p:nvSpPr>
          <p:cNvPr id="4813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charset="-122"/>
            </a:endParaRPr>
          </a:p>
        </p:txBody>
      </p:sp>
      <p:sp>
        <p:nvSpPr>
          <p:cNvPr id="4813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8D8BFA05-F9BA-4E92-8F25-A9CD736B2F38}" type="slidenum">
              <a:rPr lang="en-US" altLang="zh-CN" smtClean="0"/>
              <a:pPr eaLnBrk="1" hangingPunct="1"/>
              <a:t>13</a:t>
            </a:fld>
            <a:endParaRPr lang="en-US" altLang="zh-CN"/>
          </a:p>
        </p:txBody>
      </p:sp>
    </p:spTree>
    <p:extLst>
      <p:ext uri="{BB962C8B-B14F-4D97-AF65-F5344CB8AC3E}">
        <p14:creationId xmlns:p14="http://schemas.microsoft.com/office/powerpoint/2010/main" val="35872272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幻灯片图像占位符 1"/>
          <p:cNvSpPr>
            <a:spLocks noGrp="1" noRot="1" noChangeAspect="1" noTextEdit="1"/>
          </p:cNvSpPr>
          <p:nvPr>
            <p:ph type="sldImg"/>
          </p:nvPr>
        </p:nvSpPr>
        <p:spPr>
          <a:ln/>
        </p:spPr>
      </p:sp>
      <p:sp>
        <p:nvSpPr>
          <p:cNvPr id="5017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charset="-122"/>
            </a:endParaRPr>
          </a:p>
        </p:txBody>
      </p:sp>
      <p:sp>
        <p:nvSpPr>
          <p:cNvPr id="5018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4007B998-64B2-494A-A919-186A9A522111}" type="slidenum">
              <a:rPr lang="en-US" altLang="zh-CN" smtClean="0"/>
              <a:pPr eaLnBrk="1" hangingPunct="1"/>
              <a:t>14</a:t>
            </a:fld>
            <a:endParaRPr lang="en-US" altLang="zh-CN"/>
          </a:p>
        </p:txBody>
      </p:sp>
    </p:spTree>
    <p:extLst>
      <p:ext uri="{BB962C8B-B14F-4D97-AF65-F5344CB8AC3E}">
        <p14:creationId xmlns:p14="http://schemas.microsoft.com/office/powerpoint/2010/main" val="5033101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幻灯片图像占位符 1"/>
          <p:cNvSpPr>
            <a:spLocks noGrp="1" noRot="1" noChangeAspect="1" noTextEdit="1"/>
          </p:cNvSpPr>
          <p:nvPr>
            <p:ph type="sldImg"/>
          </p:nvPr>
        </p:nvSpPr>
        <p:spPr>
          <a:ln/>
        </p:spPr>
      </p:sp>
      <p:sp>
        <p:nvSpPr>
          <p:cNvPr id="5120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charset="-122"/>
            </a:endParaRPr>
          </a:p>
        </p:txBody>
      </p:sp>
      <p:sp>
        <p:nvSpPr>
          <p:cNvPr id="5120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8A608028-3566-4D15-9D6F-3B0E65D8BA88}" type="slidenum">
              <a:rPr lang="en-US" altLang="zh-CN" smtClean="0"/>
              <a:pPr eaLnBrk="1" hangingPunct="1"/>
              <a:t>15</a:t>
            </a:fld>
            <a:endParaRPr lang="en-US" altLang="zh-CN"/>
          </a:p>
        </p:txBody>
      </p:sp>
    </p:spTree>
    <p:extLst>
      <p:ext uri="{BB962C8B-B14F-4D97-AF65-F5344CB8AC3E}">
        <p14:creationId xmlns:p14="http://schemas.microsoft.com/office/powerpoint/2010/main" val="37577314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幻灯片图像占位符 1"/>
          <p:cNvSpPr>
            <a:spLocks noGrp="1" noRot="1" noChangeAspect="1" noTextEdit="1"/>
          </p:cNvSpPr>
          <p:nvPr>
            <p:ph type="sldImg"/>
          </p:nvPr>
        </p:nvSpPr>
        <p:spPr>
          <a:ln/>
        </p:spPr>
      </p:sp>
      <p:sp>
        <p:nvSpPr>
          <p:cNvPr id="5222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charset="-122"/>
            </a:endParaRPr>
          </a:p>
        </p:txBody>
      </p:sp>
      <p:sp>
        <p:nvSpPr>
          <p:cNvPr id="5222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55EB35C4-A36A-478C-8240-426122BB8F49}" type="slidenum">
              <a:rPr lang="en-US" altLang="zh-CN" smtClean="0"/>
              <a:pPr eaLnBrk="1" hangingPunct="1"/>
              <a:t>16</a:t>
            </a:fld>
            <a:endParaRPr lang="en-US" altLang="zh-CN"/>
          </a:p>
        </p:txBody>
      </p:sp>
    </p:spTree>
    <p:extLst>
      <p:ext uri="{BB962C8B-B14F-4D97-AF65-F5344CB8AC3E}">
        <p14:creationId xmlns:p14="http://schemas.microsoft.com/office/powerpoint/2010/main" val="362423122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幻灯片图像占位符 1"/>
          <p:cNvSpPr>
            <a:spLocks noGrp="1" noRot="1" noChangeAspect="1" noTextEdit="1"/>
          </p:cNvSpPr>
          <p:nvPr>
            <p:ph type="sldImg"/>
          </p:nvPr>
        </p:nvSpPr>
        <p:spPr>
          <a:ln/>
        </p:spPr>
      </p:sp>
      <p:sp>
        <p:nvSpPr>
          <p:cNvPr id="5325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charset="-122"/>
            </a:endParaRPr>
          </a:p>
        </p:txBody>
      </p:sp>
      <p:sp>
        <p:nvSpPr>
          <p:cNvPr id="5325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F715799D-6E0C-4604-A1D9-841B22F8C505}" type="slidenum">
              <a:rPr lang="en-US" altLang="zh-CN" smtClean="0"/>
              <a:pPr eaLnBrk="1" hangingPunct="1"/>
              <a:t>17</a:t>
            </a:fld>
            <a:endParaRPr lang="en-US" altLang="zh-CN"/>
          </a:p>
        </p:txBody>
      </p:sp>
    </p:spTree>
    <p:extLst>
      <p:ext uri="{BB962C8B-B14F-4D97-AF65-F5344CB8AC3E}">
        <p14:creationId xmlns:p14="http://schemas.microsoft.com/office/powerpoint/2010/main" val="44442348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幻灯片图像占位符 1"/>
          <p:cNvSpPr>
            <a:spLocks noGrp="1" noRot="1" noChangeAspect="1" noTextEdit="1"/>
          </p:cNvSpPr>
          <p:nvPr>
            <p:ph type="sldImg"/>
          </p:nvPr>
        </p:nvSpPr>
        <p:spPr>
          <a:ln/>
        </p:spPr>
      </p:sp>
      <p:sp>
        <p:nvSpPr>
          <p:cNvPr id="5427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charset="-122"/>
            </a:endParaRPr>
          </a:p>
        </p:txBody>
      </p:sp>
      <p:sp>
        <p:nvSpPr>
          <p:cNvPr id="5427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DBEA0729-A785-4DF5-A369-1AD7EBFD8BE3}" type="slidenum">
              <a:rPr lang="en-US" altLang="zh-CN" smtClean="0"/>
              <a:pPr eaLnBrk="1" hangingPunct="1"/>
              <a:t>18</a:t>
            </a:fld>
            <a:endParaRPr lang="en-US" altLang="zh-CN"/>
          </a:p>
        </p:txBody>
      </p:sp>
    </p:spTree>
    <p:extLst>
      <p:ext uri="{BB962C8B-B14F-4D97-AF65-F5344CB8AC3E}">
        <p14:creationId xmlns:p14="http://schemas.microsoft.com/office/powerpoint/2010/main" val="6295190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幻灯片图像占位符 1"/>
          <p:cNvSpPr>
            <a:spLocks noGrp="1" noRot="1" noChangeAspect="1" noTextEdit="1"/>
          </p:cNvSpPr>
          <p:nvPr>
            <p:ph type="sldImg"/>
          </p:nvPr>
        </p:nvSpPr>
        <p:spPr>
          <a:ln/>
        </p:spPr>
      </p:sp>
      <p:sp>
        <p:nvSpPr>
          <p:cNvPr id="5529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charset="-122"/>
            </a:endParaRPr>
          </a:p>
        </p:txBody>
      </p:sp>
      <p:sp>
        <p:nvSpPr>
          <p:cNvPr id="5530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F46F3F5A-196E-49E1-9E9C-C1A24B808C11}" type="slidenum">
              <a:rPr lang="en-US" altLang="zh-CN" smtClean="0"/>
              <a:pPr eaLnBrk="1" hangingPunct="1"/>
              <a:t>19</a:t>
            </a:fld>
            <a:endParaRPr lang="en-US" altLang="zh-CN"/>
          </a:p>
        </p:txBody>
      </p:sp>
    </p:spTree>
    <p:extLst>
      <p:ext uri="{BB962C8B-B14F-4D97-AF65-F5344CB8AC3E}">
        <p14:creationId xmlns:p14="http://schemas.microsoft.com/office/powerpoint/2010/main" val="425990030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幻灯片图像占位符 1"/>
          <p:cNvSpPr>
            <a:spLocks noGrp="1" noRot="1" noChangeAspect="1" noTextEdit="1"/>
          </p:cNvSpPr>
          <p:nvPr>
            <p:ph type="sldImg"/>
          </p:nvPr>
        </p:nvSpPr>
        <p:spPr>
          <a:ln/>
        </p:spPr>
      </p:sp>
      <p:sp>
        <p:nvSpPr>
          <p:cNvPr id="5632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charset="-122"/>
            </a:endParaRPr>
          </a:p>
        </p:txBody>
      </p:sp>
      <p:sp>
        <p:nvSpPr>
          <p:cNvPr id="5632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FBD10E8C-8293-4A7F-8664-C94D032AC2A3}" type="slidenum">
              <a:rPr lang="en-US" altLang="zh-CN" smtClean="0"/>
              <a:pPr eaLnBrk="1" hangingPunct="1"/>
              <a:t>21</a:t>
            </a:fld>
            <a:endParaRPr lang="en-US" altLang="zh-CN"/>
          </a:p>
        </p:txBody>
      </p:sp>
    </p:spTree>
    <p:extLst>
      <p:ext uri="{BB962C8B-B14F-4D97-AF65-F5344CB8AC3E}">
        <p14:creationId xmlns:p14="http://schemas.microsoft.com/office/powerpoint/2010/main" val="409323254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幻灯片图像占位符 1"/>
          <p:cNvSpPr>
            <a:spLocks noGrp="1" noRot="1" noChangeAspect="1" noTextEdit="1"/>
          </p:cNvSpPr>
          <p:nvPr>
            <p:ph type="sldImg"/>
          </p:nvPr>
        </p:nvSpPr>
        <p:spPr>
          <a:ln/>
        </p:spPr>
      </p:sp>
      <p:sp>
        <p:nvSpPr>
          <p:cNvPr id="5734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charset="-122"/>
            </a:endParaRPr>
          </a:p>
        </p:txBody>
      </p:sp>
      <p:sp>
        <p:nvSpPr>
          <p:cNvPr id="5734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75279EC9-14FD-46FA-84ED-53A54CFFC5ED}" type="slidenum">
              <a:rPr lang="en-US" altLang="zh-CN" smtClean="0"/>
              <a:pPr eaLnBrk="1" hangingPunct="1"/>
              <a:t>23</a:t>
            </a:fld>
            <a:endParaRPr lang="en-US" altLang="zh-CN"/>
          </a:p>
        </p:txBody>
      </p:sp>
    </p:spTree>
    <p:extLst>
      <p:ext uri="{BB962C8B-B14F-4D97-AF65-F5344CB8AC3E}">
        <p14:creationId xmlns:p14="http://schemas.microsoft.com/office/powerpoint/2010/main" val="150543622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幻灯片图像占位符 1"/>
          <p:cNvSpPr>
            <a:spLocks noGrp="1" noRot="1" noChangeAspect="1" noTextEdit="1"/>
          </p:cNvSpPr>
          <p:nvPr>
            <p:ph type="sldImg"/>
          </p:nvPr>
        </p:nvSpPr>
        <p:spPr>
          <a:ln/>
        </p:spPr>
      </p:sp>
      <p:sp>
        <p:nvSpPr>
          <p:cNvPr id="5837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charset="-122"/>
            </a:endParaRPr>
          </a:p>
        </p:txBody>
      </p:sp>
      <p:sp>
        <p:nvSpPr>
          <p:cNvPr id="5837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59715035-C9B1-4E3E-8153-D3F3F46446A4}" type="slidenum">
              <a:rPr lang="en-US" altLang="zh-CN" smtClean="0"/>
              <a:pPr eaLnBrk="1" hangingPunct="1"/>
              <a:t>24</a:t>
            </a:fld>
            <a:endParaRPr lang="en-US" altLang="zh-CN"/>
          </a:p>
        </p:txBody>
      </p:sp>
    </p:spTree>
    <p:extLst>
      <p:ext uri="{BB962C8B-B14F-4D97-AF65-F5344CB8AC3E}">
        <p14:creationId xmlns:p14="http://schemas.microsoft.com/office/powerpoint/2010/main" val="407435787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幻灯片图像占位符 1"/>
          <p:cNvSpPr>
            <a:spLocks noGrp="1" noRot="1" noChangeAspect="1" noTextEdit="1"/>
          </p:cNvSpPr>
          <p:nvPr>
            <p:ph type="sldImg"/>
          </p:nvPr>
        </p:nvSpPr>
        <p:spPr>
          <a:ln/>
        </p:spPr>
      </p:sp>
      <p:sp>
        <p:nvSpPr>
          <p:cNvPr id="5939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charset="-122"/>
            </a:endParaRPr>
          </a:p>
        </p:txBody>
      </p:sp>
      <p:sp>
        <p:nvSpPr>
          <p:cNvPr id="5939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7CFA831D-8B79-4321-B95F-D80A55B006C9}" type="slidenum">
              <a:rPr lang="en-US" altLang="zh-CN" smtClean="0"/>
              <a:pPr eaLnBrk="1" hangingPunct="1"/>
              <a:t>25</a:t>
            </a:fld>
            <a:endParaRPr lang="en-US" altLang="zh-CN"/>
          </a:p>
        </p:txBody>
      </p:sp>
    </p:spTree>
    <p:extLst>
      <p:ext uri="{BB962C8B-B14F-4D97-AF65-F5344CB8AC3E}">
        <p14:creationId xmlns:p14="http://schemas.microsoft.com/office/powerpoint/2010/main" val="222839484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幻灯片图像占位符 1"/>
          <p:cNvSpPr>
            <a:spLocks noGrp="1" noRot="1" noChangeAspect="1" noTextEdit="1"/>
          </p:cNvSpPr>
          <p:nvPr>
            <p:ph type="sldImg"/>
          </p:nvPr>
        </p:nvSpPr>
        <p:spPr>
          <a:ln/>
        </p:spPr>
      </p:sp>
      <p:sp>
        <p:nvSpPr>
          <p:cNvPr id="6041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charset="-122"/>
            </a:endParaRPr>
          </a:p>
        </p:txBody>
      </p:sp>
      <p:sp>
        <p:nvSpPr>
          <p:cNvPr id="6042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6EB4702E-2784-4A81-8495-EF35EC6ED843}" type="slidenum">
              <a:rPr lang="en-US" altLang="zh-CN" smtClean="0"/>
              <a:pPr eaLnBrk="1" hangingPunct="1"/>
              <a:t>26</a:t>
            </a:fld>
            <a:endParaRPr lang="en-US" altLang="zh-CN"/>
          </a:p>
        </p:txBody>
      </p:sp>
    </p:spTree>
    <p:extLst>
      <p:ext uri="{BB962C8B-B14F-4D97-AF65-F5344CB8AC3E}">
        <p14:creationId xmlns:p14="http://schemas.microsoft.com/office/powerpoint/2010/main" val="76017702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幻灯片图像占位符 1"/>
          <p:cNvSpPr>
            <a:spLocks noGrp="1" noRot="1" noChangeAspect="1" noTextEdit="1"/>
          </p:cNvSpPr>
          <p:nvPr>
            <p:ph type="sldImg"/>
          </p:nvPr>
        </p:nvSpPr>
        <p:spPr>
          <a:ln/>
        </p:spPr>
      </p:sp>
      <p:sp>
        <p:nvSpPr>
          <p:cNvPr id="4096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charset="-122"/>
            </a:endParaRPr>
          </a:p>
        </p:txBody>
      </p:sp>
      <p:sp>
        <p:nvSpPr>
          <p:cNvPr id="4096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85B05157-7443-4100-9A6A-45AE7A2B16DF}" type="slidenum">
              <a:rPr lang="en-US" altLang="zh-CN" smtClean="0"/>
              <a:pPr eaLnBrk="1" hangingPunct="1"/>
              <a:t>27</a:t>
            </a:fld>
            <a:endParaRPr lang="en-US" altLang="zh-CN"/>
          </a:p>
        </p:txBody>
      </p:sp>
    </p:spTree>
    <p:extLst>
      <p:ext uri="{BB962C8B-B14F-4D97-AF65-F5344CB8AC3E}">
        <p14:creationId xmlns:p14="http://schemas.microsoft.com/office/powerpoint/2010/main" val="317535319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幻灯片图像占位符 1"/>
          <p:cNvSpPr>
            <a:spLocks noGrp="1" noRot="1" noChangeAspect="1" noTextEdit="1"/>
          </p:cNvSpPr>
          <p:nvPr>
            <p:ph type="sldImg"/>
          </p:nvPr>
        </p:nvSpPr>
        <p:spPr>
          <a:ln/>
        </p:spPr>
      </p:sp>
      <p:sp>
        <p:nvSpPr>
          <p:cNvPr id="4198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charset="-122"/>
            </a:endParaRPr>
          </a:p>
        </p:txBody>
      </p:sp>
      <p:sp>
        <p:nvSpPr>
          <p:cNvPr id="4198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EB633F1D-0412-4424-A097-AF6003FFBC74}" type="slidenum">
              <a:rPr lang="en-US" altLang="zh-CN" smtClean="0"/>
              <a:pPr eaLnBrk="1" hangingPunct="1"/>
              <a:t>28</a:t>
            </a:fld>
            <a:endParaRPr lang="en-US" altLang="zh-CN"/>
          </a:p>
        </p:txBody>
      </p:sp>
    </p:spTree>
    <p:extLst>
      <p:ext uri="{BB962C8B-B14F-4D97-AF65-F5344CB8AC3E}">
        <p14:creationId xmlns:p14="http://schemas.microsoft.com/office/powerpoint/2010/main" val="255867332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幻灯片图像占位符 1"/>
          <p:cNvSpPr>
            <a:spLocks noGrp="1" noRot="1" noChangeAspect="1" noTextEdit="1"/>
          </p:cNvSpPr>
          <p:nvPr>
            <p:ph type="sldImg"/>
          </p:nvPr>
        </p:nvSpPr>
        <p:spPr>
          <a:ln/>
        </p:spPr>
      </p:sp>
      <p:sp>
        <p:nvSpPr>
          <p:cNvPr id="4301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charset="-122"/>
            </a:endParaRPr>
          </a:p>
        </p:txBody>
      </p:sp>
      <p:sp>
        <p:nvSpPr>
          <p:cNvPr id="4301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ECCC58A3-6579-4BF2-A773-3E800E24AE11}" type="slidenum">
              <a:rPr lang="en-US" altLang="zh-CN" smtClean="0"/>
              <a:pPr eaLnBrk="1" hangingPunct="1"/>
              <a:t>29</a:t>
            </a:fld>
            <a:endParaRPr lang="en-US" altLang="zh-CN"/>
          </a:p>
        </p:txBody>
      </p:sp>
    </p:spTree>
    <p:extLst>
      <p:ext uri="{BB962C8B-B14F-4D97-AF65-F5344CB8AC3E}">
        <p14:creationId xmlns:p14="http://schemas.microsoft.com/office/powerpoint/2010/main" val="155164276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幻灯片图像占位符 1"/>
          <p:cNvSpPr>
            <a:spLocks noGrp="1" noRot="1" noChangeAspect="1" noTextEdit="1"/>
          </p:cNvSpPr>
          <p:nvPr>
            <p:ph type="sldImg"/>
          </p:nvPr>
        </p:nvSpPr>
        <p:spPr>
          <a:ln/>
        </p:spPr>
      </p:sp>
      <p:sp>
        <p:nvSpPr>
          <p:cNvPr id="4403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charset="-122"/>
            </a:endParaRPr>
          </a:p>
        </p:txBody>
      </p:sp>
      <p:sp>
        <p:nvSpPr>
          <p:cNvPr id="4403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3AF1D353-629C-4C18-AA60-328EBC6C7F6C}" type="slidenum">
              <a:rPr lang="en-US" altLang="zh-CN" smtClean="0"/>
              <a:pPr eaLnBrk="1" hangingPunct="1"/>
              <a:t>30</a:t>
            </a:fld>
            <a:endParaRPr lang="en-US" altLang="zh-CN"/>
          </a:p>
        </p:txBody>
      </p:sp>
    </p:spTree>
    <p:extLst>
      <p:ext uri="{BB962C8B-B14F-4D97-AF65-F5344CB8AC3E}">
        <p14:creationId xmlns:p14="http://schemas.microsoft.com/office/powerpoint/2010/main" val="36746613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Picture 2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175"/>
            <a:ext cx="9144000" cy="5373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Box 16"/>
          <p:cNvSpPr txBox="1">
            <a:spLocks noChangeArrowheads="1"/>
          </p:cNvSpPr>
          <p:nvPr/>
        </p:nvSpPr>
        <p:spPr bwMode="gray">
          <a:xfrm>
            <a:off x="0" y="5300663"/>
            <a:ext cx="9144000" cy="144462"/>
          </a:xfrm>
          <a:prstGeom prst="rect">
            <a:avLst/>
          </a:prstGeom>
          <a:solidFill>
            <a:srgbClr val="A9C6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spcBef>
                <a:spcPct val="50000"/>
              </a:spcBef>
              <a:defRPr/>
            </a:pPr>
            <a:endParaRPr lang="zh-CN" altLang="zh-CN" sz="1000" b="1">
              <a:solidFill>
                <a:schemeClr val="bg1"/>
              </a:solidFill>
              <a:latin typeface="Verdana" pitchFamily="34" charset="0"/>
            </a:endParaRPr>
          </a:p>
        </p:txBody>
      </p:sp>
      <p:pic>
        <p:nvPicPr>
          <p:cNvPr id="6" name="图片 5"/>
          <p:cNvPicPr>
            <a:picLocks noChangeAspect="1"/>
          </p:cNvPicPr>
          <p:nvPr/>
        </p:nvPicPr>
        <p:blipFill>
          <a:blip r:embed="rId3"/>
          <a:stretch>
            <a:fillRect/>
          </a:stretch>
        </p:blipFill>
        <p:spPr>
          <a:xfrm>
            <a:off x="300038" y="188913"/>
            <a:ext cx="3163887" cy="722312"/>
          </a:xfrm>
          <a:prstGeom prst="rect">
            <a:avLst/>
          </a:prstGeom>
          <a:effectLst>
            <a:outerShdw blurRad="50800" dist="38100" dir="2700000" algn="tl" rotWithShape="0">
              <a:prstClr val="black">
                <a:alpha val="40000"/>
              </a:prstClr>
            </a:outerShdw>
          </a:effectLst>
        </p:spPr>
      </p:pic>
      <p:sp>
        <p:nvSpPr>
          <p:cNvPr id="3075" name="Rectangle 3"/>
          <p:cNvSpPr>
            <a:spLocks noGrp="1" noChangeArrowheads="1"/>
          </p:cNvSpPr>
          <p:nvPr>
            <p:ph type="subTitle" idx="1"/>
          </p:nvPr>
        </p:nvSpPr>
        <p:spPr bwMode="gray">
          <a:xfrm>
            <a:off x="1403648" y="5589240"/>
            <a:ext cx="6553200" cy="1268760"/>
          </a:xfrm>
        </p:spPr>
        <p:txBody>
          <a:bodyPr/>
          <a:lstStyle>
            <a:lvl1pPr marL="0" indent="0" algn="ctr">
              <a:buFont typeface="Wingdings" pitchFamily="2" charset="2"/>
              <a:buNone/>
              <a:defRPr sz="2400" b="1">
                <a:solidFill>
                  <a:schemeClr val="tx2"/>
                </a:solidFill>
                <a:latin typeface="Verdana" pitchFamily="34" charset="0"/>
              </a:defRPr>
            </a:lvl1pPr>
          </a:lstStyle>
          <a:p>
            <a:pPr lvl="0"/>
            <a:r>
              <a:rPr lang="zh-CN" altLang="en-US" noProof="0"/>
              <a:t>单击此处编辑母版副标题样式</a:t>
            </a:r>
            <a:endParaRPr lang="en-US" altLang="zh-CN" noProof="0" dirty="0"/>
          </a:p>
        </p:txBody>
      </p:sp>
      <p:sp>
        <p:nvSpPr>
          <p:cNvPr id="3093" name="Rectangle 21"/>
          <p:cNvSpPr>
            <a:spLocks noGrp="1" noChangeArrowheads="1"/>
          </p:cNvSpPr>
          <p:nvPr>
            <p:ph type="ctrTitle" sz="quarter"/>
          </p:nvPr>
        </p:nvSpPr>
        <p:spPr bwMode="gray">
          <a:xfrm>
            <a:off x="0" y="4077072"/>
            <a:ext cx="9144000" cy="1224137"/>
          </a:xfrm>
          <a:gradFill>
            <a:gsLst>
              <a:gs pos="0">
                <a:srgbClr val="00607A"/>
              </a:gs>
              <a:gs pos="100000">
                <a:srgbClr val="00607A"/>
              </a:gs>
            </a:gsLst>
            <a:lin ang="0" scaled="1"/>
          </a:gradFill>
          <a:effectLst/>
        </p:spPr>
        <p:txBody>
          <a:bodyPr/>
          <a:lstStyle>
            <a:lvl1pPr>
              <a:defRPr sz="4000"/>
            </a:lvl1pPr>
          </a:lstStyle>
          <a:p>
            <a:pPr lvl="0"/>
            <a:r>
              <a:rPr lang="zh-CN" altLang="en-US" noProof="0"/>
              <a:t>单击此处编辑母版标题样式</a:t>
            </a:r>
            <a:endParaRPr lang="en-US" altLang="ko-KR" noProof="0" dirty="0"/>
          </a:p>
        </p:txBody>
      </p:sp>
    </p:spTree>
    <p:extLst>
      <p:ext uri="{BB962C8B-B14F-4D97-AF65-F5344CB8AC3E}">
        <p14:creationId xmlns:p14="http://schemas.microsoft.com/office/powerpoint/2010/main" val="2079190981"/>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nchor="ctr"/>
          <a:lstStyle>
            <a:lvl1pPr>
              <a:defRPr>
                <a:solidFill>
                  <a:srgbClr val="00708E"/>
                </a:solidFill>
              </a:defRPr>
            </a:lvl1pPr>
            <a:lvl2pPr>
              <a:buClr>
                <a:srgbClr val="00607A"/>
              </a:buClr>
              <a:defRPr>
                <a:solidFill>
                  <a:srgbClr val="00708E"/>
                </a:solidFill>
                <a:latin typeface="+mn-ea"/>
                <a:ea typeface="+mn-ea"/>
              </a:defRPr>
            </a:lvl2pPr>
            <a:lvl3pPr>
              <a:buClr>
                <a:srgbClr val="00607A"/>
              </a:buClr>
              <a:defRPr>
                <a:solidFill>
                  <a:srgbClr val="00708E"/>
                </a:solidFill>
                <a:latin typeface="+mn-ea"/>
                <a:ea typeface="+mn-ea"/>
              </a:defRPr>
            </a:lvl3pPr>
            <a:lvl4pPr>
              <a:defRPr>
                <a:solidFill>
                  <a:srgbClr val="00708E"/>
                </a:solidFill>
                <a:latin typeface="+mn-ea"/>
                <a:ea typeface="+mn-ea"/>
              </a:defRPr>
            </a:lvl4pPr>
            <a:lvl5pPr>
              <a:defRPr>
                <a:solidFill>
                  <a:srgbClr val="00708E"/>
                </a:solidFill>
                <a:latin typeface="+mn-ea"/>
                <a:ea typeface="+mn-ea"/>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Rectangle 6"/>
          <p:cNvSpPr>
            <a:spLocks noGrp="1" noChangeArrowheads="1"/>
          </p:cNvSpPr>
          <p:nvPr>
            <p:ph type="sldNum" sz="quarter" idx="10"/>
          </p:nvPr>
        </p:nvSpPr>
        <p:spPr>
          <a:ln/>
        </p:spPr>
        <p:txBody>
          <a:bodyPr/>
          <a:lstStyle>
            <a:lvl1pPr>
              <a:defRPr/>
            </a:lvl1pPr>
          </a:lstStyle>
          <a:p>
            <a:pPr>
              <a:defRPr/>
            </a:pPr>
            <a:fld id="{325F9849-8685-4695-90DF-7FFF45334563}" type="slidenum">
              <a:rPr lang="en-US" altLang="zh-CN"/>
              <a:pPr>
                <a:defRPr/>
              </a:pPr>
              <a:t>‹#›</a:t>
            </a:fld>
            <a:endParaRPr lang="en-US" altLang="zh-CN"/>
          </a:p>
        </p:txBody>
      </p:sp>
    </p:spTree>
    <p:extLst>
      <p:ext uri="{BB962C8B-B14F-4D97-AF65-F5344CB8AC3E}">
        <p14:creationId xmlns:p14="http://schemas.microsoft.com/office/powerpoint/2010/main" val="1279287635"/>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6"/>
          <p:cNvSpPr>
            <a:spLocks noGrp="1" noChangeArrowheads="1"/>
          </p:cNvSpPr>
          <p:nvPr>
            <p:ph type="sldNum" sz="quarter" idx="10"/>
          </p:nvPr>
        </p:nvSpPr>
        <p:spPr>
          <a:ln/>
        </p:spPr>
        <p:txBody>
          <a:bodyPr/>
          <a:lstStyle>
            <a:lvl1pPr>
              <a:defRPr/>
            </a:lvl1pPr>
          </a:lstStyle>
          <a:p>
            <a:pPr>
              <a:defRPr/>
            </a:pPr>
            <a:fld id="{CA0F51C9-D5FD-4A3F-8FC4-D93175FF2D1B}" type="slidenum">
              <a:rPr lang="en-US" altLang="zh-CN"/>
              <a:pPr>
                <a:defRPr/>
              </a:pPr>
              <a:t>‹#›</a:t>
            </a:fld>
            <a:endParaRPr lang="en-US" altLang="zh-CN"/>
          </a:p>
        </p:txBody>
      </p:sp>
    </p:spTree>
    <p:extLst>
      <p:ext uri="{BB962C8B-B14F-4D97-AF65-F5344CB8AC3E}">
        <p14:creationId xmlns:p14="http://schemas.microsoft.com/office/powerpoint/2010/main" val="1107911206"/>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152525"/>
            <a:ext cx="4038600" cy="52482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p:cNvSpPr>
            <a:spLocks noGrp="1" noChangeArrowheads="1"/>
          </p:cNvSpPr>
          <p:nvPr>
            <p:ph type="sldNum" sz="quarter" idx="10"/>
          </p:nvPr>
        </p:nvSpPr>
        <p:spPr>
          <a:ln/>
        </p:spPr>
        <p:txBody>
          <a:bodyPr/>
          <a:lstStyle>
            <a:lvl1pPr>
              <a:defRPr/>
            </a:lvl1pPr>
          </a:lstStyle>
          <a:p>
            <a:pPr>
              <a:defRPr/>
            </a:pPr>
            <a:fld id="{3056E504-0311-45D6-923C-DFC3449D2EDC}" type="slidenum">
              <a:rPr lang="en-US" altLang="zh-CN"/>
              <a:pPr>
                <a:defRPr/>
              </a:pPr>
              <a:t>‹#›</a:t>
            </a:fld>
            <a:endParaRPr lang="en-US" altLang="zh-CN"/>
          </a:p>
        </p:txBody>
      </p:sp>
    </p:spTree>
    <p:extLst>
      <p:ext uri="{BB962C8B-B14F-4D97-AF65-F5344CB8AC3E}">
        <p14:creationId xmlns:p14="http://schemas.microsoft.com/office/powerpoint/2010/main" val="2904895908"/>
      </p:ext>
    </p:extLst>
  </p:cSld>
  <p:clrMapOvr>
    <a:masterClrMapping/>
  </p:clrMapOvr>
  <p:transition/>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6"/>
          <p:cNvSpPr>
            <a:spLocks noGrp="1" noChangeArrowheads="1"/>
          </p:cNvSpPr>
          <p:nvPr>
            <p:ph type="sldNum" sz="quarter" idx="10"/>
          </p:nvPr>
        </p:nvSpPr>
        <p:spPr>
          <a:ln/>
        </p:spPr>
        <p:txBody>
          <a:bodyPr/>
          <a:lstStyle>
            <a:lvl1pPr>
              <a:defRPr/>
            </a:lvl1pPr>
          </a:lstStyle>
          <a:p>
            <a:pPr>
              <a:defRPr/>
            </a:pPr>
            <a:fld id="{F9E9CC8C-EAAD-4CBA-B538-F86038B84E02}" type="slidenum">
              <a:rPr lang="en-US" altLang="zh-CN"/>
              <a:pPr>
                <a:defRPr/>
              </a:pPr>
              <a:t>‹#›</a:t>
            </a:fld>
            <a:endParaRPr lang="en-US" altLang="zh-CN"/>
          </a:p>
        </p:txBody>
      </p:sp>
    </p:spTree>
    <p:extLst>
      <p:ext uri="{BB962C8B-B14F-4D97-AF65-F5344CB8AC3E}">
        <p14:creationId xmlns:p14="http://schemas.microsoft.com/office/powerpoint/2010/main" val="2175529812"/>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6"/>
          <p:cNvSpPr>
            <a:spLocks noGrp="1" noChangeArrowheads="1"/>
          </p:cNvSpPr>
          <p:nvPr>
            <p:ph type="sldNum" sz="quarter" idx="10"/>
          </p:nvPr>
        </p:nvSpPr>
        <p:spPr>
          <a:ln/>
        </p:spPr>
        <p:txBody>
          <a:bodyPr/>
          <a:lstStyle>
            <a:lvl1pPr>
              <a:defRPr/>
            </a:lvl1pPr>
          </a:lstStyle>
          <a:p>
            <a:pPr>
              <a:defRPr/>
            </a:pPr>
            <a:fld id="{08EB9BD8-745C-4C5F-8EB3-8A4AF2C5E65D}" type="slidenum">
              <a:rPr lang="en-US" altLang="zh-CN"/>
              <a:pPr>
                <a:defRPr/>
              </a:pPr>
              <a:t>‹#›</a:t>
            </a:fld>
            <a:endParaRPr lang="en-US" altLang="zh-CN"/>
          </a:p>
        </p:txBody>
      </p:sp>
    </p:spTree>
    <p:extLst>
      <p:ext uri="{BB962C8B-B14F-4D97-AF65-F5344CB8AC3E}">
        <p14:creationId xmlns:p14="http://schemas.microsoft.com/office/powerpoint/2010/main" val="3317162695"/>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6"/>
          <p:cNvSpPr>
            <a:spLocks noGrp="1" noChangeArrowheads="1"/>
          </p:cNvSpPr>
          <p:nvPr>
            <p:ph type="sldNum" sz="quarter" idx="10"/>
          </p:nvPr>
        </p:nvSpPr>
        <p:spPr>
          <a:ln/>
        </p:spPr>
        <p:txBody>
          <a:bodyPr/>
          <a:lstStyle>
            <a:lvl1pPr>
              <a:defRPr/>
            </a:lvl1pPr>
          </a:lstStyle>
          <a:p>
            <a:pPr>
              <a:defRPr/>
            </a:pPr>
            <a:fld id="{CDE9D200-A20A-43BE-BE9F-00B4F3E7DDBF}" type="slidenum">
              <a:rPr lang="en-US" altLang="zh-CN"/>
              <a:pPr>
                <a:defRPr/>
              </a:pPr>
              <a:t>‹#›</a:t>
            </a:fld>
            <a:endParaRPr lang="en-US" altLang="zh-CN"/>
          </a:p>
        </p:txBody>
      </p:sp>
    </p:spTree>
    <p:extLst>
      <p:ext uri="{BB962C8B-B14F-4D97-AF65-F5344CB8AC3E}">
        <p14:creationId xmlns:p14="http://schemas.microsoft.com/office/powerpoint/2010/main" val="4122279678"/>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6"/>
          <p:cNvSpPr>
            <a:spLocks noGrp="1" noChangeArrowheads="1"/>
          </p:cNvSpPr>
          <p:nvPr>
            <p:ph type="sldNum" sz="quarter" idx="10"/>
          </p:nvPr>
        </p:nvSpPr>
        <p:spPr>
          <a:ln/>
        </p:spPr>
        <p:txBody>
          <a:bodyPr/>
          <a:lstStyle>
            <a:lvl1pPr>
              <a:defRPr/>
            </a:lvl1pPr>
          </a:lstStyle>
          <a:p>
            <a:pPr>
              <a:defRPr/>
            </a:pPr>
            <a:fld id="{099BA411-2DE5-4524-833F-54E7DBA7BC94}" type="slidenum">
              <a:rPr lang="en-US" altLang="zh-CN"/>
              <a:pPr>
                <a:defRPr/>
              </a:pPr>
              <a:t>‹#›</a:t>
            </a:fld>
            <a:endParaRPr lang="en-US" altLang="zh-CN"/>
          </a:p>
        </p:txBody>
      </p:sp>
    </p:spTree>
    <p:extLst>
      <p:ext uri="{BB962C8B-B14F-4D97-AF65-F5344CB8AC3E}">
        <p14:creationId xmlns:p14="http://schemas.microsoft.com/office/powerpoint/2010/main" val="3534666813"/>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6"/>
          <p:cNvSpPr>
            <a:spLocks noGrp="1" noChangeArrowheads="1"/>
          </p:cNvSpPr>
          <p:nvPr>
            <p:ph type="sldNum" sz="quarter" idx="10"/>
          </p:nvPr>
        </p:nvSpPr>
        <p:spPr>
          <a:ln/>
        </p:spPr>
        <p:txBody>
          <a:bodyPr/>
          <a:lstStyle>
            <a:lvl1pPr>
              <a:defRPr/>
            </a:lvl1pPr>
          </a:lstStyle>
          <a:p>
            <a:pPr>
              <a:defRPr/>
            </a:pPr>
            <a:fld id="{E0CA9C33-79AB-470D-BAFE-455D0DF17CF3}" type="slidenum">
              <a:rPr lang="en-US" altLang="zh-CN"/>
              <a:pPr>
                <a:defRPr/>
              </a:pPr>
              <a:t>‹#›</a:t>
            </a:fld>
            <a:endParaRPr lang="en-US" altLang="zh-CN"/>
          </a:p>
        </p:txBody>
      </p:sp>
    </p:spTree>
    <p:extLst>
      <p:ext uri="{BB962C8B-B14F-4D97-AF65-F5344CB8AC3E}">
        <p14:creationId xmlns:p14="http://schemas.microsoft.com/office/powerpoint/2010/main" val="4062139051"/>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p:cNvSpPr>
            <a:spLocks noGrp="1" noChangeArrowheads="1"/>
          </p:cNvSpPr>
          <p:nvPr>
            <p:ph type="sldNum" sz="quarter" idx="10"/>
          </p:nvPr>
        </p:nvSpPr>
        <p:spPr>
          <a:ln/>
        </p:spPr>
        <p:txBody>
          <a:bodyPr/>
          <a:lstStyle>
            <a:lvl1pPr>
              <a:defRPr/>
            </a:lvl1pPr>
          </a:lstStyle>
          <a:p>
            <a:pPr>
              <a:defRPr/>
            </a:pPr>
            <a:fld id="{8D44E155-D12B-4E8B-B58B-8F8D0528FA5C}" type="slidenum">
              <a:rPr lang="en-US" altLang="zh-CN"/>
              <a:pPr>
                <a:defRPr/>
              </a:pPr>
              <a:t>‹#›</a:t>
            </a:fld>
            <a:endParaRPr lang="en-US" altLang="zh-CN"/>
          </a:p>
        </p:txBody>
      </p:sp>
    </p:spTree>
    <p:extLst>
      <p:ext uri="{BB962C8B-B14F-4D97-AF65-F5344CB8AC3E}">
        <p14:creationId xmlns:p14="http://schemas.microsoft.com/office/powerpoint/2010/main" val="3720036504"/>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48450" y="152400"/>
            <a:ext cx="2114550" cy="6248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304800" y="152400"/>
            <a:ext cx="6191250" cy="6248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p:cNvSpPr>
            <a:spLocks noGrp="1" noChangeArrowheads="1"/>
          </p:cNvSpPr>
          <p:nvPr>
            <p:ph type="sldNum" sz="quarter" idx="10"/>
          </p:nvPr>
        </p:nvSpPr>
        <p:spPr>
          <a:ln/>
        </p:spPr>
        <p:txBody>
          <a:bodyPr/>
          <a:lstStyle>
            <a:lvl1pPr>
              <a:defRPr/>
            </a:lvl1pPr>
          </a:lstStyle>
          <a:p>
            <a:pPr>
              <a:defRPr/>
            </a:pPr>
            <a:fld id="{1ACB53AC-B847-493A-B7BD-F797026955A7}" type="slidenum">
              <a:rPr lang="en-US" altLang="zh-CN"/>
              <a:pPr>
                <a:defRPr/>
              </a:pPr>
              <a:t>‹#›</a:t>
            </a:fld>
            <a:endParaRPr lang="en-US" altLang="zh-CN"/>
          </a:p>
        </p:txBody>
      </p:sp>
    </p:spTree>
    <p:extLst>
      <p:ext uri="{BB962C8B-B14F-4D97-AF65-F5344CB8AC3E}">
        <p14:creationId xmlns:p14="http://schemas.microsoft.com/office/powerpoint/2010/main" val="1352390307"/>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304800" y="152400"/>
            <a:ext cx="8458200" cy="563563"/>
          </a:xfrm>
        </p:spPr>
        <p:txBody>
          <a:bodyPr/>
          <a:lstStyle/>
          <a:p>
            <a:r>
              <a:rPr lang="zh-CN" altLang="en-US"/>
              <a:t>单击此处编辑母版标题样式</a:t>
            </a:r>
          </a:p>
        </p:txBody>
      </p:sp>
      <p:sp>
        <p:nvSpPr>
          <p:cNvPr id="3" name="表格占位符 2"/>
          <p:cNvSpPr>
            <a:spLocks noGrp="1"/>
          </p:cNvSpPr>
          <p:nvPr>
            <p:ph type="tbl" idx="1"/>
          </p:nvPr>
        </p:nvSpPr>
        <p:spPr>
          <a:xfrm>
            <a:off x="457200" y="1152525"/>
            <a:ext cx="8229600" cy="5248275"/>
          </a:xfrm>
        </p:spPr>
        <p:txBody>
          <a:bodyPr/>
          <a:lstStyle/>
          <a:p>
            <a:pPr lvl="0"/>
            <a:r>
              <a:rPr lang="zh-CN" altLang="en-US" noProof="0"/>
              <a:t>单击图标添加表格</a:t>
            </a:r>
          </a:p>
        </p:txBody>
      </p:sp>
      <p:sp>
        <p:nvSpPr>
          <p:cNvPr id="4" name="Rectangle 6"/>
          <p:cNvSpPr>
            <a:spLocks noGrp="1" noChangeArrowheads="1"/>
          </p:cNvSpPr>
          <p:nvPr>
            <p:ph type="sldNum" sz="quarter" idx="10"/>
          </p:nvPr>
        </p:nvSpPr>
        <p:spPr>
          <a:ln/>
        </p:spPr>
        <p:txBody>
          <a:bodyPr/>
          <a:lstStyle>
            <a:lvl1pPr>
              <a:defRPr/>
            </a:lvl1pPr>
          </a:lstStyle>
          <a:p>
            <a:pPr>
              <a:defRPr/>
            </a:pPr>
            <a:fld id="{E26EBF8A-F227-42A7-BA83-8C1DC98F1410}" type="slidenum">
              <a:rPr lang="en-US" altLang="zh-CN"/>
              <a:pPr>
                <a:defRPr/>
              </a:pPr>
              <a:t>‹#›</a:t>
            </a:fld>
            <a:endParaRPr lang="en-US" altLang="zh-CN"/>
          </a:p>
        </p:txBody>
      </p:sp>
    </p:spTree>
    <p:extLst>
      <p:ext uri="{BB962C8B-B14F-4D97-AF65-F5344CB8AC3E}">
        <p14:creationId xmlns:p14="http://schemas.microsoft.com/office/powerpoint/2010/main" val="1559205913"/>
      </p:ext>
    </p:extLst>
  </p:cSld>
  <p:clrMapOvr>
    <a:masterClrMapping/>
  </p:clrMapOvr>
  <p:transition/>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15"/>
          <p:cNvSpPr>
            <a:spLocks noChangeArrowheads="1"/>
          </p:cNvSpPr>
          <p:nvPr/>
        </p:nvSpPr>
        <p:spPr bwMode="ltGray">
          <a:xfrm>
            <a:off x="0" y="0"/>
            <a:ext cx="9144000" cy="836613"/>
          </a:xfrm>
          <a:prstGeom prst="rect">
            <a:avLst/>
          </a:prstGeom>
          <a:solidFill>
            <a:srgbClr val="00607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1027" name="Rectangle 3"/>
          <p:cNvSpPr>
            <a:spLocks noGrp="1" noChangeArrowheads="1"/>
          </p:cNvSpPr>
          <p:nvPr>
            <p:ph type="body" idx="1"/>
          </p:nvPr>
        </p:nvSpPr>
        <p:spPr bwMode="auto">
          <a:xfrm>
            <a:off x="457200" y="1052513"/>
            <a:ext cx="8229600" cy="5348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sp>
        <p:nvSpPr>
          <p:cNvPr id="1030" name="Rectangle 6"/>
          <p:cNvSpPr>
            <a:spLocks noGrp="1" noChangeArrowheads="1"/>
          </p:cNvSpPr>
          <p:nvPr>
            <p:ph type="sldNum" sz="quarter" idx="4"/>
          </p:nvPr>
        </p:nvSpPr>
        <p:spPr bwMode="auto">
          <a:xfrm>
            <a:off x="3505200" y="6461125"/>
            <a:ext cx="213360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200">
                <a:latin typeface="+mj-lt"/>
                <a:ea typeface="宋体" charset="-122"/>
              </a:defRPr>
            </a:lvl1pPr>
          </a:lstStyle>
          <a:p>
            <a:pPr>
              <a:defRPr/>
            </a:pPr>
            <a:fld id="{608D5837-FA83-4146-BE4F-AD4E640405D2}" type="slidenum">
              <a:rPr lang="en-US" altLang="zh-CN"/>
              <a:pPr>
                <a:defRPr/>
              </a:pPr>
              <a:t>‹#›</a:t>
            </a:fld>
            <a:endParaRPr lang="en-US" altLang="zh-CN"/>
          </a:p>
        </p:txBody>
      </p:sp>
      <p:sp>
        <p:nvSpPr>
          <p:cNvPr id="1029" name="Rectangle 2"/>
          <p:cNvSpPr>
            <a:spLocks noGrp="1" noChangeArrowheads="1"/>
          </p:cNvSpPr>
          <p:nvPr>
            <p:ph type="title"/>
          </p:nvPr>
        </p:nvSpPr>
        <p:spPr bwMode="white">
          <a:xfrm>
            <a:off x="304800" y="152400"/>
            <a:ext cx="8458200" cy="563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2" name="Text Box 16"/>
          <p:cNvSpPr txBox="1">
            <a:spLocks noChangeArrowheads="1"/>
          </p:cNvSpPr>
          <p:nvPr/>
        </p:nvSpPr>
        <p:spPr bwMode="gray">
          <a:xfrm>
            <a:off x="0" y="838200"/>
            <a:ext cx="9144000" cy="144463"/>
          </a:xfrm>
          <a:prstGeom prst="rect">
            <a:avLst/>
          </a:prstGeom>
          <a:solidFill>
            <a:srgbClr val="A9C6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spcBef>
                <a:spcPct val="50000"/>
              </a:spcBef>
              <a:defRPr/>
            </a:pPr>
            <a:endParaRPr lang="zh-CN" altLang="zh-CN" sz="1000" b="1">
              <a:solidFill>
                <a:schemeClr val="bg1"/>
              </a:solidFill>
              <a:latin typeface="Verdana" pitchFamily="34" charset="0"/>
            </a:endParaRPr>
          </a:p>
        </p:txBody>
      </p:sp>
      <p:pic>
        <p:nvPicPr>
          <p:cNvPr id="9" name="图片 8"/>
          <p:cNvPicPr>
            <a:picLocks noChangeAspect="1"/>
          </p:cNvPicPr>
          <p:nvPr/>
        </p:nvPicPr>
        <p:blipFill>
          <a:blip r:embed="rId14"/>
          <a:stretch>
            <a:fillRect/>
          </a:stretch>
        </p:blipFill>
        <p:spPr>
          <a:xfrm>
            <a:off x="7380288" y="6453188"/>
            <a:ext cx="1579562" cy="360362"/>
          </a:xfrm>
          <a:prstGeom prst="rect">
            <a:avLst/>
          </a:prstGeom>
          <a:effectLst>
            <a:outerShdw blurRad="50800" dist="38100" dir="2700000" algn="tl" rotWithShape="0">
              <a:prstClr val="black">
                <a:alpha val="40000"/>
              </a:prstClr>
            </a:outerShdw>
          </a:effectLst>
        </p:spPr>
      </p:pic>
    </p:spTree>
  </p:cSld>
  <p:clrMap bg1="lt1" tx1="dk1" bg2="lt2" tx2="dk2" accent1="accent1" accent2="accent2" accent3="accent3" accent4="accent4" accent5="accent5" accent6="accent6" hlink="hlink" folHlink="folHlink"/>
  <p:sldLayoutIdLst>
    <p:sldLayoutId id="2147483839" r:id="rId1"/>
    <p:sldLayoutId id="2147483828" r:id="rId2"/>
    <p:sldLayoutId id="2147483829" r:id="rId3"/>
    <p:sldLayoutId id="2147483830" r:id="rId4"/>
    <p:sldLayoutId id="2147483831" r:id="rId5"/>
    <p:sldLayoutId id="2147483832" r:id="rId6"/>
    <p:sldLayoutId id="2147483833" r:id="rId7"/>
    <p:sldLayoutId id="2147483834" r:id="rId8"/>
    <p:sldLayoutId id="2147483835" r:id="rId9"/>
    <p:sldLayoutId id="2147483836" r:id="rId10"/>
    <p:sldLayoutId id="2147483837" r:id="rId11"/>
    <p:sldLayoutId id="2147483838" r:id="rId12"/>
  </p:sldLayoutIdLst>
  <p:transition/>
  <p:hf hdr="0" ftr="0" dt="0"/>
  <p:txStyles>
    <p:titleStyle>
      <a:lvl1pPr algn="ctr" rtl="0" eaLnBrk="0" fontAlgn="base" hangingPunct="0">
        <a:spcBef>
          <a:spcPct val="0"/>
        </a:spcBef>
        <a:spcAft>
          <a:spcPct val="0"/>
        </a:spcAft>
        <a:defRPr sz="3200" b="1">
          <a:solidFill>
            <a:schemeClr val="bg1"/>
          </a:solidFill>
          <a:latin typeface="+mj-lt"/>
          <a:ea typeface="+mj-ea"/>
          <a:cs typeface="+mj-cs"/>
        </a:defRPr>
      </a:lvl1pPr>
      <a:lvl2pPr algn="ctr" rtl="0" eaLnBrk="0" fontAlgn="base" hangingPunct="0">
        <a:spcBef>
          <a:spcPct val="0"/>
        </a:spcBef>
        <a:spcAft>
          <a:spcPct val="0"/>
        </a:spcAft>
        <a:defRPr sz="3200" b="1">
          <a:solidFill>
            <a:schemeClr val="bg1"/>
          </a:solidFill>
          <a:latin typeface="Verdana" pitchFamily="34" charset="0"/>
        </a:defRPr>
      </a:lvl2pPr>
      <a:lvl3pPr algn="ctr" rtl="0" eaLnBrk="0" fontAlgn="base" hangingPunct="0">
        <a:spcBef>
          <a:spcPct val="0"/>
        </a:spcBef>
        <a:spcAft>
          <a:spcPct val="0"/>
        </a:spcAft>
        <a:defRPr sz="3200" b="1">
          <a:solidFill>
            <a:schemeClr val="bg1"/>
          </a:solidFill>
          <a:latin typeface="Verdana" pitchFamily="34" charset="0"/>
        </a:defRPr>
      </a:lvl3pPr>
      <a:lvl4pPr algn="ctr" rtl="0" eaLnBrk="0" fontAlgn="base" hangingPunct="0">
        <a:spcBef>
          <a:spcPct val="0"/>
        </a:spcBef>
        <a:spcAft>
          <a:spcPct val="0"/>
        </a:spcAft>
        <a:defRPr sz="3200" b="1">
          <a:solidFill>
            <a:schemeClr val="bg1"/>
          </a:solidFill>
          <a:latin typeface="Verdana" pitchFamily="34" charset="0"/>
        </a:defRPr>
      </a:lvl4pPr>
      <a:lvl5pPr algn="ctr" rtl="0" eaLnBrk="0" fontAlgn="base" hangingPunct="0">
        <a:spcBef>
          <a:spcPct val="0"/>
        </a:spcBef>
        <a:spcAft>
          <a:spcPct val="0"/>
        </a:spcAft>
        <a:defRPr sz="3200" b="1">
          <a:solidFill>
            <a:schemeClr val="bg1"/>
          </a:solidFill>
          <a:latin typeface="Verdana" pitchFamily="34" charset="0"/>
        </a:defRPr>
      </a:lvl5pPr>
      <a:lvl6pPr marL="457200" algn="ctr" rtl="0" eaLnBrk="1" fontAlgn="base" hangingPunct="1">
        <a:spcBef>
          <a:spcPct val="0"/>
        </a:spcBef>
        <a:spcAft>
          <a:spcPct val="0"/>
        </a:spcAft>
        <a:defRPr sz="3200" b="1">
          <a:solidFill>
            <a:schemeClr val="bg1"/>
          </a:solidFill>
          <a:latin typeface="Verdana" pitchFamily="34" charset="0"/>
        </a:defRPr>
      </a:lvl6pPr>
      <a:lvl7pPr marL="914400" algn="ctr" rtl="0" eaLnBrk="1" fontAlgn="base" hangingPunct="1">
        <a:spcBef>
          <a:spcPct val="0"/>
        </a:spcBef>
        <a:spcAft>
          <a:spcPct val="0"/>
        </a:spcAft>
        <a:defRPr sz="3200" b="1">
          <a:solidFill>
            <a:schemeClr val="bg1"/>
          </a:solidFill>
          <a:latin typeface="Verdana" pitchFamily="34" charset="0"/>
        </a:defRPr>
      </a:lvl7pPr>
      <a:lvl8pPr marL="1371600" algn="ctr" rtl="0" eaLnBrk="1" fontAlgn="base" hangingPunct="1">
        <a:spcBef>
          <a:spcPct val="0"/>
        </a:spcBef>
        <a:spcAft>
          <a:spcPct val="0"/>
        </a:spcAft>
        <a:defRPr sz="3200" b="1">
          <a:solidFill>
            <a:schemeClr val="bg1"/>
          </a:solidFill>
          <a:latin typeface="Verdana" pitchFamily="34" charset="0"/>
        </a:defRPr>
      </a:lvl8pPr>
      <a:lvl9pPr marL="1828800" algn="ctr" rtl="0" eaLnBrk="1" fontAlgn="base" hangingPunct="1">
        <a:spcBef>
          <a:spcPct val="0"/>
        </a:spcBef>
        <a:spcAft>
          <a:spcPct val="0"/>
        </a:spcAft>
        <a:defRPr sz="3200" b="1">
          <a:solidFill>
            <a:schemeClr val="bg1"/>
          </a:solidFill>
          <a:latin typeface="Verdana" pitchFamily="34" charset="0"/>
        </a:defRPr>
      </a:lvl9pPr>
    </p:titleStyle>
    <p:bodyStyle>
      <a:lvl1pPr marL="363538" indent="-363538" algn="l" rtl="0" eaLnBrk="0" fontAlgn="base" hangingPunct="0">
        <a:spcBef>
          <a:spcPct val="20000"/>
        </a:spcBef>
        <a:spcAft>
          <a:spcPct val="0"/>
        </a:spcAft>
        <a:buClr>
          <a:srgbClr val="00607A"/>
        </a:buClr>
        <a:buFont typeface="Wingdings" pitchFamily="2" charset="2"/>
        <a:buChar char="l"/>
        <a:defRPr sz="3200">
          <a:solidFill>
            <a:srgbClr val="00607A"/>
          </a:solidFill>
          <a:latin typeface="+mn-lt"/>
          <a:ea typeface="+mn-ea"/>
          <a:cs typeface="+mn-cs"/>
        </a:defRPr>
      </a:lvl1pPr>
      <a:lvl2pPr marL="715963" indent="-352425" algn="l" rtl="0" eaLnBrk="0" fontAlgn="base" hangingPunct="0">
        <a:spcBef>
          <a:spcPct val="20000"/>
        </a:spcBef>
        <a:spcAft>
          <a:spcPct val="0"/>
        </a:spcAft>
        <a:buClr>
          <a:srgbClr val="00607A"/>
        </a:buClr>
        <a:buFont typeface="Wingdings" pitchFamily="2" charset="2"/>
        <a:buChar char="n"/>
        <a:defRPr sz="2800">
          <a:solidFill>
            <a:srgbClr val="00607A"/>
          </a:solidFill>
          <a:latin typeface="+mn-lt"/>
        </a:defRPr>
      </a:lvl2pPr>
      <a:lvl3pPr marL="1079500" indent="-363538" algn="l" rtl="0" eaLnBrk="0" fontAlgn="base" hangingPunct="0">
        <a:spcBef>
          <a:spcPct val="20000"/>
        </a:spcBef>
        <a:spcAft>
          <a:spcPct val="0"/>
        </a:spcAft>
        <a:buClr>
          <a:srgbClr val="00607A"/>
        </a:buClr>
        <a:buFont typeface="Wingdings" pitchFamily="2" charset="2"/>
        <a:buChar char="u"/>
        <a:defRPr sz="2400">
          <a:solidFill>
            <a:srgbClr val="00607A"/>
          </a:solidFill>
          <a:latin typeface="+mn-lt"/>
        </a:defRPr>
      </a:lvl3pPr>
      <a:lvl4pPr marL="1431925" indent="-352425" algn="l" rtl="0" eaLnBrk="0" fontAlgn="base" hangingPunct="0">
        <a:spcBef>
          <a:spcPct val="20000"/>
        </a:spcBef>
        <a:spcAft>
          <a:spcPct val="0"/>
        </a:spcAft>
        <a:buChar char="–"/>
        <a:defRPr sz="2000">
          <a:solidFill>
            <a:srgbClr val="00607A"/>
          </a:solidFill>
          <a:latin typeface="+mn-lt"/>
        </a:defRPr>
      </a:lvl4pPr>
      <a:lvl5pPr marL="1795463" indent="-363538" algn="l" rtl="0" eaLnBrk="0" fontAlgn="base" hangingPunct="0">
        <a:spcBef>
          <a:spcPct val="20000"/>
        </a:spcBef>
        <a:spcAft>
          <a:spcPct val="0"/>
        </a:spcAft>
        <a:buFont typeface="Wingdings" pitchFamily="2" charset="2"/>
        <a:buChar char="ü"/>
        <a:defRPr sz="2000">
          <a:solidFill>
            <a:srgbClr val="00607A"/>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xml"/><Relationship Id="rId1" Type="http://schemas.openxmlformats.org/officeDocument/2006/relationships/vmlDrawing" Target="../drawings/vmlDrawing1.vml"/><Relationship Id="rId6" Type="http://schemas.openxmlformats.org/officeDocument/2006/relationships/image" Target="../media/image4.emf"/><Relationship Id="rId5" Type="http://schemas.openxmlformats.org/officeDocument/2006/relationships/oleObject" Target="../embeddings/oleObject1.bin"/><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5.emf"/><Relationship Id="rId4" Type="http://schemas.openxmlformats.org/officeDocument/2006/relationships/oleObject" Target="../embeddings/oleObject2.bin"/></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vmlDrawing" Target="../drawings/vmlDrawing3.vml"/><Relationship Id="rId5" Type="http://schemas.openxmlformats.org/officeDocument/2006/relationships/image" Target="../media/image6.emf"/><Relationship Id="rId4" Type="http://schemas.openxmlformats.org/officeDocument/2006/relationships/oleObject" Target="../embeddings/oleObject3.bin"/></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vmlDrawing" Target="../drawings/vmlDrawing4.vml"/><Relationship Id="rId5" Type="http://schemas.openxmlformats.org/officeDocument/2006/relationships/image" Target="../media/image7.emf"/><Relationship Id="rId4" Type="http://schemas.openxmlformats.org/officeDocument/2006/relationships/oleObject" Target="../embeddings/oleObject4.bin"/></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vmlDrawing" Target="../drawings/vmlDrawing5.vml"/><Relationship Id="rId5" Type="http://schemas.openxmlformats.org/officeDocument/2006/relationships/image" Target="../media/image8.emf"/><Relationship Id="rId4" Type="http://schemas.openxmlformats.org/officeDocument/2006/relationships/oleObject" Target="../embeddings/oleObject5.bin"/></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vmlDrawing" Target="../drawings/vmlDrawing6.vml"/><Relationship Id="rId5" Type="http://schemas.openxmlformats.org/officeDocument/2006/relationships/image" Target="../media/image9.emf"/><Relationship Id="rId4" Type="http://schemas.openxmlformats.org/officeDocument/2006/relationships/oleObject" Target="../embeddings/oleObject6.bin"/></Relationships>
</file>

<file path=ppt/slides/_rels/slide2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vmlDrawing" Target="../drawings/vmlDrawing7.vml"/><Relationship Id="rId5" Type="http://schemas.openxmlformats.org/officeDocument/2006/relationships/image" Target="../media/image11.emf"/><Relationship Id="rId4" Type="http://schemas.openxmlformats.org/officeDocument/2006/relationships/oleObject" Target="../embeddings/oleObject7.bin"/></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vmlDrawing" Target="../drawings/vmlDrawing8.vml"/><Relationship Id="rId5" Type="http://schemas.openxmlformats.org/officeDocument/2006/relationships/image" Target="../media/image13.emf"/><Relationship Id="rId4" Type="http://schemas.openxmlformats.org/officeDocument/2006/relationships/oleObject" Target="../embeddings/oleObject8.bin"/></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3"/>
          <p:cNvSpPr>
            <a:spLocks noGrp="1" noChangeArrowheads="1"/>
          </p:cNvSpPr>
          <p:nvPr>
            <p:ph type="subTitle" idx="1"/>
          </p:nvPr>
        </p:nvSpPr>
        <p:spPr>
          <a:xfrm>
            <a:off x="1403350" y="5589588"/>
            <a:ext cx="6553200" cy="1268412"/>
          </a:xfrm>
        </p:spPr>
        <p:txBody>
          <a:bodyPr/>
          <a:lstStyle/>
          <a:p>
            <a:pPr eaLnBrk="1" hangingPunct="1"/>
            <a:r>
              <a:rPr lang="en-US" altLang="zh-CN" sz="2000">
                <a:solidFill>
                  <a:srgbClr val="595959"/>
                </a:solidFill>
                <a:ea typeface="宋体" charset="-122"/>
              </a:rPr>
              <a:t>Software Institute</a:t>
            </a:r>
          </a:p>
          <a:p>
            <a:pPr eaLnBrk="1" hangingPunct="1"/>
            <a:r>
              <a:rPr lang="en-US" altLang="zh-CN" sz="2000">
                <a:solidFill>
                  <a:srgbClr val="595959"/>
                </a:solidFill>
                <a:ea typeface="宋体" charset="-122"/>
              </a:rPr>
              <a:t>Nanjing University</a:t>
            </a:r>
          </a:p>
          <a:p>
            <a:pPr eaLnBrk="1" hangingPunct="1"/>
            <a:r>
              <a:rPr lang="en-US" altLang="zh-CN" sz="2000">
                <a:solidFill>
                  <a:srgbClr val="595959"/>
                </a:solidFill>
                <a:ea typeface="宋体" charset="-122"/>
              </a:rPr>
              <a:t>Bei Jia</a:t>
            </a:r>
          </a:p>
        </p:txBody>
      </p:sp>
      <p:sp>
        <p:nvSpPr>
          <p:cNvPr id="3075" name="Rectangle 2"/>
          <p:cNvSpPr>
            <a:spLocks noGrp="1" noChangeArrowheads="1"/>
          </p:cNvSpPr>
          <p:nvPr>
            <p:ph type="ctrTitle" sz="quarter"/>
          </p:nvPr>
        </p:nvSpPr>
        <p:spPr>
          <a:xfrm>
            <a:off x="0" y="4076700"/>
            <a:ext cx="9144000" cy="1223963"/>
          </a:xfrm>
          <a:gradFill rotWithShape="0"/>
        </p:spPr>
        <p:txBody>
          <a:bodyPr/>
          <a:lstStyle/>
          <a:p>
            <a:pPr eaLnBrk="1" hangingPunct="1">
              <a:lnSpc>
                <a:spcPct val="125000"/>
              </a:lnSpc>
            </a:pPr>
            <a:r>
              <a:rPr lang="en-US" altLang="zh-CN" sz="3200" dirty="0">
                <a:ea typeface="宋体" charset="-122"/>
              </a:rPr>
              <a:t>Service-Oriented Architecture</a:t>
            </a:r>
            <a:br>
              <a:rPr lang="en-US" altLang="zh-CN" sz="2000" dirty="0">
                <a:solidFill>
                  <a:srgbClr val="FFFFFF"/>
                </a:solidFill>
                <a:ea typeface="宋体" charset="-122"/>
              </a:rPr>
            </a:br>
            <a:r>
              <a:rPr lang="en-US" altLang="zh-CN" sz="2000" dirty="0"/>
              <a:t>Service-Oriented Software Engineering</a:t>
            </a:r>
            <a:endParaRPr lang="en-US" altLang="zh-CN" sz="2000" dirty="0">
              <a:ea typeface="宋体" charset="-122"/>
            </a:endParaRPr>
          </a:p>
        </p:txBody>
      </p:sp>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p:txBody>
          <a:bodyPr>
            <a:noAutofit/>
          </a:bodyPr>
          <a:lstStyle/>
          <a:p>
            <a:pPr eaLnBrk="1" hangingPunct="1">
              <a:defRPr/>
            </a:pPr>
            <a:r>
              <a:rPr lang="en-US" altLang="zh-CN" sz="2800" dirty="0"/>
              <a:t>Concept of Service-Oriented Architecture (SOA)</a:t>
            </a:r>
          </a:p>
        </p:txBody>
      </p:sp>
      <p:sp>
        <p:nvSpPr>
          <p:cNvPr id="3" name="Rectangle 3"/>
          <p:cNvSpPr>
            <a:spLocks noGrp="1" noChangeArrowheads="1"/>
          </p:cNvSpPr>
          <p:nvPr>
            <p:ph idx="1"/>
          </p:nvPr>
        </p:nvSpPr>
        <p:spPr/>
        <p:txBody>
          <a:bodyPr>
            <a:normAutofit fontScale="85000" lnSpcReduction="20000"/>
          </a:bodyPr>
          <a:lstStyle/>
          <a:p>
            <a:pPr eaLnBrk="1" hangingPunct="1">
              <a:lnSpc>
                <a:spcPct val="110000"/>
              </a:lnSpc>
            </a:pPr>
            <a:r>
              <a:rPr lang="en-US" altLang="zh-CN" sz="2800" dirty="0">
                <a:ea typeface="宋体" charset="-122"/>
              </a:rPr>
              <a:t>It is the fundamental architectural model that supports the overall paradigm of Services Computing from architecture perspective</a:t>
            </a:r>
          </a:p>
          <a:p>
            <a:pPr eaLnBrk="1" hangingPunct="1">
              <a:lnSpc>
                <a:spcPct val="110000"/>
              </a:lnSpc>
            </a:pPr>
            <a:r>
              <a:rPr lang="en-US" altLang="zh-CN" sz="2800" dirty="0">
                <a:ea typeface="宋体" charset="-122"/>
              </a:rPr>
              <a:t>SOA is a business-IT-aligned approach in which applications rely on available services to facilitate business processes</a:t>
            </a:r>
          </a:p>
          <a:p>
            <a:pPr eaLnBrk="1" hangingPunct="1">
              <a:lnSpc>
                <a:spcPct val="110000"/>
              </a:lnSpc>
            </a:pPr>
            <a:r>
              <a:rPr lang="en-US" altLang="zh-CN" sz="2800" dirty="0">
                <a:ea typeface="宋体" charset="-122"/>
              </a:rPr>
              <a:t>A service is a self-contained reusable software component provided by a service provider and consumed by service requestors</a:t>
            </a:r>
          </a:p>
          <a:p>
            <a:pPr eaLnBrk="1" hangingPunct="1">
              <a:lnSpc>
                <a:spcPct val="110000"/>
              </a:lnSpc>
            </a:pPr>
            <a:r>
              <a:rPr lang="en-US" altLang="zh-CN" sz="2800" dirty="0">
                <a:ea typeface="宋体" charset="-122"/>
              </a:rPr>
              <a:t>Implementing SOA mainly involves</a:t>
            </a:r>
          </a:p>
          <a:p>
            <a:pPr lvl="1" eaLnBrk="1" hangingPunct="1">
              <a:lnSpc>
                <a:spcPct val="110000"/>
              </a:lnSpc>
            </a:pPr>
            <a:r>
              <a:rPr lang="en-US" altLang="zh-CN" sz="2400" dirty="0">
                <a:ea typeface="宋体" charset="-122"/>
              </a:rPr>
              <a:t>componentizing enterprise and/or </a:t>
            </a:r>
          </a:p>
          <a:p>
            <a:pPr lvl="1" eaLnBrk="1" hangingPunct="1">
              <a:lnSpc>
                <a:spcPct val="110000"/>
              </a:lnSpc>
            </a:pPr>
            <a:r>
              <a:rPr lang="en-US" altLang="zh-CN" sz="2400" dirty="0">
                <a:ea typeface="宋体" charset="-122"/>
              </a:rPr>
              <a:t>developing applications that use services	</a:t>
            </a:r>
          </a:p>
          <a:p>
            <a:pPr lvl="1" eaLnBrk="1" hangingPunct="1">
              <a:lnSpc>
                <a:spcPct val="110000"/>
              </a:lnSpc>
            </a:pPr>
            <a:r>
              <a:rPr lang="en-US" altLang="zh-CN" sz="2400" dirty="0">
                <a:ea typeface="宋体" charset="-122"/>
              </a:rPr>
              <a:t>making applications available as services for other applications to use</a:t>
            </a:r>
          </a:p>
          <a:p>
            <a:pPr lvl="1" eaLnBrk="1" hangingPunct="1">
              <a:lnSpc>
                <a:spcPct val="110000"/>
              </a:lnSpc>
            </a:pPr>
            <a:r>
              <a:rPr lang="en-US" altLang="zh-CN" sz="2400" dirty="0">
                <a:ea typeface="宋体" charset="-122"/>
              </a:rPr>
              <a:t>and so on</a:t>
            </a:r>
          </a:p>
        </p:txBody>
      </p:sp>
      <p:sp>
        <p:nvSpPr>
          <p:cNvPr id="4100" name="灯片编号占位符 5"/>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8B23DB07-8919-43E2-BA92-6EE432E00412}" type="slidenum">
              <a:rPr lang="en-US" altLang="zh-CN" smtClean="0"/>
              <a:pPr eaLnBrk="1" hangingPunct="1"/>
              <a:t>2</a:t>
            </a:fld>
            <a:endParaRPr lang="en-US" altLang="zh-CN"/>
          </a:p>
        </p:txBody>
      </p:sp>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pPr eaLnBrk="1" hangingPunct="1"/>
            <a:r>
              <a:rPr lang="en-US" altLang="zh-CN">
                <a:ea typeface="宋体" charset="-122"/>
              </a:rPr>
              <a:t>Triangular SOA Operation Model</a:t>
            </a:r>
          </a:p>
        </p:txBody>
      </p:sp>
      <p:graphicFrame>
        <p:nvGraphicFramePr>
          <p:cNvPr id="5123" name="Object 4"/>
          <p:cNvGraphicFramePr>
            <a:graphicFrameLocks noGrp="1" noChangeAspect="1"/>
          </p:cNvGraphicFramePr>
          <p:nvPr>
            <p:ph idx="1"/>
          </p:nvPr>
        </p:nvGraphicFramePr>
        <p:xfrm>
          <a:off x="2195513" y="1773238"/>
          <a:ext cx="4537075" cy="4397375"/>
        </p:xfrm>
        <a:graphic>
          <a:graphicData uri="http://schemas.openxmlformats.org/presentationml/2006/ole">
            <mc:AlternateContent xmlns:mc="http://schemas.openxmlformats.org/markup-compatibility/2006">
              <mc:Choice xmlns:v="urn:schemas-microsoft-com:vml" Requires="v">
                <p:oleObj spid="_x0000_s5162" name="Visio" r:id="rId5" imgW="4537671" imgH="4397433" progId="Visio.Drawing.11">
                  <p:embed/>
                </p:oleObj>
              </mc:Choice>
              <mc:Fallback>
                <p:oleObj name="Visio" r:id="rId5" imgW="4537671" imgH="4397433" progId="Visio.Drawing.11">
                  <p:embed/>
                  <p:pic>
                    <p:nvPicPr>
                      <p:cNvPr id="0" name="Object 4"/>
                      <p:cNvPicPr>
                        <a:picLocks noGrp="1"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95513" y="1773238"/>
                        <a:ext cx="4537075" cy="4397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124" name="灯片编号占位符 5"/>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27D99DCC-8E12-4605-A332-EED675EF0899}" type="slidenum">
              <a:rPr lang="en-US" altLang="zh-CN" smtClean="0"/>
              <a:pPr eaLnBrk="1" hangingPunct="1"/>
              <a:t>3</a:t>
            </a:fld>
            <a:endParaRPr lang="en-US" altLang="zh-CN"/>
          </a:p>
        </p:txBody>
      </p:sp>
      <p:sp>
        <p:nvSpPr>
          <p:cNvPr id="335878" name="Line 6"/>
          <p:cNvSpPr>
            <a:spLocks noChangeShapeType="1"/>
          </p:cNvSpPr>
          <p:nvPr/>
        </p:nvSpPr>
        <p:spPr bwMode="auto">
          <a:xfrm flipH="1">
            <a:off x="5148263" y="3644900"/>
            <a:ext cx="1944687" cy="936625"/>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35879" name="Text Box 7"/>
          <p:cNvSpPr txBox="1">
            <a:spLocks noChangeArrowheads="1"/>
          </p:cNvSpPr>
          <p:nvPr/>
        </p:nvSpPr>
        <p:spPr bwMode="auto">
          <a:xfrm>
            <a:off x="5867400" y="3284538"/>
            <a:ext cx="230346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spcBef>
                <a:spcPct val="50000"/>
              </a:spcBef>
            </a:pPr>
            <a:r>
              <a:rPr lang="en-US" altLang="zh-CN"/>
              <a:t>Publishing interface</a:t>
            </a:r>
          </a:p>
        </p:txBody>
      </p:sp>
      <p:sp>
        <p:nvSpPr>
          <p:cNvPr id="335883" name="Line 11"/>
          <p:cNvSpPr>
            <a:spLocks noChangeShapeType="1"/>
          </p:cNvSpPr>
          <p:nvPr/>
        </p:nvSpPr>
        <p:spPr bwMode="auto">
          <a:xfrm>
            <a:off x="2411413" y="3573463"/>
            <a:ext cx="1512887" cy="1150937"/>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35884" name="Text Box 12"/>
          <p:cNvSpPr txBox="1">
            <a:spLocks noChangeArrowheads="1"/>
          </p:cNvSpPr>
          <p:nvPr/>
        </p:nvSpPr>
        <p:spPr bwMode="auto">
          <a:xfrm>
            <a:off x="1187450" y="3213100"/>
            <a:ext cx="230346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spcBef>
                <a:spcPct val="50000"/>
              </a:spcBef>
            </a:pPr>
            <a:r>
              <a:rPr lang="en-US" altLang="zh-CN"/>
              <a:t>Query interface</a:t>
            </a:r>
          </a:p>
        </p:txBody>
      </p:sp>
    </p:spTree>
    <p:custDataLst>
      <p:tags r:id="rId2"/>
    </p:custData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35878"/>
                                        </p:tgtEl>
                                        <p:attrNameLst>
                                          <p:attrName>style.visibility</p:attrName>
                                        </p:attrNameLst>
                                      </p:cBhvr>
                                      <p:to>
                                        <p:strVal val="visible"/>
                                      </p:to>
                                    </p:set>
                                    <p:animEffect transition="in" filter="blinds(horizontal)">
                                      <p:cBhvr>
                                        <p:cTn id="7" dur="500"/>
                                        <p:tgtEl>
                                          <p:spTgt spid="335878"/>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335879"/>
                                        </p:tgtEl>
                                        <p:attrNameLst>
                                          <p:attrName>style.visibility</p:attrName>
                                        </p:attrNameLst>
                                      </p:cBhvr>
                                      <p:to>
                                        <p:strVal val="visible"/>
                                      </p:to>
                                    </p:set>
                                    <p:animEffect transition="in" filter="blinds(horizontal)">
                                      <p:cBhvr>
                                        <p:cTn id="10" dur="500"/>
                                        <p:tgtEl>
                                          <p:spTgt spid="335879"/>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335883"/>
                                        </p:tgtEl>
                                        <p:attrNameLst>
                                          <p:attrName>style.visibility</p:attrName>
                                        </p:attrNameLst>
                                      </p:cBhvr>
                                      <p:to>
                                        <p:strVal val="visible"/>
                                      </p:to>
                                    </p:set>
                                    <p:animEffect transition="in" filter="blinds(horizontal)">
                                      <p:cBhvr>
                                        <p:cTn id="15" dur="500"/>
                                        <p:tgtEl>
                                          <p:spTgt spid="335883"/>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335884"/>
                                        </p:tgtEl>
                                        <p:attrNameLst>
                                          <p:attrName>style.visibility</p:attrName>
                                        </p:attrNameLst>
                                      </p:cBhvr>
                                      <p:to>
                                        <p:strVal val="visible"/>
                                      </p:to>
                                    </p:set>
                                    <p:animEffect transition="in" filter="blinds(horizontal)">
                                      <p:cBhvr>
                                        <p:cTn id="18" dur="500"/>
                                        <p:tgtEl>
                                          <p:spTgt spid="3358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5878" grpId="0" animBg="1"/>
      <p:bldP spid="335879" grpId="0"/>
      <p:bldP spid="335883" grpId="0" animBg="1"/>
      <p:bldP spid="33588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标题 1"/>
          <p:cNvSpPr>
            <a:spLocks noGrp="1"/>
          </p:cNvSpPr>
          <p:nvPr>
            <p:ph type="title"/>
          </p:nvPr>
        </p:nvSpPr>
        <p:spPr/>
        <p:txBody>
          <a:bodyPr/>
          <a:lstStyle/>
          <a:p>
            <a:pPr eaLnBrk="1" hangingPunct="1"/>
            <a:r>
              <a:rPr lang="en-US" altLang="zh-CN">
                <a:ea typeface="宋体" charset="-122"/>
              </a:rPr>
              <a:t>Benefit of SOA</a:t>
            </a:r>
            <a:endParaRPr lang="zh-CN" altLang="en-US">
              <a:ea typeface="宋体" charset="-122"/>
            </a:endParaRPr>
          </a:p>
        </p:txBody>
      </p:sp>
      <p:sp>
        <p:nvSpPr>
          <p:cNvPr id="6147" name="内容占位符 2"/>
          <p:cNvSpPr>
            <a:spLocks noGrp="1"/>
          </p:cNvSpPr>
          <p:nvPr>
            <p:ph idx="1"/>
          </p:nvPr>
        </p:nvSpPr>
        <p:spPr/>
        <p:txBody>
          <a:bodyPr/>
          <a:lstStyle/>
          <a:p>
            <a:pPr eaLnBrk="1" hangingPunct="1">
              <a:lnSpc>
                <a:spcPct val="90000"/>
              </a:lnSpc>
            </a:pPr>
            <a:r>
              <a:rPr lang="en-US" altLang="zh-CN" sz="3000">
                <a:ea typeface="宋体" charset="-122"/>
              </a:rPr>
              <a:t>From IT view</a:t>
            </a:r>
          </a:p>
          <a:p>
            <a:pPr lvl="1" eaLnBrk="1" hangingPunct="1">
              <a:lnSpc>
                <a:spcPct val="90000"/>
              </a:lnSpc>
            </a:pPr>
            <a:r>
              <a:rPr lang="zh-CN" altLang="en-US" sz="2600">
                <a:latin typeface="Arial" charset="0"/>
                <a:ea typeface="宋体" charset="-122"/>
              </a:rPr>
              <a:t>松耦合，消除假依赖 </a:t>
            </a:r>
            <a:r>
              <a:rPr lang="en-US" altLang="zh-CN" sz="2600">
                <a:latin typeface="Arial" charset="0"/>
                <a:ea typeface="宋体" charset="-122"/>
              </a:rPr>
              <a:t>—— </a:t>
            </a:r>
            <a:r>
              <a:rPr lang="zh-CN" altLang="en-US" sz="2600">
                <a:latin typeface="Arial" charset="0"/>
                <a:ea typeface="宋体" charset="-122"/>
              </a:rPr>
              <a:t>复用</a:t>
            </a:r>
            <a:endParaRPr lang="en-US" altLang="zh-CN" sz="2600">
              <a:latin typeface="Arial" charset="0"/>
              <a:ea typeface="宋体" charset="-122"/>
            </a:endParaRPr>
          </a:p>
          <a:p>
            <a:pPr lvl="2" eaLnBrk="1" hangingPunct="1">
              <a:lnSpc>
                <a:spcPct val="90000"/>
              </a:lnSpc>
            </a:pPr>
            <a:r>
              <a:rPr lang="zh-CN" altLang="en-US" sz="2200">
                <a:latin typeface="Arial" charset="0"/>
                <a:ea typeface="宋体" charset="-122"/>
              </a:rPr>
              <a:t>语言、平台和厂商中立</a:t>
            </a:r>
            <a:r>
              <a:rPr lang="en-US" altLang="zh-CN" sz="2200">
                <a:latin typeface="Arial" charset="0"/>
                <a:ea typeface="宋体" charset="-122"/>
              </a:rPr>
              <a:t>	</a:t>
            </a:r>
          </a:p>
          <a:p>
            <a:pPr lvl="2" eaLnBrk="1" hangingPunct="1">
              <a:lnSpc>
                <a:spcPct val="90000"/>
              </a:lnSpc>
            </a:pPr>
            <a:r>
              <a:rPr lang="zh-CN" altLang="en-US" sz="2200">
                <a:latin typeface="Arial" charset="0"/>
                <a:ea typeface="宋体" charset="-122"/>
              </a:rPr>
              <a:t>消除时间依赖</a:t>
            </a:r>
            <a:endParaRPr lang="en-US" altLang="zh-CN" sz="2200">
              <a:latin typeface="Arial" charset="0"/>
              <a:ea typeface="宋体" charset="-122"/>
            </a:endParaRPr>
          </a:p>
          <a:p>
            <a:pPr lvl="2" eaLnBrk="1" hangingPunct="1">
              <a:lnSpc>
                <a:spcPct val="90000"/>
              </a:lnSpc>
            </a:pPr>
            <a:r>
              <a:rPr lang="zh-CN" altLang="en-US" sz="2200">
                <a:latin typeface="Arial" charset="0"/>
                <a:ea typeface="宋体" charset="-122"/>
              </a:rPr>
              <a:t>消除访问地址依赖</a:t>
            </a:r>
            <a:endParaRPr lang="en-US" altLang="zh-CN" sz="2200">
              <a:latin typeface="Arial" charset="0"/>
              <a:ea typeface="宋体" charset="-122"/>
            </a:endParaRPr>
          </a:p>
          <a:p>
            <a:pPr lvl="2" eaLnBrk="1" hangingPunct="1">
              <a:lnSpc>
                <a:spcPct val="90000"/>
              </a:lnSpc>
            </a:pPr>
            <a:r>
              <a:rPr lang="zh-CN" altLang="en-US" sz="2200">
                <a:latin typeface="Arial" charset="0"/>
                <a:ea typeface="宋体" charset="-122"/>
              </a:rPr>
              <a:t>消除访问协议依赖</a:t>
            </a:r>
            <a:endParaRPr lang="en-US" altLang="zh-CN" sz="2200">
              <a:latin typeface="Arial" charset="0"/>
              <a:ea typeface="宋体" charset="-122"/>
            </a:endParaRPr>
          </a:p>
          <a:p>
            <a:pPr lvl="1" eaLnBrk="1" hangingPunct="1">
              <a:lnSpc>
                <a:spcPct val="90000"/>
              </a:lnSpc>
            </a:pPr>
            <a:r>
              <a:rPr lang="zh-CN" altLang="en-US" sz="2600">
                <a:latin typeface="Arial" charset="0"/>
                <a:ea typeface="宋体" charset="-122"/>
              </a:rPr>
              <a:t>服务间接寻址 </a:t>
            </a:r>
            <a:r>
              <a:rPr lang="en-US" altLang="zh-CN" sz="2600">
                <a:latin typeface="Arial" charset="0"/>
                <a:ea typeface="宋体" charset="-122"/>
              </a:rPr>
              <a:t>—— </a:t>
            </a:r>
            <a:r>
              <a:rPr lang="zh-CN" altLang="en-US" sz="2600">
                <a:latin typeface="Arial" charset="0"/>
                <a:ea typeface="宋体" charset="-122"/>
              </a:rPr>
              <a:t>灵活</a:t>
            </a:r>
            <a:endParaRPr lang="en-US" altLang="zh-CN" sz="2600">
              <a:latin typeface="Arial" charset="0"/>
              <a:ea typeface="宋体" charset="-122"/>
            </a:endParaRPr>
          </a:p>
          <a:p>
            <a:pPr eaLnBrk="1" hangingPunct="1">
              <a:lnSpc>
                <a:spcPct val="90000"/>
              </a:lnSpc>
            </a:pPr>
            <a:r>
              <a:rPr lang="en-US" altLang="zh-CN" sz="3000">
                <a:ea typeface="宋体" charset="-122"/>
              </a:rPr>
              <a:t>From Business view</a:t>
            </a:r>
          </a:p>
          <a:p>
            <a:pPr lvl="1" eaLnBrk="1" hangingPunct="1">
              <a:lnSpc>
                <a:spcPct val="90000"/>
              </a:lnSpc>
            </a:pPr>
            <a:r>
              <a:rPr lang="zh-CN" altLang="en-US" sz="2600">
                <a:latin typeface="Arial" charset="0"/>
                <a:ea typeface="宋体" charset="-122"/>
              </a:rPr>
              <a:t>保护企业投资，提升现有</a:t>
            </a:r>
            <a:r>
              <a:rPr lang="en-US" altLang="zh-CN" sz="2600">
                <a:latin typeface="Arial" charset="0"/>
                <a:ea typeface="宋体" charset="-122"/>
              </a:rPr>
              <a:t>IT</a:t>
            </a:r>
            <a:r>
              <a:rPr lang="zh-CN" altLang="en-US" sz="2600">
                <a:latin typeface="Arial" charset="0"/>
                <a:ea typeface="宋体" charset="-122"/>
              </a:rPr>
              <a:t>资源的作用，促进</a:t>
            </a:r>
            <a:r>
              <a:rPr lang="en-US" altLang="zh-CN" sz="2600">
                <a:latin typeface="Arial" charset="0"/>
                <a:ea typeface="宋体" charset="-122"/>
              </a:rPr>
              <a:t>IT</a:t>
            </a:r>
            <a:r>
              <a:rPr lang="zh-CN" altLang="en-US" sz="2600">
                <a:latin typeface="Arial" charset="0"/>
                <a:ea typeface="宋体" charset="-122"/>
              </a:rPr>
              <a:t>资源的复用</a:t>
            </a:r>
            <a:endParaRPr lang="en-US" altLang="zh-CN" sz="2600">
              <a:latin typeface="Arial" charset="0"/>
              <a:ea typeface="宋体" charset="-122"/>
            </a:endParaRPr>
          </a:p>
          <a:p>
            <a:pPr lvl="1" eaLnBrk="1" hangingPunct="1">
              <a:lnSpc>
                <a:spcPct val="90000"/>
              </a:lnSpc>
            </a:pPr>
            <a:r>
              <a:rPr lang="zh-CN" altLang="en-US" sz="2600">
                <a:latin typeface="Arial" charset="0"/>
                <a:ea typeface="宋体" charset="-122"/>
              </a:rPr>
              <a:t>提高企业灵敏度</a:t>
            </a:r>
            <a:endParaRPr lang="en-US" altLang="zh-CN" sz="2600">
              <a:latin typeface="Arial" charset="0"/>
              <a:ea typeface="宋体" charset="-122"/>
            </a:endParaRPr>
          </a:p>
          <a:p>
            <a:pPr lvl="1" eaLnBrk="1" hangingPunct="1">
              <a:lnSpc>
                <a:spcPct val="90000"/>
              </a:lnSpc>
            </a:pPr>
            <a:r>
              <a:rPr lang="zh-CN" altLang="en-US" sz="2600">
                <a:latin typeface="Arial" charset="0"/>
                <a:ea typeface="宋体" charset="-122"/>
              </a:rPr>
              <a:t>支持企业外包管理模式</a:t>
            </a:r>
            <a:endParaRPr lang="en-US" altLang="zh-CN" sz="2600">
              <a:latin typeface="Arial" charset="0"/>
              <a:ea typeface="宋体" charset="-122"/>
            </a:endParaRPr>
          </a:p>
        </p:txBody>
      </p:sp>
      <p:sp>
        <p:nvSpPr>
          <p:cNvPr id="6148" name="灯片编号占位符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D4B81A72-C730-491B-9D78-CB9F3E2C3FD4}" type="slidenum">
              <a:rPr lang="en-US" altLang="zh-CN" smtClean="0"/>
              <a:pPr eaLnBrk="1" hangingPunct="1"/>
              <a:t>4</a:t>
            </a:fld>
            <a:endParaRPr lang="en-US" altLang="zh-CN"/>
          </a:p>
        </p:txBody>
      </p:sp>
    </p:spTree>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pPr eaLnBrk="1" hangingPunct="1"/>
            <a:r>
              <a:rPr lang="en-US" altLang="zh-CN">
                <a:ea typeface="宋体" charset="-122"/>
              </a:rPr>
              <a:t>Web Service-based SOA</a:t>
            </a:r>
          </a:p>
        </p:txBody>
      </p:sp>
      <p:sp>
        <p:nvSpPr>
          <p:cNvPr id="7171" name="Rectangle 3"/>
          <p:cNvSpPr>
            <a:spLocks noGrp="1" noChangeArrowheads="1"/>
          </p:cNvSpPr>
          <p:nvPr>
            <p:ph idx="1"/>
          </p:nvPr>
        </p:nvSpPr>
        <p:spPr/>
        <p:txBody>
          <a:bodyPr/>
          <a:lstStyle/>
          <a:p>
            <a:pPr eaLnBrk="1" hangingPunct="1"/>
            <a:r>
              <a:rPr lang="en-US" altLang="zh-CN" sz="2400" dirty="0">
                <a:ea typeface="宋体" charset="-122"/>
              </a:rPr>
              <a:t>SOA is a conceptual-level architectural model</a:t>
            </a:r>
          </a:p>
          <a:p>
            <a:pPr eaLnBrk="1" hangingPunct="1"/>
            <a:r>
              <a:rPr lang="en-US" altLang="zh-CN" sz="2400" dirty="0">
                <a:ea typeface="宋体" charset="-122"/>
              </a:rPr>
              <a:t>The Web Service can be used to realizes the SOA model</a:t>
            </a:r>
          </a:p>
          <a:p>
            <a:pPr eaLnBrk="1" hangingPunct="1"/>
            <a:endParaRPr lang="en-US" altLang="zh-CN" sz="2400" dirty="0">
              <a:ea typeface="宋体" charset="-122"/>
            </a:endParaRPr>
          </a:p>
          <a:p>
            <a:pPr eaLnBrk="1" hangingPunct="1"/>
            <a:endParaRPr lang="en-US" altLang="zh-CN" sz="2400" dirty="0">
              <a:ea typeface="宋体" charset="-122"/>
            </a:endParaRPr>
          </a:p>
          <a:p>
            <a:pPr eaLnBrk="1" hangingPunct="1"/>
            <a:endParaRPr lang="en-US" altLang="zh-CN" sz="2400" dirty="0">
              <a:ea typeface="宋体" charset="-122"/>
            </a:endParaRPr>
          </a:p>
          <a:p>
            <a:pPr eaLnBrk="1" hangingPunct="1"/>
            <a:endParaRPr lang="en-US" altLang="zh-CN" sz="2400" dirty="0">
              <a:ea typeface="宋体" charset="-122"/>
            </a:endParaRPr>
          </a:p>
          <a:p>
            <a:pPr eaLnBrk="1" hangingPunct="1"/>
            <a:endParaRPr lang="en-US" altLang="zh-CN" sz="2400" dirty="0">
              <a:ea typeface="宋体" charset="-122"/>
            </a:endParaRPr>
          </a:p>
          <a:p>
            <a:pPr eaLnBrk="1" hangingPunct="1">
              <a:buFont typeface="Wingdings" pitchFamily="2" charset="2"/>
              <a:buNone/>
            </a:pPr>
            <a:endParaRPr lang="en-US" altLang="zh-CN" sz="2400" dirty="0">
              <a:ea typeface="宋体" charset="-122"/>
            </a:endParaRPr>
          </a:p>
          <a:p>
            <a:pPr eaLnBrk="1" hangingPunct="1"/>
            <a:r>
              <a:rPr lang="en-US" altLang="zh-CN" sz="2400" dirty="0">
                <a:ea typeface="宋体" charset="-122"/>
              </a:rPr>
              <a:t>Other techs, component engineering and distributed objects, can also be used to realize the SOA model</a:t>
            </a:r>
          </a:p>
        </p:txBody>
      </p:sp>
      <p:sp>
        <p:nvSpPr>
          <p:cNvPr id="7172" name="灯片编号占位符 5"/>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AF47A2C7-01F0-4B82-991A-679756AF59CB}" type="slidenum">
              <a:rPr lang="en-US" altLang="zh-CN" smtClean="0"/>
              <a:pPr eaLnBrk="1" hangingPunct="1"/>
              <a:t>5</a:t>
            </a:fld>
            <a:endParaRPr lang="en-US" altLang="zh-CN"/>
          </a:p>
        </p:txBody>
      </p:sp>
      <p:graphicFrame>
        <p:nvGraphicFramePr>
          <p:cNvPr id="7173" name="Object 6"/>
          <p:cNvGraphicFramePr>
            <a:graphicFrameLocks noChangeAspect="1"/>
          </p:cNvGraphicFramePr>
          <p:nvPr>
            <p:extLst>
              <p:ext uri="{D42A27DB-BD31-4B8C-83A1-F6EECF244321}">
                <p14:modId xmlns:p14="http://schemas.microsoft.com/office/powerpoint/2010/main" val="3413053478"/>
              </p:ext>
            </p:extLst>
          </p:nvPr>
        </p:nvGraphicFramePr>
        <p:xfrm>
          <a:off x="2051720" y="2690812"/>
          <a:ext cx="4502150" cy="2071687"/>
        </p:xfrm>
        <a:graphic>
          <a:graphicData uri="http://schemas.openxmlformats.org/presentationml/2006/ole">
            <mc:AlternateContent xmlns:mc="http://schemas.openxmlformats.org/markup-compatibility/2006">
              <mc:Choice xmlns:v="urn:schemas-microsoft-com:vml" Requires="v">
                <p:oleObj spid="_x0000_s7207" name="Visio" r:id="rId4" imgW="4501782" imgH="2071947" progId="Visio.Drawing.11">
                  <p:embed/>
                </p:oleObj>
              </mc:Choice>
              <mc:Fallback>
                <p:oleObj name="Visio" r:id="rId4" imgW="4501782" imgH="2071947" progId="Visio.Drawing.11">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51720" y="2690812"/>
                        <a:ext cx="4502150" cy="2071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eaLnBrk="1" hangingPunct="1"/>
            <a:r>
              <a:rPr lang="en-US" altLang="zh-CN" dirty="0">
                <a:ea typeface="宋体" charset="-122"/>
              </a:rPr>
              <a:t>SOA on Bilateral View</a:t>
            </a:r>
          </a:p>
        </p:txBody>
      </p:sp>
      <p:sp>
        <p:nvSpPr>
          <p:cNvPr id="10243" name="Rectangle 3"/>
          <p:cNvSpPr>
            <a:spLocks noGrp="1" noChangeArrowheads="1"/>
          </p:cNvSpPr>
          <p:nvPr>
            <p:ph idx="1"/>
          </p:nvPr>
        </p:nvSpPr>
        <p:spPr/>
        <p:txBody>
          <a:bodyPr/>
          <a:lstStyle/>
          <a:p>
            <a:pPr eaLnBrk="1" hangingPunct="1">
              <a:lnSpc>
                <a:spcPct val="90000"/>
              </a:lnSpc>
            </a:pPr>
            <a:r>
              <a:rPr lang="en-US" altLang="zh-CN" dirty="0">
                <a:ea typeface="宋体" charset="-122"/>
              </a:rPr>
              <a:t>SOA offers essential guidance at various granularities: business level, process level, middleware level, and programming level. </a:t>
            </a:r>
          </a:p>
          <a:p>
            <a:pPr eaLnBrk="1" hangingPunct="1">
              <a:lnSpc>
                <a:spcPct val="90000"/>
              </a:lnSpc>
            </a:pPr>
            <a:r>
              <a:rPr lang="en-US" altLang="zh-CN" dirty="0">
                <a:ea typeface="宋体" charset="-122"/>
              </a:rPr>
              <a:t>At each level, SOA guides to decompose a big unit into smaller service-centered units in the top-down method, and guides to organize available small units into larger unites providing new services in the bottom-up method</a:t>
            </a:r>
          </a:p>
        </p:txBody>
      </p:sp>
      <p:sp>
        <p:nvSpPr>
          <p:cNvPr id="10244" name="灯片编号占位符 5"/>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6A14CD6E-CD2F-4A29-B9EE-9948DB9F542A}" type="slidenum">
              <a:rPr lang="en-US" altLang="zh-CN" smtClean="0"/>
              <a:pPr eaLnBrk="1" hangingPunct="1"/>
              <a:t>6</a:t>
            </a:fld>
            <a:endParaRPr lang="en-US" altLang="zh-CN"/>
          </a:p>
        </p:txBody>
      </p:sp>
    </p:spTree>
    <p:extLst>
      <p:ext uri="{BB962C8B-B14F-4D97-AF65-F5344CB8AC3E}">
        <p14:creationId xmlns:p14="http://schemas.microsoft.com/office/powerpoint/2010/main" val="2287197203"/>
      </p:ext>
    </p:extLst>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p:cNvSpPr>
            <a:spLocks noGrp="1" noChangeArrowheads="1"/>
          </p:cNvSpPr>
          <p:nvPr>
            <p:ph type="title"/>
          </p:nvPr>
        </p:nvSpPr>
        <p:spPr/>
        <p:txBody>
          <a:bodyPr>
            <a:normAutofit fontScale="90000"/>
          </a:bodyPr>
          <a:lstStyle/>
          <a:p>
            <a:pPr eaLnBrk="1" hangingPunct="1">
              <a:defRPr/>
            </a:pPr>
            <a:r>
              <a:rPr lang="en-US" altLang="zh-CN" sz="3400" dirty="0"/>
              <a:t>SOA: Bridging Business and IT Architecture</a:t>
            </a:r>
          </a:p>
        </p:txBody>
      </p:sp>
      <p:graphicFrame>
        <p:nvGraphicFramePr>
          <p:cNvPr id="3" name="Object 10"/>
          <p:cNvGraphicFramePr>
            <a:graphicFrameLocks noGrp="1" noChangeAspect="1"/>
          </p:cNvGraphicFramePr>
          <p:nvPr>
            <p:ph idx="1"/>
            <p:extLst>
              <p:ext uri="{D42A27DB-BD31-4B8C-83A1-F6EECF244321}">
                <p14:modId xmlns:p14="http://schemas.microsoft.com/office/powerpoint/2010/main" val="1512457870"/>
              </p:ext>
            </p:extLst>
          </p:nvPr>
        </p:nvGraphicFramePr>
        <p:xfrm>
          <a:off x="106363" y="1397000"/>
          <a:ext cx="8931275" cy="4929188"/>
        </p:xfrm>
        <a:graphic>
          <a:graphicData uri="http://schemas.openxmlformats.org/presentationml/2006/ole">
            <mc:AlternateContent xmlns:mc="http://schemas.openxmlformats.org/markup-compatibility/2006">
              <mc:Choice xmlns:v="urn:schemas-microsoft-com:vml" Requires="v">
                <p:oleObj spid="_x0000_s8230" name="Visio" r:id="rId4" imgW="11437585" imgH="6309360" progId="Visio.Drawing.11">
                  <p:embed/>
                </p:oleObj>
              </mc:Choice>
              <mc:Fallback>
                <p:oleObj name="Visio" r:id="rId4" imgW="11437585" imgH="6309360" progId="Visio.Drawing.11">
                  <p:embed/>
                  <p:pic>
                    <p:nvPicPr>
                      <p:cNvPr id="0" name="Object 10"/>
                      <p:cNvPicPr>
                        <a:picLocks noGrp="1" noChangeAspect="1" noChangeArrowheads="1"/>
                      </p:cNvPicPr>
                      <p:nvPr/>
                    </p:nvPicPr>
                    <p:blipFill>
                      <a:blip r:embed="rId5"/>
                      <a:srcRect/>
                      <a:stretch>
                        <a:fillRect/>
                      </a:stretch>
                    </p:blipFill>
                    <p:spPr bwMode="auto">
                      <a:xfrm>
                        <a:off x="106363" y="1397000"/>
                        <a:ext cx="8931275" cy="4929188"/>
                      </a:xfrm>
                      <a:prstGeom prst="rect">
                        <a:avLst/>
                      </a:prstGeom>
                      <a:noFill/>
                      <a:ln>
                        <a:noFill/>
                      </a:ln>
                    </p:spPr>
                  </p:pic>
                </p:oleObj>
              </mc:Fallback>
            </mc:AlternateContent>
          </a:graphicData>
        </a:graphic>
      </p:graphicFrame>
      <p:sp>
        <p:nvSpPr>
          <p:cNvPr id="8196" name="灯片编号占位符 5"/>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B6C39B1D-7FA6-4B9F-A644-BADEE8207025}" type="slidenum">
              <a:rPr lang="en-US" altLang="zh-CN" smtClean="0"/>
              <a:pPr eaLnBrk="1" hangingPunct="1"/>
              <a:t>7</a:t>
            </a:fld>
            <a:endParaRPr lang="en-US" altLang="zh-CN"/>
          </a:p>
        </p:txBody>
      </p:sp>
      <p:sp>
        <p:nvSpPr>
          <p:cNvPr id="5" name="Line 4"/>
          <p:cNvSpPr>
            <a:spLocks noChangeShapeType="1"/>
          </p:cNvSpPr>
          <p:nvPr/>
        </p:nvSpPr>
        <p:spPr bwMode="auto">
          <a:xfrm flipH="1">
            <a:off x="7596336" y="3422278"/>
            <a:ext cx="1" cy="1014834"/>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 name="Text Box 5"/>
          <p:cNvSpPr txBox="1">
            <a:spLocks noChangeArrowheads="1"/>
          </p:cNvSpPr>
          <p:nvPr/>
        </p:nvSpPr>
        <p:spPr bwMode="auto">
          <a:xfrm>
            <a:off x="6708775" y="2780928"/>
            <a:ext cx="205422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spcBef>
                <a:spcPct val="50000"/>
              </a:spcBef>
            </a:pPr>
            <a:r>
              <a:rPr lang="en-US" altLang="zh-CN" dirty="0"/>
              <a:t>Middleware &amp; programing level</a:t>
            </a:r>
          </a:p>
        </p:txBody>
      </p:sp>
      <p:sp>
        <p:nvSpPr>
          <p:cNvPr id="8" name="Line 4"/>
          <p:cNvSpPr>
            <a:spLocks noChangeShapeType="1"/>
          </p:cNvSpPr>
          <p:nvPr/>
        </p:nvSpPr>
        <p:spPr bwMode="auto">
          <a:xfrm flipH="1">
            <a:off x="5171529" y="1897189"/>
            <a:ext cx="1" cy="1014834"/>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 name="Text Box 5"/>
          <p:cNvSpPr txBox="1">
            <a:spLocks noChangeArrowheads="1"/>
          </p:cNvSpPr>
          <p:nvPr/>
        </p:nvSpPr>
        <p:spPr bwMode="auto">
          <a:xfrm>
            <a:off x="4283968" y="1527857"/>
            <a:ext cx="20542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spcBef>
                <a:spcPct val="50000"/>
              </a:spcBef>
            </a:pPr>
            <a:r>
              <a:rPr lang="en-US" altLang="zh-CN" dirty="0"/>
              <a:t>Process level</a:t>
            </a:r>
          </a:p>
        </p:txBody>
      </p:sp>
      <p:sp>
        <p:nvSpPr>
          <p:cNvPr id="10" name="Line 4"/>
          <p:cNvSpPr>
            <a:spLocks noChangeShapeType="1"/>
          </p:cNvSpPr>
          <p:nvPr/>
        </p:nvSpPr>
        <p:spPr bwMode="auto">
          <a:xfrm flipH="1" flipV="1">
            <a:off x="1403648" y="3422278"/>
            <a:ext cx="0" cy="1158850"/>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 name="Text Box 5"/>
          <p:cNvSpPr txBox="1">
            <a:spLocks noChangeArrowheads="1"/>
          </p:cNvSpPr>
          <p:nvPr/>
        </p:nvSpPr>
        <p:spPr bwMode="auto">
          <a:xfrm>
            <a:off x="539552" y="4581128"/>
            <a:ext cx="20542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spcBef>
                <a:spcPct val="50000"/>
              </a:spcBef>
            </a:pPr>
            <a:r>
              <a:rPr lang="en-US" altLang="zh-CN" dirty="0"/>
              <a:t>Business level</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blinds(horizontal)">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blinds(horizontal)">
                                      <p:cBhvr>
                                        <p:cTn id="15" dur="500"/>
                                        <p:tgtEl>
                                          <p:spTgt spid="9"/>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blinds(horizontal)">
                                      <p:cBhvr>
                                        <p:cTn id="18" dur="500"/>
                                        <p:tgtEl>
                                          <p:spTgt spid="8"/>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blinds(horizontal)">
                                      <p:cBhvr>
                                        <p:cTn id="23" dur="500"/>
                                        <p:tgtEl>
                                          <p:spTgt spid="11"/>
                                        </p:tgtEl>
                                      </p:cBhvr>
                                    </p:animEffect>
                                  </p:childTnLst>
                                </p:cTn>
                              </p:par>
                              <p:par>
                                <p:cTn id="24" presetID="3" presetClass="entr" presetSubtype="10" fill="hold" grpId="0"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blinds(horizontal)">
                                      <p:cBhvr>
                                        <p:cTn id="26"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8" grpId="0" animBg="1"/>
      <p:bldP spid="9" grpId="0"/>
      <p:bldP spid="10" grpId="0" animBg="1"/>
      <p:bldP spid="1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r>
              <a:rPr lang="en-US" altLang="zh-CN"/>
              <a:t>SOA at four levels (1/2)</a:t>
            </a:r>
            <a:endParaRPr lang="en-US" altLang="zh-CN" dirty="0"/>
          </a:p>
        </p:txBody>
      </p:sp>
      <p:sp>
        <p:nvSpPr>
          <p:cNvPr id="9220" name="Rectangle 3"/>
          <p:cNvSpPr>
            <a:spLocks noGrp="1" noChangeArrowheads="1"/>
          </p:cNvSpPr>
          <p:nvPr>
            <p:ph idx="1"/>
          </p:nvPr>
        </p:nvSpPr>
        <p:spPr/>
        <p:txBody>
          <a:bodyPr>
            <a:normAutofit fontScale="92500" lnSpcReduction="20000"/>
          </a:bodyPr>
          <a:lstStyle/>
          <a:p>
            <a:pPr>
              <a:lnSpc>
                <a:spcPct val="110000"/>
              </a:lnSpc>
            </a:pPr>
            <a:r>
              <a:rPr lang="en-US" altLang="zh-CN" dirty="0"/>
              <a:t>At the programming level, SOA can be used to guide low-level IT technologies</a:t>
            </a:r>
          </a:p>
          <a:p>
            <a:pPr lvl="1">
              <a:lnSpc>
                <a:spcPct val="110000"/>
              </a:lnSpc>
            </a:pPr>
            <a:r>
              <a:rPr lang="en-US" altLang="zh-CN" dirty="0"/>
              <a:t>Simple Object Access Protocol (SOAP)</a:t>
            </a:r>
          </a:p>
          <a:p>
            <a:pPr lvl="1">
              <a:lnSpc>
                <a:spcPct val="110000"/>
              </a:lnSpc>
            </a:pPr>
            <a:r>
              <a:rPr lang="en-US" altLang="zh-CN" dirty="0"/>
              <a:t>Binary SOAP messaging for data transportation</a:t>
            </a:r>
          </a:p>
          <a:p>
            <a:pPr lvl="1">
              <a:lnSpc>
                <a:spcPct val="110000"/>
              </a:lnSpc>
            </a:pPr>
            <a:r>
              <a:rPr lang="en-US" altLang="zh-CN" dirty="0"/>
              <a:t>Service Component Architecture (SCA, a programming model)</a:t>
            </a:r>
          </a:p>
          <a:p>
            <a:pPr>
              <a:lnSpc>
                <a:spcPct val="110000"/>
              </a:lnSpc>
            </a:pPr>
            <a:r>
              <a:rPr lang="en-US" altLang="zh-CN" dirty="0"/>
              <a:t>At the middleware level, SOA can be used to guide design and development of common product and open-source software</a:t>
            </a:r>
          </a:p>
          <a:p>
            <a:pPr lvl="1">
              <a:lnSpc>
                <a:spcPct val="110000"/>
              </a:lnSpc>
            </a:pPr>
            <a:r>
              <a:rPr lang="en-US" altLang="zh-CN" dirty="0"/>
              <a:t>Select from different models (e.g. single Enterprise Service Bus (ESB) or multiple ESBs, message-oriented or event-based infrastructure)</a:t>
            </a:r>
          </a:p>
        </p:txBody>
      </p:sp>
      <p:sp>
        <p:nvSpPr>
          <p:cNvPr id="3" name="灯片编号占位符 5"/>
          <p:cNvSpPr>
            <a:spLocks noGrp="1"/>
          </p:cNvSpPr>
          <p:nvPr>
            <p:ph type="sldNum" sz="quarter" idx="10"/>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407409CA-BA7D-4C8E-AB6E-77950A98AB58}" type="slidenum">
              <a:rPr lang="en-US" altLang="zh-CN" smtClean="0"/>
              <a:pPr/>
              <a:t>8</a:t>
            </a:fld>
            <a:endParaRPr lang="en-US" altLang="zh-CN" dirty="0"/>
          </a:p>
        </p:txBody>
      </p:sp>
    </p:spTree>
    <p:extLst>
      <p:ext uri="{BB962C8B-B14F-4D97-AF65-F5344CB8AC3E}">
        <p14:creationId xmlns:p14="http://schemas.microsoft.com/office/powerpoint/2010/main" val="3473749252"/>
      </p:ext>
    </p:extLst>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SOA at four levels (2/2)</a:t>
            </a:r>
            <a:endParaRPr lang="zh-CN" altLang="en-US" dirty="0"/>
          </a:p>
        </p:txBody>
      </p:sp>
      <p:sp>
        <p:nvSpPr>
          <p:cNvPr id="3" name="内容占位符 2"/>
          <p:cNvSpPr>
            <a:spLocks noGrp="1"/>
          </p:cNvSpPr>
          <p:nvPr>
            <p:ph idx="1"/>
          </p:nvPr>
        </p:nvSpPr>
        <p:spPr/>
        <p:txBody>
          <a:bodyPr>
            <a:normAutofit fontScale="92500" lnSpcReduction="10000"/>
          </a:bodyPr>
          <a:lstStyle/>
          <a:p>
            <a:pPr>
              <a:lnSpc>
                <a:spcPct val="110000"/>
              </a:lnSpc>
            </a:pPr>
            <a:r>
              <a:rPr lang="en-US" altLang="zh-CN" dirty="0"/>
              <a:t>At the process level, SOA can be used to guide business process integration and management, as well as the design of event-driven architecture</a:t>
            </a:r>
          </a:p>
          <a:p>
            <a:pPr>
              <a:lnSpc>
                <a:spcPct val="110000"/>
              </a:lnSpc>
            </a:pPr>
            <a:r>
              <a:rPr lang="en-US" altLang="zh-CN" dirty="0"/>
              <a:t>At the enterprise level, SOA can be used to componentized an enterprise and support high-level transformation consulting</a:t>
            </a:r>
          </a:p>
          <a:p>
            <a:pPr lvl="1">
              <a:lnSpc>
                <a:spcPct val="110000"/>
              </a:lnSpc>
            </a:pPr>
            <a:r>
              <a:rPr lang="en-US" altLang="zh-CN" dirty="0"/>
              <a:t>Help executives decide whether to implement a business process using the SOA service package or to divide the business process into sub-processes using the SOA concept </a:t>
            </a:r>
          </a:p>
        </p:txBody>
      </p:sp>
      <p:sp>
        <p:nvSpPr>
          <p:cNvPr id="4" name="灯片编号占位符 3"/>
          <p:cNvSpPr>
            <a:spLocks noGrp="1"/>
          </p:cNvSpPr>
          <p:nvPr>
            <p:ph type="sldNum" sz="quarter" idx="10"/>
          </p:nvPr>
        </p:nvSpPr>
        <p:spPr/>
        <p:txBody>
          <a:bodyPr/>
          <a:lstStyle/>
          <a:p>
            <a:fld id="{325F9849-8685-4695-90DF-7FFF45334563}" type="slidenum">
              <a:rPr lang="en-US" altLang="zh-CN" smtClean="0"/>
              <a:pPr/>
              <a:t>9</a:t>
            </a:fld>
            <a:endParaRPr lang="en-US" altLang="zh-CN"/>
          </a:p>
        </p:txBody>
      </p:sp>
    </p:spTree>
    <p:extLst>
      <p:ext uri="{BB962C8B-B14F-4D97-AF65-F5344CB8AC3E}">
        <p14:creationId xmlns:p14="http://schemas.microsoft.com/office/powerpoint/2010/main" val="4087283020"/>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eaLnBrk="1" hangingPunct="1"/>
            <a:r>
              <a:rPr lang="en-US" altLang="zh-CN">
                <a:ea typeface="宋体" charset="-122"/>
              </a:rPr>
              <a:t>Enterprise Service Bus (ESB) (1/3)</a:t>
            </a:r>
          </a:p>
        </p:txBody>
      </p:sp>
      <p:sp>
        <p:nvSpPr>
          <p:cNvPr id="15363" name="Rectangle 3"/>
          <p:cNvSpPr>
            <a:spLocks noGrp="1" noChangeArrowheads="1"/>
          </p:cNvSpPr>
          <p:nvPr>
            <p:ph idx="1"/>
          </p:nvPr>
        </p:nvSpPr>
        <p:spPr/>
        <p:txBody>
          <a:bodyPr/>
          <a:lstStyle/>
          <a:p>
            <a:pPr eaLnBrk="1" hangingPunct="1">
              <a:lnSpc>
                <a:spcPct val="80000"/>
              </a:lnSpc>
            </a:pPr>
            <a:r>
              <a:rPr lang="en-US" altLang="zh-CN" sz="2400" dirty="0">
                <a:ea typeface="宋体" charset="-122"/>
              </a:rPr>
              <a:t>An ESB is a conceptual software infrastructure that facilitates dynamic integration, message routing, mediation and control of service components and their interactions</a:t>
            </a:r>
          </a:p>
          <a:p>
            <a:pPr eaLnBrk="1" hangingPunct="1">
              <a:lnSpc>
                <a:spcPct val="80000"/>
              </a:lnSpc>
            </a:pPr>
            <a:r>
              <a:rPr lang="en-US" altLang="zh-CN" sz="2400" dirty="0">
                <a:ea typeface="宋体" charset="-122"/>
              </a:rPr>
              <a:t>Compare to Common Object Request Broker Architecture (CORBA) </a:t>
            </a:r>
            <a:r>
              <a:rPr lang="en-US" altLang="zh-CN" sz="2400" i="1" dirty="0">
                <a:ea typeface="宋体" charset="-122"/>
              </a:rPr>
              <a:t>object bus</a:t>
            </a:r>
            <a:r>
              <a:rPr lang="en-US" altLang="zh-CN" sz="2400" dirty="0">
                <a:ea typeface="宋体" charset="-122"/>
              </a:rPr>
              <a:t>, which integrates Object-Oriented software components and  Java 2 Platform, Enterprise Edition (J2EE) </a:t>
            </a:r>
            <a:r>
              <a:rPr lang="en-US" altLang="zh-CN" sz="2400" i="1" dirty="0">
                <a:ea typeface="宋体" charset="-122"/>
              </a:rPr>
              <a:t>application server</a:t>
            </a:r>
            <a:r>
              <a:rPr lang="en-US" altLang="zh-CN" sz="2400" dirty="0">
                <a:ea typeface="宋体" charset="-122"/>
              </a:rPr>
              <a:t>, which integrates JavaBeans and J2EE applications; ESB integrates services and service components conceptually</a:t>
            </a:r>
          </a:p>
          <a:p>
            <a:pPr eaLnBrk="1" hangingPunct="1">
              <a:lnSpc>
                <a:spcPct val="80000"/>
              </a:lnSpc>
            </a:pPr>
            <a:r>
              <a:rPr lang="en-US" altLang="zh-CN" sz="2400" dirty="0">
                <a:ea typeface="宋体" charset="-122"/>
              </a:rPr>
              <a:t>An ESB provides an infrastructure that enables interoperability and reusability of service components from integration and messaging perspectives</a:t>
            </a:r>
          </a:p>
        </p:txBody>
      </p:sp>
      <p:sp>
        <p:nvSpPr>
          <p:cNvPr id="15364" name="灯片编号占位符 5"/>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4CEE2C93-C814-4C4A-9FAF-7398A2569717}" type="slidenum">
              <a:rPr lang="en-US" altLang="zh-CN" smtClean="0"/>
              <a:pPr eaLnBrk="1" hangingPunct="1"/>
              <a:t>10</a:t>
            </a:fld>
            <a:endParaRPr lang="en-US" altLang="zh-CN"/>
          </a:p>
        </p:txBody>
      </p:sp>
    </p:spTree>
    <p:extLst>
      <p:ext uri="{BB962C8B-B14F-4D97-AF65-F5344CB8AC3E}">
        <p14:creationId xmlns:p14="http://schemas.microsoft.com/office/powerpoint/2010/main" val="633044816"/>
      </p:ext>
    </p:extLst>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eaLnBrk="1" hangingPunct="1"/>
            <a:r>
              <a:rPr lang="en-US" altLang="zh-CN">
                <a:ea typeface="宋体" charset="-122"/>
              </a:rPr>
              <a:t>Enterprise Service Bus (ESB) (2/3)</a:t>
            </a:r>
          </a:p>
        </p:txBody>
      </p:sp>
      <p:graphicFrame>
        <p:nvGraphicFramePr>
          <p:cNvPr id="16387" name="Object 4"/>
          <p:cNvGraphicFramePr>
            <a:graphicFrameLocks noGrp="1" noChangeAspect="1"/>
          </p:cNvGraphicFramePr>
          <p:nvPr>
            <p:ph idx="1"/>
          </p:nvPr>
        </p:nvGraphicFramePr>
        <p:xfrm>
          <a:off x="827088" y="1773238"/>
          <a:ext cx="7416800" cy="4000500"/>
        </p:xfrm>
        <a:graphic>
          <a:graphicData uri="http://schemas.openxmlformats.org/presentationml/2006/ole">
            <mc:AlternateContent xmlns:mc="http://schemas.openxmlformats.org/markup-compatibility/2006">
              <mc:Choice xmlns:v="urn:schemas-microsoft-com:vml" Requires="v">
                <p:oleObj spid="_x0000_s29700" name="Visio" r:id="rId4" imgW="6303534" imgH="3400425" progId="Visio.Drawing.11">
                  <p:embed/>
                </p:oleObj>
              </mc:Choice>
              <mc:Fallback>
                <p:oleObj name="Visio" r:id="rId4" imgW="6303534" imgH="3400425" progId="Visio.Drawing.11">
                  <p:embed/>
                  <p:pic>
                    <p:nvPicPr>
                      <p:cNvPr id="0" name=""/>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7088" y="1773238"/>
                        <a:ext cx="7416800" cy="4000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6388" name="灯片编号占位符 5"/>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4451A288-2F40-4858-A386-F181C472FF07}" type="slidenum">
              <a:rPr lang="en-US" altLang="zh-CN" smtClean="0"/>
              <a:pPr eaLnBrk="1" hangingPunct="1"/>
              <a:t>11</a:t>
            </a:fld>
            <a:endParaRPr lang="en-US" altLang="zh-CN"/>
          </a:p>
        </p:txBody>
      </p:sp>
    </p:spTree>
    <p:extLst>
      <p:ext uri="{BB962C8B-B14F-4D97-AF65-F5344CB8AC3E}">
        <p14:creationId xmlns:p14="http://schemas.microsoft.com/office/powerpoint/2010/main" val="483674602"/>
      </p:ext>
    </p:extLst>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pPr eaLnBrk="1" hangingPunct="1"/>
            <a:r>
              <a:rPr lang="en-US" altLang="zh-CN">
                <a:ea typeface="宋体" charset="-122"/>
              </a:rPr>
              <a:t>Enterprise Service Bus (ESB) (3/3)</a:t>
            </a:r>
          </a:p>
        </p:txBody>
      </p:sp>
      <p:sp>
        <p:nvSpPr>
          <p:cNvPr id="17412" name="Rectangle 3"/>
          <p:cNvSpPr>
            <a:spLocks noGrp="1" noChangeArrowheads="1"/>
          </p:cNvSpPr>
          <p:nvPr>
            <p:ph idx="1"/>
          </p:nvPr>
        </p:nvSpPr>
        <p:spPr/>
        <p:txBody>
          <a:bodyPr/>
          <a:lstStyle/>
          <a:p>
            <a:pPr eaLnBrk="1" hangingPunct="1">
              <a:lnSpc>
                <a:spcPct val="90000"/>
              </a:lnSpc>
              <a:defRPr/>
            </a:pPr>
            <a:r>
              <a:rPr lang="en-US" altLang="zh-CN" sz="2800" dirty="0"/>
              <a:t>Basic form of ESB is showed above</a:t>
            </a:r>
          </a:p>
          <a:p>
            <a:pPr lvl="1" eaLnBrk="1" hangingPunct="1">
              <a:lnSpc>
                <a:spcPct val="90000"/>
              </a:lnSpc>
              <a:defRPr/>
            </a:pPr>
            <a:r>
              <a:rPr lang="en-US" altLang="zh-CN" sz="2400" dirty="0"/>
              <a:t>Integration</a:t>
            </a:r>
          </a:p>
          <a:p>
            <a:pPr lvl="1" eaLnBrk="1" hangingPunct="1">
              <a:lnSpc>
                <a:spcPct val="90000"/>
              </a:lnSpc>
              <a:defRPr/>
            </a:pPr>
            <a:r>
              <a:rPr lang="en-US" altLang="zh-CN" sz="2400" dirty="0"/>
              <a:t>Message routing</a:t>
            </a:r>
          </a:p>
          <a:p>
            <a:pPr lvl="1" eaLnBrk="1" hangingPunct="1">
              <a:lnSpc>
                <a:spcPct val="90000"/>
              </a:lnSpc>
              <a:defRPr/>
            </a:pPr>
            <a:r>
              <a:rPr lang="en-US" altLang="zh-CN" sz="2400" dirty="0"/>
              <a:t>Transformation</a:t>
            </a:r>
          </a:p>
          <a:p>
            <a:pPr lvl="1" eaLnBrk="1" hangingPunct="1">
              <a:lnSpc>
                <a:spcPct val="90000"/>
              </a:lnSpc>
              <a:defRPr/>
            </a:pPr>
            <a:r>
              <a:rPr lang="en-US" altLang="zh-CN" sz="2400" dirty="0"/>
              <a:t>Management</a:t>
            </a:r>
          </a:p>
          <a:p>
            <a:pPr eaLnBrk="1" hangingPunct="1">
              <a:lnSpc>
                <a:spcPct val="90000"/>
              </a:lnSpc>
              <a:defRPr/>
            </a:pPr>
            <a:r>
              <a:rPr lang="en-US" altLang="zh-CN" sz="2800" dirty="0"/>
              <a:t>A advanced ESBs typically offer a number of additional value-added features. Such as:</a:t>
            </a:r>
          </a:p>
          <a:p>
            <a:pPr lvl="1" eaLnBrk="1" hangingPunct="1">
              <a:lnSpc>
                <a:spcPct val="90000"/>
              </a:lnSpc>
              <a:defRPr/>
            </a:pPr>
            <a:r>
              <a:rPr lang="en-US" altLang="zh-CN" sz="2400" dirty="0"/>
              <a:t>Tools for services discovery and provisioning </a:t>
            </a:r>
          </a:p>
          <a:p>
            <a:pPr lvl="1" eaLnBrk="1" hangingPunct="1">
              <a:lnSpc>
                <a:spcPct val="90000"/>
              </a:lnSpc>
              <a:defRPr/>
            </a:pPr>
            <a:r>
              <a:rPr lang="en-US" altLang="zh-CN" sz="2400" dirty="0"/>
              <a:t>Dynamically adjusting Service Level Agreement (SLA) based on performance and error events</a:t>
            </a:r>
          </a:p>
          <a:p>
            <a:pPr lvl="1" eaLnBrk="1" hangingPunct="1">
              <a:lnSpc>
                <a:spcPct val="90000"/>
              </a:lnSpc>
              <a:defRPr/>
            </a:pPr>
            <a:r>
              <a:rPr lang="en-US" altLang="zh-CN" sz="2400" dirty="0"/>
              <a:t>Advanced Web services discovery </a:t>
            </a:r>
          </a:p>
          <a:p>
            <a:pPr lvl="1" eaLnBrk="1" hangingPunct="1">
              <a:lnSpc>
                <a:spcPct val="90000"/>
              </a:lnSpc>
              <a:defRPr/>
            </a:pPr>
            <a:r>
              <a:rPr lang="en-US" altLang="zh-CN" sz="2400" dirty="0"/>
              <a:t>Particular adapters for existing or emerging technologies</a:t>
            </a:r>
          </a:p>
        </p:txBody>
      </p:sp>
      <p:sp>
        <p:nvSpPr>
          <p:cNvPr id="3" name="灯片编号占位符 5"/>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0CB51970-C157-4304-A67E-B24F874D812B}" type="slidenum">
              <a:rPr lang="en-US" altLang="zh-CN" smtClean="0"/>
              <a:pPr eaLnBrk="1" hangingPunct="1"/>
              <a:t>12</a:t>
            </a:fld>
            <a:endParaRPr lang="en-US" altLang="zh-CN"/>
          </a:p>
        </p:txBody>
      </p:sp>
    </p:spTree>
    <p:extLst>
      <p:ext uri="{BB962C8B-B14F-4D97-AF65-F5344CB8AC3E}">
        <p14:creationId xmlns:p14="http://schemas.microsoft.com/office/powerpoint/2010/main" val="394825834"/>
      </p:ext>
    </p:extLst>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2"/>
          <p:cNvSpPr>
            <a:spLocks noGrp="1" noChangeArrowheads="1"/>
          </p:cNvSpPr>
          <p:nvPr>
            <p:ph type="title"/>
          </p:nvPr>
        </p:nvSpPr>
        <p:spPr/>
        <p:txBody>
          <a:bodyPr>
            <a:noAutofit/>
          </a:bodyPr>
          <a:lstStyle/>
          <a:p>
            <a:pPr eaLnBrk="1" hangingPunct="1">
              <a:defRPr/>
            </a:pPr>
            <a:r>
              <a:rPr lang="en-US" altLang="zh-CN" sz="2800" dirty="0"/>
              <a:t>SOA Reference Architecture (SOA-RA)</a:t>
            </a:r>
          </a:p>
        </p:txBody>
      </p:sp>
      <p:graphicFrame>
        <p:nvGraphicFramePr>
          <p:cNvPr id="3" name="Object 4"/>
          <p:cNvGraphicFramePr>
            <a:graphicFrameLocks noGrp="1" noChangeAspect="1"/>
          </p:cNvGraphicFramePr>
          <p:nvPr>
            <p:ph idx="1"/>
          </p:nvPr>
        </p:nvGraphicFramePr>
        <p:xfrm>
          <a:off x="1042988" y="2746375"/>
          <a:ext cx="6946900" cy="3252788"/>
        </p:xfrm>
        <a:graphic>
          <a:graphicData uri="http://schemas.openxmlformats.org/presentationml/2006/ole">
            <mc:AlternateContent xmlns:mc="http://schemas.openxmlformats.org/markup-compatibility/2006">
              <mc:Choice xmlns:v="urn:schemas-microsoft-com:vml" Requires="v">
                <p:oleObj spid="_x0000_s18471" name="Visio" r:id="rId4" imgW="4668225" imgH="2186247" progId="Visio.Drawing.11">
                  <p:embed/>
                </p:oleObj>
              </mc:Choice>
              <mc:Fallback>
                <p:oleObj name="Visio" r:id="rId4" imgW="4668225" imgH="2186247" progId="Visio.Drawing.11">
                  <p:embed/>
                  <p:pic>
                    <p:nvPicPr>
                      <p:cNvPr id="0" name="Object 4"/>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42988" y="2746375"/>
                        <a:ext cx="6946900" cy="3252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8436" name="灯片编号占位符 5"/>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4BB7C309-2408-4EA6-8517-520E2BD4E25D}" type="slidenum">
              <a:rPr lang="en-US" altLang="zh-CN" smtClean="0"/>
              <a:pPr eaLnBrk="1" hangingPunct="1"/>
              <a:t>13</a:t>
            </a:fld>
            <a:endParaRPr lang="en-US" altLang="zh-CN"/>
          </a:p>
        </p:txBody>
      </p:sp>
      <p:sp>
        <p:nvSpPr>
          <p:cNvPr id="18437" name="Rectangle 3"/>
          <p:cNvSpPr>
            <a:spLocks noGrp="1" noChangeArrowheads="1"/>
          </p:cNvSpPr>
          <p:nvPr>
            <p:ph type="body" idx="4294967295"/>
          </p:nvPr>
        </p:nvSpPr>
        <p:spPr>
          <a:xfrm>
            <a:off x="179388" y="1489075"/>
            <a:ext cx="8229600" cy="4530725"/>
          </a:xfrm>
        </p:spPr>
        <p:txBody>
          <a:bodyPr/>
          <a:lstStyle/>
          <a:p>
            <a:pPr eaLnBrk="1" hangingPunct="1"/>
            <a:r>
              <a:rPr lang="en-US" altLang="zh-CN" sz="2400" dirty="0">
                <a:ea typeface="宋体" charset="-122"/>
              </a:rPr>
              <a:t>It can be used as a guidance for IT architects to design the overall architecture of an SOA solution</a:t>
            </a:r>
          </a:p>
        </p:txBody>
      </p:sp>
    </p:spTree>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pPr eaLnBrk="1" hangingPunct="1"/>
            <a:r>
              <a:rPr lang="en-US" altLang="zh-CN" dirty="0">
                <a:ea typeface="宋体" charset="-122"/>
              </a:rPr>
              <a:t>Horizontal layers</a:t>
            </a:r>
          </a:p>
        </p:txBody>
      </p:sp>
      <p:sp>
        <p:nvSpPr>
          <p:cNvPr id="20483" name="Rectangle 3"/>
          <p:cNvSpPr>
            <a:spLocks noGrp="1" noChangeArrowheads="1"/>
          </p:cNvSpPr>
          <p:nvPr>
            <p:ph idx="1"/>
          </p:nvPr>
        </p:nvSpPr>
        <p:spPr/>
        <p:txBody>
          <a:bodyPr/>
          <a:lstStyle/>
          <a:p>
            <a:pPr eaLnBrk="1" hangingPunct="1">
              <a:lnSpc>
                <a:spcPct val="90000"/>
              </a:lnSpc>
            </a:pPr>
            <a:r>
              <a:rPr lang="en-US" altLang="zh-CN" dirty="0">
                <a:ea typeface="宋体" charset="-122"/>
              </a:rPr>
              <a:t>Horizontal layers implements functional requirements</a:t>
            </a:r>
          </a:p>
          <a:p>
            <a:pPr eaLnBrk="1" hangingPunct="1">
              <a:lnSpc>
                <a:spcPct val="90000"/>
              </a:lnSpc>
            </a:pPr>
            <a:r>
              <a:rPr lang="en-US" altLang="zh-CN" dirty="0">
                <a:ea typeface="宋体" charset="-122"/>
              </a:rPr>
              <a:t>The five Horizontal layers can be divided to two layers:</a:t>
            </a:r>
          </a:p>
          <a:p>
            <a:pPr lvl="1" eaLnBrk="1" hangingPunct="1">
              <a:lnSpc>
                <a:spcPct val="90000"/>
              </a:lnSpc>
            </a:pPr>
            <a:r>
              <a:rPr lang="en-US" altLang="zh-CN" dirty="0">
                <a:latin typeface="Arial" charset="0"/>
                <a:ea typeface="宋体" charset="-122"/>
              </a:rPr>
              <a:t>Services Provider tier (back-end)</a:t>
            </a:r>
          </a:p>
          <a:p>
            <a:pPr lvl="2" eaLnBrk="1" hangingPunct="1">
              <a:lnSpc>
                <a:spcPct val="90000"/>
              </a:lnSpc>
            </a:pPr>
            <a:r>
              <a:rPr lang="en-US" altLang="zh-CN" dirty="0">
                <a:latin typeface="Arial" charset="0"/>
                <a:ea typeface="宋体" charset="-122"/>
              </a:rPr>
              <a:t>Operational System</a:t>
            </a:r>
          </a:p>
          <a:p>
            <a:pPr lvl="2" eaLnBrk="1" hangingPunct="1">
              <a:lnSpc>
                <a:spcPct val="90000"/>
              </a:lnSpc>
            </a:pPr>
            <a:r>
              <a:rPr lang="en-US" altLang="zh-CN" dirty="0">
                <a:latin typeface="Arial" charset="0"/>
                <a:ea typeface="宋体" charset="-122"/>
              </a:rPr>
              <a:t>Services Component</a:t>
            </a:r>
          </a:p>
          <a:p>
            <a:pPr lvl="2" eaLnBrk="1" hangingPunct="1">
              <a:lnSpc>
                <a:spcPct val="90000"/>
              </a:lnSpc>
            </a:pPr>
            <a:r>
              <a:rPr lang="en-US" altLang="zh-CN" dirty="0">
                <a:latin typeface="Arial" charset="0"/>
                <a:ea typeface="宋体" charset="-122"/>
              </a:rPr>
              <a:t>Services</a:t>
            </a:r>
          </a:p>
          <a:p>
            <a:pPr lvl="1" eaLnBrk="1" hangingPunct="1">
              <a:lnSpc>
                <a:spcPct val="90000"/>
              </a:lnSpc>
            </a:pPr>
            <a:r>
              <a:rPr lang="en-US" altLang="zh-CN" dirty="0">
                <a:latin typeface="Arial" charset="0"/>
                <a:ea typeface="宋体" charset="-122"/>
              </a:rPr>
              <a:t>Services consumer tier (front-end)</a:t>
            </a:r>
          </a:p>
          <a:p>
            <a:pPr lvl="2" eaLnBrk="1" hangingPunct="1">
              <a:lnSpc>
                <a:spcPct val="90000"/>
              </a:lnSpc>
            </a:pPr>
            <a:r>
              <a:rPr lang="en-US" altLang="zh-CN" dirty="0">
                <a:latin typeface="Arial" charset="0"/>
                <a:ea typeface="宋体" charset="-122"/>
              </a:rPr>
              <a:t>Services</a:t>
            </a:r>
          </a:p>
          <a:p>
            <a:pPr lvl="2" eaLnBrk="1" hangingPunct="1">
              <a:lnSpc>
                <a:spcPct val="90000"/>
              </a:lnSpc>
            </a:pPr>
            <a:r>
              <a:rPr lang="en-US" altLang="zh-CN" dirty="0">
                <a:latin typeface="Arial" charset="0"/>
                <a:ea typeface="宋体" charset="-122"/>
              </a:rPr>
              <a:t>Business Process</a:t>
            </a:r>
          </a:p>
          <a:p>
            <a:pPr lvl="2" eaLnBrk="1" hangingPunct="1">
              <a:lnSpc>
                <a:spcPct val="90000"/>
              </a:lnSpc>
            </a:pPr>
            <a:r>
              <a:rPr lang="en-US" altLang="zh-CN" dirty="0">
                <a:latin typeface="Arial" charset="0"/>
                <a:ea typeface="宋体" charset="-122"/>
              </a:rPr>
              <a:t>Consumer</a:t>
            </a:r>
          </a:p>
        </p:txBody>
      </p:sp>
      <p:sp>
        <p:nvSpPr>
          <p:cNvPr id="20484" name="灯片编号占位符 5"/>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38999A05-1172-4B01-904B-2C987F0EF48D}" type="slidenum">
              <a:rPr lang="en-US" altLang="zh-CN" smtClean="0"/>
              <a:pPr eaLnBrk="1" hangingPunct="1"/>
              <a:t>14</a:t>
            </a:fld>
            <a:endParaRPr lang="en-US" altLang="zh-CN"/>
          </a:p>
        </p:txBody>
      </p:sp>
      <p:sp>
        <p:nvSpPr>
          <p:cNvPr id="381956" name="Line 4"/>
          <p:cNvSpPr>
            <a:spLocks noChangeShapeType="1"/>
          </p:cNvSpPr>
          <p:nvPr/>
        </p:nvSpPr>
        <p:spPr bwMode="auto">
          <a:xfrm flipH="1">
            <a:off x="2843808" y="5302174"/>
            <a:ext cx="3888780" cy="60324"/>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81957" name="Text Box 5"/>
          <p:cNvSpPr txBox="1">
            <a:spLocks noChangeArrowheads="1"/>
          </p:cNvSpPr>
          <p:nvPr/>
        </p:nvSpPr>
        <p:spPr bwMode="auto">
          <a:xfrm>
            <a:off x="6838950" y="5013250"/>
            <a:ext cx="205422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spcBef>
                <a:spcPct val="50000"/>
              </a:spcBef>
            </a:pPr>
            <a:r>
              <a:rPr lang="en-US" altLang="zh-CN" dirty="0"/>
              <a:t>Share between two layers</a:t>
            </a:r>
          </a:p>
        </p:txBody>
      </p:sp>
      <p:sp>
        <p:nvSpPr>
          <p:cNvPr id="381958" name="Line 6"/>
          <p:cNvSpPr>
            <a:spLocks noChangeShapeType="1"/>
          </p:cNvSpPr>
          <p:nvPr/>
        </p:nvSpPr>
        <p:spPr bwMode="auto">
          <a:xfrm flipH="1" flipV="1">
            <a:off x="2915816" y="4509119"/>
            <a:ext cx="3816772" cy="793055"/>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Tree>
    <p:custDataLst>
      <p:tags r:id="rId1"/>
    </p:custData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81957"/>
                                        </p:tgtEl>
                                        <p:attrNameLst>
                                          <p:attrName>style.visibility</p:attrName>
                                        </p:attrNameLst>
                                      </p:cBhvr>
                                      <p:to>
                                        <p:strVal val="visible"/>
                                      </p:to>
                                    </p:set>
                                    <p:animEffect transition="in" filter="blinds(horizontal)">
                                      <p:cBhvr>
                                        <p:cTn id="7" dur="500"/>
                                        <p:tgtEl>
                                          <p:spTgt spid="381957"/>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381956"/>
                                        </p:tgtEl>
                                        <p:attrNameLst>
                                          <p:attrName>style.visibility</p:attrName>
                                        </p:attrNameLst>
                                      </p:cBhvr>
                                      <p:to>
                                        <p:strVal val="visible"/>
                                      </p:to>
                                    </p:set>
                                    <p:animEffect transition="in" filter="blinds(horizontal)">
                                      <p:cBhvr>
                                        <p:cTn id="10" dur="500"/>
                                        <p:tgtEl>
                                          <p:spTgt spid="381956"/>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381958"/>
                                        </p:tgtEl>
                                        <p:attrNameLst>
                                          <p:attrName>style.visibility</p:attrName>
                                        </p:attrNameLst>
                                      </p:cBhvr>
                                      <p:to>
                                        <p:strVal val="visible"/>
                                      </p:to>
                                    </p:set>
                                    <p:animEffect transition="in" filter="blinds(horizontal)">
                                      <p:cBhvr>
                                        <p:cTn id="13" dur="500"/>
                                        <p:tgtEl>
                                          <p:spTgt spid="3819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1956" grpId="0" animBg="1"/>
      <p:bldP spid="381957" grpId="0"/>
      <p:bldP spid="381958"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eaLnBrk="1" hangingPunct="1"/>
            <a:r>
              <a:rPr lang="en-US" altLang="zh-CN">
                <a:ea typeface="宋体" charset="-122"/>
              </a:rPr>
              <a:t>Operational System layer</a:t>
            </a:r>
          </a:p>
        </p:txBody>
      </p:sp>
      <p:sp>
        <p:nvSpPr>
          <p:cNvPr id="21508" name="Rectangle 3"/>
          <p:cNvSpPr>
            <a:spLocks noGrp="1" noChangeArrowheads="1"/>
          </p:cNvSpPr>
          <p:nvPr>
            <p:ph idx="1"/>
          </p:nvPr>
        </p:nvSpPr>
        <p:spPr/>
        <p:txBody>
          <a:bodyPr/>
          <a:lstStyle/>
          <a:p>
            <a:pPr eaLnBrk="1" hangingPunct="1">
              <a:defRPr/>
            </a:pPr>
            <a:r>
              <a:rPr lang="en-US" altLang="zh-CN"/>
              <a:t>The Operational System layer contains</a:t>
            </a:r>
          </a:p>
          <a:p>
            <a:pPr lvl="1" eaLnBrk="1" hangingPunct="1">
              <a:defRPr/>
            </a:pPr>
            <a:r>
              <a:rPr lang="en-US" altLang="zh-CN"/>
              <a:t>Existing packaged applications (applications provided by individual service vendors (ISVs))</a:t>
            </a:r>
          </a:p>
          <a:p>
            <a:pPr lvl="1" eaLnBrk="1" hangingPunct="1">
              <a:defRPr/>
            </a:pPr>
            <a:r>
              <a:rPr lang="en-US" altLang="zh-CN"/>
              <a:t>Customer applications (applications developed in-house or to-be- developed)</a:t>
            </a:r>
          </a:p>
          <a:p>
            <a:pPr lvl="1" eaLnBrk="1" hangingPunct="1">
              <a:defRPr/>
            </a:pPr>
            <a:r>
              <a:rPr lang="en-US" altLang="zh-CN"/>
              <a:t>Legacy system (existing applications developed in traditional way)</a:t>
            </a:r>
          </a:p>
          <a:p>
            <a:pPr eaLnBrk="1" hangingPunct="1">
              <a:defRPr/>
            </a:pPr>
            <a:r>
              <a:rPr lang="en-US" altLang="zh-CN"/>
              <a:t>These applications could only be used for one purpose and serve one specific user</a:t>
            </a:r>
          </a:p>
        </p:txBody>
      </p:sp>
      <p:sp>
        <p:nvSpPr>
          <p:cNvPr id="3" name="灯片编号占位符 5"/>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D004FE77-B372-45AC-9DEB-FFEC90F0C846}" type="slidenum">
              <a:rPr lang="en-US" altLang="zh-CN" smtClean="0"/>
              <a:pPr eaLnBrk="1" hangingPunct="1"/>
              <a:t>15</a:t>
            </a:fld>
            <a:endParaRPr lang="en-US" altLang="zh-CN"/>
          </a:p>
        </p:txBody>
      </p:sp>
    </p:spTree>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pPr eaLnBrk="1" hangingPunct="1"/>
            <a:r>
              <a:rPr lang="en-US" altLang="zh-CN">
                <a:ea typeface="宋体" charset="-122"/>
              </a:rPr>
              <a:t>Services Component layer</a:t>
            </a:r>
          </a:p>
        </p:txBody>
      </p:sp>
      <p:sp>
        <p:nvSpPr>
          <p:cNvPr id="22531" name="Rectangle 3"/>
          <p:cNvSpPr>
            <a:spLocks noGrp="1" noChangeArrowheads="1"/>
          </p:cNvSpPr>
          <p:nvPr>
            <p:ph idx="1"/>
          </p:nvPr>
        </p:nvSpPr>
        <p:spPr/>
        <p:txBody>
          <a:bodyPr>
            <a:normAutofit fontScale="85000" lnSpcReduction="20000"/>
          </a:bodyPr>
          <a:lstStyle/>
          <a:p>
            <a:pPr eaLnBrk="1" hangingPunct="1">
              <a:lnSpc>
                <a:spcPct val="110000"/>
              </a:lnSpc>
            </a:pPr>
            <a:r>
              <a:rPr lang="en-US" altLang="zh-CN" sz="2800" dirty="0">
                <a:ea typeface="宋体" charset="-122"/>
              </a:rPr>
              <a:t>The Services Component layer</a:t>
            </a:r>
          </a:p>
          <a:p>
            <a:pPr lvl="1" eaLnBrk="1" hangingPunct="1">
              <a:lnSpc>
                <a:spcPct val="110000"/>
              </a:lnSpc>
            </a:pPr>
            <a:r>
              <a:rPr lang="en-US" altLang="zh-CN" sz="2400" dirty="0">
                <a:latin typeface="Arial" charset="0"/>
                <a:ea typeface="宋体" charset="-122"/>
              </a:rPr>
              <a:t>Provides code containers that implement services (i.e., service interface) defined in the Service Layer</a:t>
            </a:r>
          </a:p>
          <a:p>
            <a:pPr lvl="1" eaLnBrk="1" hangingPunct="1">
              <a:lnSpc>
                <a:spcPct val="110000"/>
              </a:lnSpc>
            </a:pPr>
            <a:r>
              <a:rPr lang="en-US" altLang="zh-CN" sz="2400" dirty="0">
                <a:latin typeface="Arial" charset="0"/>
                <a:ea typeface="宋体" charset="-122"/>
              </a:rPr>
              <a:t>A Service Component relies on some packaged components from the Operational System layer, some services from the Services layer, and some business processes from Business Process layer </a:t>
            </a:r>
          </a:p>
          <a:p>
            <a:pPr eaLnBrk="1" hangingPunct="1">
              <a:lnSpc>
                <a:spcPct val="110000"/>
              </a:lnSpc>
            </a:pPr>
            <a:r>
              <a:rPr lang="en-US" altLang="zh-CN" sz="2800" dirty="0">
                <a:ea typeface="宋体" charset="-122"/>
              </a:rPr>
              <a:t>It can be implemented in a Java Class, EJB, or </a:t>
            </a:r>
            <a:r>
              <a:rPr lang="en-US" altLang="zh-CN" sz="2800" dirty="0" err="1">
                <a:ea typeface="宋体" charset="-122"/>
              </a:rPr>
              <a:t>.Net</a:t>
            </a:r>
            <a:r>
              <a:rPr lang="en-US" altLang="zh-CN" sz="2800" dirty="0">
                <a:ea typeface="宋体" charset="-122"/>
              </a:rPr>
              <a:t> Component.</a:t>
            </a:r>
          </a:p>
          <a:p>
            <a:pPr eaLnBrk="1" hangingPunct="1">
              <a:lnSpc>
                <a:spcPct val="110000"/>
              </a:lnSpc>
            </a:pPr>
            <a:r>
              <a:rPr lang="en-US" altLang="zh-CN" sz="2800" dirty="0">
                <a:ea typeface="宋体" charset="-122"/>
              </a:rPr>
              <a:t>A Services Component may include the implementations of multiple method, while some methods exposed as services in the Service layer</a:t>
            </a:r>
          </a:p>
          <a:p>
            <a:pPr eaLnBrk="1" hangingPunct="1">
              <a:lnSpc>
                <a:spcPct val="110000"/>
              </a:lnSpc>
            </a:pPr>
            <a:r>
              <a:rPr lang="en-US" altLang="zh-CN" sz="2800" dirty="0">
                <a:ea typeface="宋体" charset="-122"/>
              </a:rPr>
              <a:t>The Service Component layer is responsible for automate input transformation and output adaption from invocation perspective</a:t>
            </a:r>
          </a:p>
        </p:txBody>
      </p:sp>
      <p:sp>
        <p:nvSpPr>
          <p:cNvPr id="22532" name="灯片编号占位符 5"/>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6E14E30A-AA5B-45C0-90C3-323169030249}" type="slidenum">
              <a:rPr lang="en-US" altLang="zh-CN" smtClean="0"/>
              <a:pPr eaLnBrk="1" hangingPunct="1"/>
              <a:t>16</a:t>
            </a:fld>
            <a:endParaRPr lang="en-US" altLang="zh-CN"/>
          </a:p>
        </p:txBody>
      </p:sp>
    </p:spTree>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pPr eaLnBrk="1" hangingPunct="1"/>
            <a:r>
              <a:rPr lang="en-US" altLang="zh-CN">
                <a:ea typeface="宋体" charset="-122"/>
              </a:rPr>
              <a:t>Services layer</a:t>
            </a:r>
          </a:p>
        </p:txBody>
      </p:sp>
      <p:sp>
        <p:nvSpPr>
          <p:cNvPr id="23555" name="Rectangle 3"/>
          <p:cNvSpPr>
            <a:spLocks noGrp="1" noChangeArrowheads="1"/>
          </p:cNvSpPr>
          <p:nvPr>
            <p:ph idx="1"/>
          </p:nvPr>
        </p:nvSpPr>
        <p:spPr/>
        <p:txBody>
          <a:bodyPr>
            <a:normAutofit fontScale="85000" lnSpcReduction="20000"/>
          </a:bodyPr>
          <a:lstStyle/>
          <a:p>
            <a:pPr eaLnBrk="1" hangingPunct="1">
              <a:lnSpc>
                <a:spcPct val="110000"/>
              </a:lnSpc>
            </a:pPr>
            <a:r>
              <a:rPr lang="en-US" altLang="zh-CN" sz="2800" dirty="0">
                <a:ea typeface="宋体" charset="-122"/>
              </a:rPr>
              <a:t>The Service layer extends the triangle SOA model into a comprehensive logical layer enabling and facilitating service registration, decomposition, discovery, binding, interface aggregation, and lifecycle management</a:t>
            </a:r>
          </a:p>
          <a:p>
            <a:pPr eaLnBrk="1" hangingPunct="1">
              <a:lnSpc>
                <a:spcPct val="110000"/>
              </a:lnSpc>
            </a:pPr>
            <a:r>
              <a:rPr lang="en-US" altLang="zh-CN" sz="2800" dirty="0">
                <a:ea typeface="宋体" charset="-122"/>
              </a:rPr>
              <a:t>There are concept </a:t>
            </a:r>
            <a:r>
              <a:rPr lang="en-US" altLang="zh-CN" sz="2800" i="1" dirty="0">
                <a:solidFill>
                  <a:srgbClr val="FF0000"/>
                </a:solidFill>
                <a:ea typeface="宋体" charset="-122"/>
              </a:rPr>
              <a:t>service clusters </a:t>
            </a:r>
            <a:r>
              <a:rPr lang="en-US" altLang="zh-CN" sz="2800" dirty="0">
                <a:ea typeface="宋体" charset="-122"/>
              </a:rPr>
              <a:t>in Service layer, which refers to collections (category) of Web services conceptually serving a common business function. The services may be published by different service providers and differentiated each other by specific features</a:t>
            </a:r>
          </a:p>
          <a:p>
            <a:pPr eaLnBrk="1" hangingPunct="1">
              <a:lnSpc>
                <a:spcPct val="110000"/>
              </a:lnSpc>
            </a:pPr>
            <a:r>
              <a:rPr lang="en-US" altLang="zh-CN" sz="2800" dirty="0">
                <a:ea typeface="宋体" charset="-122"/>
              </a:rPr>
              <a:t>The Service layer is responsible for locating appropriate service provider and binding to the target Web Service interface</a:t>
            </a:r>
          </a:p>
          <a:p>
            <a:pPr eaLnBrk="1" hangingPunct="1">
              <a:lnSpc>
                <a:spcPct val="110000"/>
              </a:lnSpc>
            </a:pPr>
            <a:r>
              <a:rPr lang="en-US" altLang="zh-CN" sz="2800" dirty="0">
                <a:ea typeface="宋体" charset="-122"/>
              </a:rPr>
              <a:t>The Service layer is also capable of aggregating multiple service interfaces into a new service</a:t>
            </a:r>
          </a:p>
        </p:txBody>
      </p:sp>
      <p:sp>
        <p:nvSpPr>
          <p:cNvPr id="23556" name="灯片编号占位符 5"/>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20FD3F17-DDFD-4833-9BF1-8DDD4CBC118E}" type="slidenum">
              <a:rPr lang="en-US" altLang="zh-CN" smtClean="0"/>
              <a:pPr eaLnBrk="1" hangingPunct="1"/>
              <a:t>17</a:t>
            </a:fld>
            <a:endParaRPr lang="en-US" altLang="zh-CN"/>
          </a:p>
        </p:txBody>
      </p:sp>
    </p:spTree>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altLang="zh-CN">
                <a:ea typeface="宋体" charset="-122"/>
              </a:rPr>
              <a:t>Business Process layer</a:t>
            </a:r>
          </a:p>
        </p:txBody>
      </p:sp>
      <p:sp>
        <p:nvSpPr>
          <p:cNvPr id="24579" name="Rectangle 3"/>
          <p:cNvSpPr>
            <a:spLocks noGrp="1" noChangeArrowheads="1"/>
          </p:cNvSpPr>
          <p:nvPr>
            <p:ph idx="1"/>
          </p:nvPr>
        </p:nvSpPr>
        <p:spPr/>
        <p:txBody>
          <a:bodyPr>
            <a:normAutofit fontScale="92500" lnSpcReduction="20000"/>
          </a:bodyPr>
          <a:lstStyle/>
          <a:p>
            <a:pPr eaLnBrk="1" hangingPunct="1"/>
            <a:r>
              <a:rPr lang="en-US" altLang="zh-CN" sz="2800" dirty="0">
                <a:ea typeface="宋体" charset="-122"/>
              </a:rPr>
              <a:t>The Business Process layer handles all business logics regarding services composition and decomposition</a:t>
            </a:r>
          </a:p>
          <a:p>
            <a:pPr lvl="1" eaLnBrk="1" hangingPunct="1"/>
            <a:r>
              <a:rPr lang="en-US" altLang="zh-CN" sz="2400" dirty="0">
                <a:ea typeface="宋体" charset="-122"/>
              </a:rPr>
              <a:t>For service composition, this layer leverages the Service layer to quickly composite services and to coordinate business processes to fulfill customer requirements</a:t>
            </a:r>
          </a:p>
          <a:p>
            <a:pPr lvl="1" eaLnBrk="1" hangingPunct="1"/>
            <a:r>
              <a:rPr lang="en-US" altLang="zh-CN" sz="2400" dirty="0">
                <a:ea typeface="宋体" charset="-122"/>
              </a:rPr>
              <a:t>For service decomposition, this layer provides facilities to decompose business requirements into tasks comprising conceptual service clusters, each being realized by existing business processes, services, and services components.</a:t>
            </a:r>
          </a:p>
          <a:p>
            <a:pPr eaLnBrk="1" hangingPunct="1"/>
            <a:r>
              <a:rPr lang="en-US" altLang="zh-CN" sz="2800" dirty="0">
                <a:ea typeface="宋体" charset="-122"/>
              </a:rPr>
              <a:t>This layer focuses on building SOA solutions using business processes from the perspective of coordination and management of a set of processes</a:t>
            </a:r>
          </a:p>
          <a:p>
            <a:pPr eaLnBrk="1" hangingPunct="1"/>
            <a:r>
              <a:rPr lang="en-US" altLang="zh-CN" sz="2800" dirty="0">
                <a:ea typeface="宋体" charset="-122"/>
              </a:rPr>
              <a:t>There are two composition methods: Orchestration and Choreograph</a:t>
            </a:r>
          </a:p>
        </p:txBody>
      </p:sp>
      <p:sp>
        <p:nvSpPr>
          <p:cNvPr id="24580" name="灯片编号占位符 5"/>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0BFAC055-94C9-45AB-955D-D3EF5968C5F2}" type="slidenum">
              <a:rPr lang="en-US" altLang="zh-CN" smtClean="0"/>
              <a:pPr eaLnBrk="1" hangingPunct="1"/>
              <a:t>18</a:t>
            </a:fld>
            <a:endParaRPr lang="en-US" altLang="zh-CN"/>
          </a:p>
        </p:txBody>
      </p:sp>
    </p:spTree>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标题 1"/>
          <p:cNvSpPr>
            <a:spLocks noGrp="1"/>
          </p:cNvSpPr>
          <p:nvPr>
            <p:ph type="title"/>
          </p:nvPr>
        </p:nvSpPr>
        <p:spPr/>
        <p:txBody>
          <a:bodyPr/>
          <a:lstStyle/>
          <a:p>
            <a:pPr eaLnBrk="1" hangingPunct="1"/>
            <a:r>
              <a:rPr lang="en-US" altLang="zh-CN" sz="4000">
                <a:ea typeface="宋体" charset="-122"/>
              </a:rPr>
              <a:t>Orchestration </a:t>
            </a:r>
            <a:r>
              <a:rPr lang="zh-CN" altLang="en-US" sz="4000">
                <a:ea typeface="宋体" charset="-122"/>
              </a:rPr>
              <a:t>编排</a:t>
            </a:r>
            <a:endParaRPr lang="zh-CN" altLang="en-US">
              <a:ea typeface="宋体" charset="-122"/>
            </a:endParaRPr>
          </a:p>
        </p:txBody>
      </p:sp>
      <p:graphicFrame>
        <p:nvGraphicFramePr>
          <p:cNvPr id="25603" name="内容占位符 6"/>
          <p:cNvGraphicFramePr>
            <a:graphicFrameLocks noGrp="1" noChangeAspect="1"/>
          </p:cNvGraphicFramePr>
          <p:nvPr>
            <p:ph idx="1"/>
            <p:extLst>
              <p:ext uri="{D42A27DB-BD31-4B8C-83A1-F6EECF244321}">
                <p14:modId xmlns:p14="http://schemas.microsoft.com/office/powerpoint/2010/main" val="988846967"/>
              </p:ext>
            </p:extLst>
          </p:nvPr>
        </p:nvGraphicFramePr>
        <p:xfrm>
          <a:off x="1259632" y="1772816"/>
          <a:ext cx="4940300" cy="4162425"/>
        </p:xfrm>
        <a:graphic>
          <a:graphicData uri="http://schemas.openxmlformats.org/presentationml/2006/ole">
            <mc:AlternateContent xmlns:mc="http://schemas.openxmlformats.org/markup-compatibility/2006">
              <mc:Choice xmlns:v="urn:schemas-microsoft-com:vml" Requires="v">
                <p:oleObj spid="_x0000_s25642" name="Visio" r:id="rId4" imgW="4939975" imgH="4162790" progId="Visio.Drawing.11">
                  <p:embed/>
                </p:oleObj>
              </mc:Choice>
              <mc:Fallback>
                <p:oleObj name="Visio" r:id="rId4" imgW="4939975" imgH="4162790" progId="Visio.Drawing.11">
                  <p:embed/>
                  <p:pic>
                    <p:nvPicPr>
                      <p:cNvPr id="0" name="内容占位符 6"/>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59632" y="1772816"/>
                        <a:ext cx="4940300" cy="4162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604" name="灯片编号占位符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72B69544-58E2-4630-A4D7-6E604CBF22E1}" type="slidenum">
              <a:rPr lang="en-US" altLang="zh-CN" smtClean="0"/>
              <a:pPr eaLnBrk="1" hangingPunct="1"/>
              <a:t>19</a:t>
            </a:fld>
            <a:endParaRPr lang="en-US" altLang="zh-CN"/>
          </a:p>
        </p:txBody>
      </p:sp>
    </p:spTree>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0" dirty="0"/>
              <a:t>维也纳广播交响乐团 </a:t>
            </a:r>
            <a:r>
              <a:rPr lang="en-US" altLang="zh-CN" b="0" dirty="0"/>
              <a:t>(Vienna RSO)</a:t>
            </a:r>
            <a:endParaRPr lang="zh-CN" altLang="en-US" dirty="0"/>
          </a:p>
        </p:txBody>
      </p:sp>
      <p:pic>
        <p:nvPicPr>
          <p:cNvPr id="5" name="内容占位符 4"/>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3918" y="959176"/>
            <a:ext cx="9140082" cy="5919784"/>
          </a:xfrm>
        </p:spPr>
      </p:pic>
      <p:sp>
        <p:nvSpPr>
          <p:cNvPr id="4" name="灯片编号占位符 3"/>
          <p:cNvSpPr>
            <a:spLocks noGrp="1"/>
          </p:cNvSpPr>
          <p:nvPr>
            <p:ph type="sldNum" sz="quarter" idx="10"/>
          </p:nvPr>
        </p:nvSpPr>
        <p:spPr/>
        <p:txBody>
          <a:bodyPr/>
          <a:lstStyle/>
          <a:p>
            <a:pPr>
              <a:defRPr/>
            </a:pPr>
            <a:fld id="{325F9849-8685-4695-90DF-7FFF45334563}" type="slidenum">
              <a:rPr lang="en-US" altLang="zh-CN" smtClean="0"/>
              <a:pPr>
                <a:defRPr/>
              </a:pPr>
              <a:t>20</a:t>
            </a:fld>
            <a:endParaRPr lang="en-US" altLang="zh-CN"/>
          </a:p>
        </p:txBody>
      </p:sp>
    </p:spTree>
    <p:extLst>
      <p:ext uri="{BB962C8B-B14F-4D97-AF65-F5344CB8AC3E}">
        <p14:creationId xmlns:p14="http://schemas.microsoft.com/office/powerpoint/2010/main" val="3973556596"/>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1"/>
          <p:cNvSpPr>
            <a:spLocks noGrp="1"/>
          </p:cNvSpPr>
          <p:nvPr>
            <p:ph type="title"/>
          </p:nvPr>
        </p:nvSpPr>
        <p:spPr/>
        <p:txBody>
          <a:bodyPr/>
          <a:lstStyle/>
          <a:p>
            <a:pPr eaLnBrk="1" hangingPunct="1"/>
            <a:r>
              <a:rPr lang="en-US" altLang="zh-CN" sz="4000">
                <a:ea typeface="宋体" charset="-122"/>
              </a:rPr>
              <a:t>Choreograph </a:t>
            </a:r>
            <a:r>
              <a:rPr lang="zh-CN" altLang="en-US" sz="4000">
                <a:ea typeface="宋体" charset="-122"/>
              </a:rPr>
              <a:t>编舞 编导</a:t>
            </a:r>
            <a:endParaRPr lang="zh-CN" altLang="en-US">
              <a:ea typeface="宋体" charset="-122"/>
            </a:endParaRPr>
          </a:p>
        </p:txBody>
      </p:sp>
      <p:graphicFrame>
        <p:nvGraphicFramePr>
          <p:cNvPr id="26627" name="内容占位符 4"/>
          <p:cNvGraphicFramePr>
            <a:graphicFrameLocks noGrp="1" noChangeAspect="1"/>
          </p:cNvGraphicFramePr>
          <p:nvPr>
            <p:ph idx="1"/>
            <p:extLst>
              <p:ext uri="{D42A27DB-BD31-4B8C-83A1-F6EECF244321}">
                <p14:modId xmlns:p14="http://schemas.microsoft.com/office/powerpoint/2010/main" val="2993671580"/>
              </p:ext>
            </p:extLst>
          </p:nvPr>
        </p:nvGraphicFramePr>
        <p:xfrm>
          <a:off x="1547664" y="1484784"/>
          <a:ext cx="5752282" cy="4558878"/>
        </p:xfrm>
        <a:graphic>
          <a:graphicData uri="http://schemas.openxmlformats.org/presentationml/2006/ole">
            <mc:AlternateContent xmlns:mc="http://schemas.openxmlformats.org/markup-compatibility/2006">
              <mc:Choice xmlns:v="urn:schemas-microsoft-com:vml" Requires="v">
                <p:oleObj spid="_x0000_s26663" name="Visio" r:id="rId4" imgW="4804693" imgH="3809135" progId="Visio.Drawing.11">
                  <p:embed/>
                </p:oleObj>
              </mc:Choice>
              <mc:Fallback>
                <p:oleObj name="Visio" r:id="rId4" imgW="4804693" imgH="3809135" progId="Visio.Drawing.11">
                  <p:embed/>
                  <p:pic>
                    <p:nvPicPr>
                      <p:cNvPr id="0" name="内容占位符 4"/>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47664" y="1484784"/>
                        <a:ext cx="5752282" cy="4558878"/>
                      </a:xfrm>
                      <a:prstGeom prst="rect">
                        <a:avLst/>
                      </a:prstGeom>
                      <a:noFill/>
                      <a:ln>
                        <a:noFill/>
                      </a:ln>
                      <a:effectLst/>
                    </p:spPr>
                  </p:pic>
                </p:oleObj>
              </mc:Fallback>
            </mc:AlternateContent>
          </a:graphicData>
        </a:graphic>
      </p:graphicFrame>
      <p:sp>
        <p:nvSpPr>
          <p:cNvPr id="26628" name="灯片编号占位符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94891D7A-5101-4FA6-982A-B170309D03A3}" type="slidenum">
              <a:rPr lang="en-US" altLang="zh-CN" smtClean="0"/>
              <a:pPr eaLnBrk="1" hangingPunct="1"/>
              <a:t>21</a:t>
            </a:fld>
            <a:endParaRPr lang="en-US" altLang="zh-CN"/>
          </a:p>
        </p:txBody>
      </p:sp>
    </p:spTree>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印象</a:t>
            </a:r>
            <a:r>
              <a:rPr lang="en-US" altLang="zh-CN" dirty="0"/>
              <a:t>·</a:t>
            </a:r>
            <a:r>
              <a:rPr lang="zh-CN" altLang="en-US" dirty="0"/>
              <a:t>刘三姐</a:t>
            </a:r>
          </a:p>
        </p:txBody>
      </p:sp>
      <p:pic>
        <p:nvPicPr>
          <p:cNvPr id="5" name="内容占位符 4"/>
          <p:cNvPicPr>
            <a:picLocks noGrp="1" noChangeAspect="1"/>
          </p:cNvPicPr>
          <p:nvPr>
            <p:ph idx="1"/>
          </p:nvPr>
        </p:nvPicPr>
        <p:blipFill>
          <a:blip r:embed="rId2"/>
          <a:stretch>
            <a:fillRect/>
          </a:stretch>
        </p:blipFill>
        <p:spPr>
          <a:xfrm>
            <a:off x="0" y="978173"/>
            <a:ext cx="9144000" cy="6268094"/>
          </a:xfrm>
          <a:prstGeom prst="rect">
            <a:avLst/>
          </a:prstGeom>
        </p:spPr>
      </p:pic>
      <p:sp>
        <p:nvSpPr>
          <p:cNvPr id="4" name="灯片编号占位符 3"/>
          <p:cNvSpPr>
            <a:spLocks noGrp="1"/>
          </p:cNvSpPr>
          <p:nvPr>
            <p:ph type="sldNum" sz="quarter" idx="10"/>
          </p:nvPr>
        </p:nvSpPr>
        <p:spPr/>
        <p:txBody>
          <a:bodyPr/>
          <a:lstStyle/>
          <a:p>
            <a:pPr>
              <a:defRPr/>
            </a:pPr>
            <a:fld id="{325F9849-8685-4695-90DF-7FFF45334563}" type="slidenum">
              <a:rPr lang="en-US" altLang="zh-CN" smtClean="0"/>
              <a:pPr>
                <a:defRPr/>
              </a:pPr>
              <a:t>22</a:t>
            </a:fld>
            <a:endParaRPr lang="en-US" altLang="zh-CN"/>
          </a:p>
        </p:txBody>
      </p:sp>
    </p:spTree>
    <p:extLst>
      <p:ext uri="{BB962C8B-B14F-4D97-AF65-F5344CB8AC3E}">
        <p14:creationId xmlns:p14="http://schemas.microsoft.com/office/powerpoint/2010/main" val="1870960688"/>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pPr eaLnBrk="1" hangingPunct="1"/>
            <a:r>
              <a:rPr lang="en-US" altLang="zh-CN">
                <a:ea typeface="宋体" charset="-122"/>
              </a:rPr>
              <a:t>Consumer layer</a:t>
            </a:r>
          </a:p>
        </p:txBody>
      </p:sp>
      <p:sp>
        <p:nvSpPr>
          <p:cNvPr id="27651" name="Rectangle 3"/>
          <p:cNvSpPr>
            <a:spLocks noGrp="1" noChangeArrowheads="1"/>
          </p:cNvSpPr>
          <p:nvPr>
            <p:ph idx="1"/>
          </p:nvPr>
        </p:nvSpPr>
        <p:spPr/>
        <p:txBody>
          <a:bodyPr/>
          <a:lstStyle/>
          <a:p>
            <a:pPr eaLnBrk="1" hangingPunct="1">
              <a:lnSpc>
                <a:spcPct val="90000"/>
              </a:lnSpc>
            </a:pPr>
            <a:r>
              <a:rPr lang="en-US" altLang="zh-CN" sz="2800" dirty="0">
                <a:ea typeface="宋体" charset="-122"/>
              </a:rPr>
              <a:t>The Consumer layer is responsible for presentation that leverages the Business Process layer, the Services layer, or the other layers, to quickly construct the user interfaces of business services to fulfill customer requirement</a:t>
            </a:r>
          </a:p>
          <a:p>
            <a:pPr eaLnBrk="1" hangingPunct="1">
              <a:lnSpc>
                <a:spcPct val="90000"/>
              </a:lnSpc>
            </a:pPr>
            <a:r>
              <a:rPr lang="en-US" altLang="zh-CN" sz="2800" dirty="0">
                <a:ea typeface="宋体" charset="-122"/>
              </a:rPr>
              <a:t>It is responsible for building a front-end interface to interact with users for an SOA solution.</a:t>
            </a:r>
          </a:p>
          <a:p>
            <a:pPr eaLnBrk="1" hangingPunct="1">
              <a:lnSpc>
                <a:spcPct val="90000"/>
              </a:lnSpc>
            </a:pPr>
            <a:r>
              <a:rPr lang="en-US" altLang="zh-CN" sz="2800" dirty="0">
                <a:ea typeface="宋体" charset="-122"/>
              </a:rPr>
              <a:t>This layer should simultaneously support various types of users or channels and caching facility to enhance presentation performance</a:t>
            </a:r>
          </a:p>
        </p:txBody>
      </p:sp>
      <p:sp>
        <p:nvSpPr>
          <p:cNvPr id="27652" name="灯片编号占位符 5"/>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98FDCC95-DC48-4FE7-ADE8-971CE1416AC6}" type="slidenum">
              <a:rPr lang="en-US" altLang="zh-CN" smtClean="0"/>
              <a:pPr eaLnBrk="1" hangingPunct="1"/>
              <a:t>23</a:t>
            </a:fld>
            <a:endParaRPr lang="en-US" altLang="zh-CN"/>
          </a:p>
        </p:txBody>
      </p:sp>
    </p:spTree>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pPr eaLnBrk="1" hangingPunct="1"/>
            <a:r>
              <a:rPr lang="en-US" altLang="zh-CN" dirty="0">
                <a:ea typeface="宋体" charset="-122"/>
              </a:rPr>
              <a:t>Vertical layers (1/2)</a:t>
            </a:r>
          </a:p>
        </p:txBody>
      </p:sp>
      <p:sp>
        <p:nvSpPr>
          <p:cNvPr id="28676" name="Rectangle 3"/>
          <p:cNvSpPr>
            <a:spLocks noGrp="1" noChangeArrowheads="1"/>
          </p:cNvSpPr>
          <p:nvPr>
            <p:ph idx="1"/>
          </p:nvPr>
        </p:nvSpPr>
        <p:spPr/>
        <p:txBody>
          <a:bodyPr>
            <a:normAutofit fontScale="85000" lnSpcReduction="10000"/>
          </a:bodyPr>
          <a:lstStyle/>
          <a:p>
            <a:pPr eaLnBrk="1" hangingPunct="1">
              <a:lnSpc>
                <a:spcPct val="110000"/>
              </a:lnSpc>
              <a:defRPr/>
            </a:pPr>
            <a:r>
              <a:rPr lang="en-US" altLang="zh-CN" dirty="0">
                <a:ea typeface="宋体" charset="-122"/>
              </a:rPr>
              <a:t>Vertical layers provides system-support facilities and enablement</a:t>
            </a:r>
            <a:endParaRPr lang="en-US" altLang="zh-CN" dirty="0"/>
          </a:p>
          <a:p>
            <a:pPr lvl="1" eaLnBrk="1" hangingPunct="1">
              <a:lnSpc>
                <a:spcPct val="110000"/>
              </a:lnSpc>
              <a:defRPr/>
            </a:pPr>
            <a:r>
              <a:rPr lang="en-US" altLang="zh-CN" dirty="0"/>
              <a:t>Integration layer</a:t>
            </a:r>
          </a:p>
          <a:p>
            <a:pPr lvl="2" eaLnBrk="1" hangingPunct="1">
              <a:lnSpc>
                <a:spcPct val="110000"/>
              </a:lnSpc>
              <a:defRPr/>
            </a:pPr>
            <a:r>
              <a:rPr lang="en-US" altLang="zh-CN" dirty="0"/>
              <a:t>Is a key enabler for an SOA solution as it provides the capability to mediate, rout, and transform service request between service requestors and service providers</a:t>
            </a:r>
          </a:p>
          <a:p>
            <a:pPr lvl="2" eaLnBrk="1" hangingPunct="1">
              <a:lnSpc>
                <a:spcPct val="110000"/>
              </a:lnSpc>
              <a:defRPr/>
            </a:pPr>
            <a:r>
              <a:rPr lang="en-US" altLang="zh-CN" dirty="0"/>
              <a:t>ESB is one example</a:t>
            </a:r>
          </a:p>
          <a:p>
            <a:pPr lvl="1" eaLnBrk="1" hangingPunct="1">
              <a:lnSpc>
                <a:spcPct val="110000"/>
              </a:lnSpc>
              <a:defRPr/>
            </a:pPr>
            <a:r>
              <a:rPr lang="en-US" altLang="zh-CN" dirty="0"/>
              <a:t>Quality of Service (</a:t>
            </a:r>
            <a:r>
              <a:rPr lang="en-US" altLang="zh-CN" dirty="0" err="1"/>
              <a:t>QoS</a:t>
            </a:r>
            <a:r>
              <a:rPr lang="en-US" altLang="zh-CN" dirty="0"/>
              <a:t>) layer</a:t>
            </a:r>
          </a:p>
          <a:p>
            <a:pPr lvl="2" eaLnBrk="1" hangingPunct="1">
              <a:lnSpc>
                <a:spcPct val="110000"/>
              </a:lnSpc>
              <a:defRPr/>
            </a:pPr>
            <a:r>
              <a:rPr lang="en-US" altLang="zh-CN" dirty="0"/>
              <a:t>Provides solution-level </a:t>
            </a:r>
            <a:r>
              <a:rPr lang="en-US" altLang="zh-CN" dirty="0" err="1"/>
              <a:t>QoS</a:t>
            </a:r>
            <a:r>
              <a:rPr lang="en-US" altLang="zh-CN" dirty="0"/>
              <a:t> management in various aspects, such as availability, reliability, security, and safety.</a:t>
            </a:r>
          </a:p>
          <a:p>
            <a:pPr lvl="2" eaLnBrk="1" hangingPunct="1">
              <a:lnSpc>
                <a:spcPct val="110000"/>
              </a:lnSpc>
              <a:defRPr/>
            </a:pPr>
            <a:r>
              <a:rPr lang="en-US" altLang="zh-CN" dirty="0"/>
              <a:t>This layer does not focus on service-level </a:t>
            </a:r>
            <a:r>
              <a:rPr lang="en-US" altLang="zh-CN" dirty="0" err="1"/>
              <a:t>QoS</a:t>
            </a:r>
            <a:r>
              <a:rPr lang="en-US" altLang="zh-CN" dirty="0"/>
              <a:t> control; instead it concentrates on providing a mechanism to support, track, monitor and manage solution-level </a:t>
            </a:r>
            <a:r>
              <a:rPr lang="en-US" altLang="zh-CN" dirty="0" err="1"/>
              <a:t>QoS</a:t>
            </a:r>
            <a:r>
              <a:rPr lang="en-US" altLang="zh-CN" dirty="0"/>
              <a:t> control</a:t>
            </a:r>
          </a:p>
        </p:txBody>
      </p:sp>
      <p:sp>
        <p:nvSpPr>
          <p:cNvPr id="3" name="灯片编号占位符 5"/>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496497E1-3491-44B2-8278-7FA5B415E1CA}" type="slidenum">
              <a:rPr lang="en-US" altLang="zh-CN" smtClean="0"/>
              <a:pPr eaLnBrk="1" hangingPunct="1"/>
              <a:t>24</a:t>
            </a:fld>
            <a:endParaRPr lang="en-US" altLang="zh-CN"/>
          </a:p>
        </p:txBody>
      </p:sp>
    </p:spTree>
  </p:cSld>
  <p:clrMapOvr>
    <a:masterClrMapping/>
  </p:clrMapOvr>
  <p:transition spd="slow"/>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pPr eaLnBrk="1" hangingPunct="1"/>
            <a:r>
              <a:rPr lang="en-US" altLang="zh-CN" dirty="0">
                <a:ea typeface="宋体" charset="-122"/>
              </a:rPr>
              <a:t>Vertical layers (2/2)</a:t>
            </a:r>
          </a:p>
        </p:txBody>
      </p:sp>
      <p:sp>
        <p:nvSpPr>
          <p:cNvPr id="29699" name="Rectangle 3"/>
          <p:cNvSpPr>
            <a:spLocks noGrp="1" noChangeArrowheads="1"/>
          </p:cNvSpPr>
          <p:nvPr>
            <p:ph idx="1"/>
          </p:nvPr>
        </p:nvSpPr>
        <p:spPr/>
        <p:txBody>
          <a:bodyPr>
            <a:normAutofit fontScale="92500" lnSpcReduction="20000"/>
          </a:bodyPr>
          <a:lstStyle/>
          <a:p>
            <a:pPr lvl="1" eaLnBrk="1" hangingPunct="1">
              <a:lnSpc>
                <a:spcPct val="110000"/>
              </a:lnSpc>
            </a:pPr>
            <a:r>
              <a:rPr lang="en-US" altLang="zh-CN" dirty="0">
                <a:ea typeface="宋体" charset="-122"/>
              </a:rPr>
              <a:t>Data Architecture layer</a:t>
            </a:r>
          </a:p>
          <a:p>
            <a:pPr lvl="2" eaLnBrk="1" hangingPunct="1">
              <a:lnSpc>
                <a:spcPct val="110000"/>
              </a:lnSpc>
            </a:pPr>
            <a:r>
              <a:rPr lang="en-US" altLang="zh-CN" sz="2000" dirty="0">
                <a:latin typeface="Arial" charset="0"/>
                <a:ea typeface="宋体" charset="-122"/>
              </a:rPr>
              <a:t>Provides a unified representation and enablement framework that integrates with domain-specific data architecture to facilitate value chain integration (i.e., integration of services developed by different parties)</a:t>
            </a:r>
          </a:p>
          <a:p>
            <a:pPr lvl="2" eaLnBrk="1" hangingPunct="1">
              <a:lnSpc>
                <a:spcPct val="110000"/>
              </a:lnSpc>
            </a:pPr>
            <a:r>
              <a:rPr lang="en-US" altLang="zh-CN" sz="2000" dirty="0">
                <a:latin typeface="Arial" charset="0"/>
                <a:ea typeface="宋体" charset="-122"/>
              </a:rPr>
              <a:t>Such as: </a:t>
            </a:r>
          </a:p>
          <a:p>
            <a:pPr lvl="3" eaLnBrk="1" hangingPunct="1">
              <a:lnSpc>
                <a:spcPct val="110000"/>
              </a:lnSpc>
            </a:pPr>
            <a:r>
              <a:rPr lang="en-US" altLang="zh-CN" sz="1800" dirty="0">
                <a:latin typeface="Arial" charset="0"/>
                <a:ea typeface="宋体" charset="-122"/>
              </a:rPr>
              <a:t>The Shared Information and Data model (SID) in </a:t>
            </a:r>
            <a:r>
              <a:rPr lang="en-US" altLang="zh-CN" sz="1800" dirty="0" err="1">
                <a:latin typeface="Arial" charset="0"/>
                <a:ea typeface="宋体" charset="-122"/>
              </a:rPr>
              <a:t>eTOM</a:t>
            </a:r>
            <a:r>
              <a:rPr lang="en-US" altLang="zh-CN" sz="1800" dirty="0">
                <a:latin typeface="Arial" charset="0"/>
                <a:ea typeface="宋体" charset="-122"/>
              </a:rPr>
              <a:t> of telecommunication industry</a:t>
            </a:r>
          </a:p>
          <a:p>
            <a:pPr lvl="3" eaLnBrk="1" hangingPunct="1">
              <a:lnSpc>
                <a:spcPct val="110000"/>
              </a:lnSpc>
            </a:pPr>
            <a:r>
              <a:rPr lang="en-US" altLang="zh-CN" sz="1800" dirty="0">
                <a:latin typeface="Arial" charset="0"/>
                <a:ea typeface="宋体" charset="-122"/>
              </a:rPr>
              <a:t>The </a:t>
            </a:r>
            <a:r>
              <a:rPr lang="en-US" altLang="zh-CN" sz="1800" dirty="0" err="1">
                <a:latin typeface="Arial" charset="0"/>
                <a:ea typeface="宋体" charset="-122"/>
              </a:rPr>
              <a:t>RosettaNet</a:t>
            </a:r>
            <a:r>
              <a:rPr lang="en-US" altLang="zh-CN" sz="1800" dirty="0">
                <a:latin typeface="Arial" charset="0"/>
                <a:ea typeface="宋体" charset="-122"/>
              </a:rPr>
              <a:t> Technical Dictionary and </a:t>
            </a:r>
            <a:r>
              <a:rPr lang="en-US" altLang="zh-CN" sz="1800" dirty="0" err="1">
                <a:latin typeface="Arial" charset="0"/>
                <a:ea typeface="宋体" charset="-122"/>
              </a:rPr>
              <a:t>RosettaNet</a:t>
            </a:r>
            <a:r>
              <a:rPr lang="en-US" altLang="zh-CN" sz="1800" dirty="0">
                <a:latin typeface="Arial" charset="0"/>
                <a:ea typeface="宋体" charset="-122"/>
              </a:rPr>
              <a:t> Business Dictionary defined by </a:t>
            </a:r>
            <a:r>
              <a:rPr lang="en-US" altLang="zh-CN" sz="1800" dirty="0" err="1">
                <a:latin typeface="Arial" charset="0"/>
                <a:ea typeface="宋体" charset="-122"/>
              </a:rPr>
              <a:t>RosettaNet</a:t>
            </a:r>
            <a:r>
              <a:rPr lang="en-US" altLang="zh-CN" sz="1800" dirty="0">
                <a:latin typeface="Arial" charset="0"/>
                <a:ea typeface="宋体" charset="-122"/>
              </a:rPr>
              <a:t> for electronics industry</a:t>
            </a:r>
          </a:p>
          <a:p>
            <a:pPr lvl="1" eaLnBrk="1" hangingPunct="1">
              <a:lnSpc>
                <a:spcPct val="110000"/>
              </a:lnSpc>
            </a:pPr>
            <a:r>
              <a:rPr lang="en-US" altLang="zh-CN" dirty="0">
                <a:ea typeface="宋体" charset="-122"/>
              </a:rPr>
              <a:t>Governance layer</a:t>
            </a:r>
          </a:p>
          <a:p>
            <a:pPr lvl="2" eaLnBrk="1" hangingPunct="1">
              <a:lnSpc>
                <a:spcPct val="110000"/>
              </a:lnSpc>
            </a:pPr>
            <a:r>
              <a:rPr lang="en-US" altLang="zh-CN" sz="2000" dirty="0">
                <a:latin typeface="Arial" charset="0"/>
                <a:ea typeface="宋体" charset="-122"/>
              </a:rPr>
              <a:t>Provides design guidance to ensure the proper design of the SOA solution architecture</a:t>
            </a:r>
          </a:p>
          <a:p>
            <a:pPr lvl="2" eaLnBrk="1" hangingPunct="1">
              <a:lnSpc>
                <a:spcPct val="110000"/>
              </a:lnSpc>
            </a:pPr>
            <a:r>
              <a:rPr lang="en-US" altLang="zh-CN" sz="2000" dirty="0">
                <a:latin typeface="Arial" charset="0"/>
                <a:ea typeface="宋体" charset="-122"/>
              </a:rPr>
              <a:t>Typically, this layer helps to establish best practices or their reference, to establish principles of how to define SOA solutions in each layer, and to establish principles of how to monitor in running system and how to handle exceptions at runtime</a:t>
            </a:r>
          </a:p>
        </p:txBody>
      </p:sp>
      <p:sp>
        <p:nvSpPr>
          <p:cNvPr id="29700" name="灯片编号占位符 5"/>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16259798-C06B-4C18-A138-5C1AEF4B0000}" type="slidenum">
              <a:rPr lang="en-US" altLang="zh-CN" smtClean="0"/>
              <a:pPr eaLnBrk="1" hangingPunct="1"/>
              <a:t>25</a:t>
            </a:fld>
            <a:endParaRPr lang="en-US" altLang="zh-CN"/>
          </a:p>
        </p:txBody>
      </p:sp>
    </p:spTree>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noAutofit/>
          </a:bodyPr>
          <a:lstStyle/>
          <a:p>
            <a:pPr eaLnBrk="1" hangingPunct="1"/>
            <a:r>
              <a:rPr lang="en-US" altLang="zh-CN" sz="2800" dirty="0">
                <a:ea typeface="宋体" charset="-122"/>
              </a:rPr>
              <a:t>Practices and Services Engineering Methodology for SOA</a:t>
            </a:r>
          </a:p>
        </p:txBody>
      </p:sp>
      <p:sp>
        <p:nvSpPr>
          <p:cNvPr id="30724" name="Rectangle 3"/>
          <p:cNvSpPr>
            <a:spLocks noGrp="1" noChangeArrowheads="1"/>
          </p:cNvSpPr>
          <p:nvPr>
            <p:ph idx="1"/>
          </p:nvPr>
        </p:nvSpPr>
        <p:spPr/>
        <p:txBody>
          <a:bodyPr>
            <a:normAutofit lnSpcReduction="10000"/>
          </a:bodyPr>
          <a:lstStyle/>
          <a:p>
            <a:pPr eaLnBrk="1" hangingPunct="1">
              <a:defRPr/>
            </a:pPr>
            <a:r>
              <a:rPr lang="en-US" altLang="zh-CN" sz="2400" dirty="0"/>
              <a:t>SOA-RA shows an abstraction of how to construct an SOA solution as a set of logical layers</a:t>
            </a:r>
          </a:p>
          <a:p>
            <a:pPr eaLnBrk="1" hangingPunct="1">
              <a:defRPr/>
            </a:pPr>
            <a:r>
              <a:rPr lang="en-US" altLang="zh-CN" sz="2400" dirty="0"/>
              <a:t>SOA-RA is a loosely-coupled architecture in that each layer is not strictly hidden from the layers above</a:t>
            </a:r>
          </a:p>
          <a:p>
            <a:pPr eaLnBrk="1" hangingPunct="1">
              <a:defRPr/>
            </a:pPr>
            <a:r>
              <a:rPr lang="en-US" altLang="zh-CN" sz="2400" dirty="0"/>
              <a:t>SOA-RA is an enterprise architectural template that guides the creation of SOA solution at the enterprise level by defining reference architecture</a:t>
            </a:r>
          </a:p>
          <a:p>
            <a:pPr eaLnBrk="1" hangingPunct="1">
              <a:defRPr/>
            </a:pPr>
            <a:r>
              <a:rPr lang="en-US" altLang="zh-CN" sz="2400" dirty="0"/>
              <a:t>One practice to define an SOA-Oriented system architectural applying the SOA-RA model is called Service-Oriented Modeling and Architecture (SOMA).</a:t>
            </a:r>
          </a:p>
          <a:p>
            <a:pPr eaLnBrk="1" hangingPunct="1">
              <a:defRPr/>
            </a:pPr>
            <a:r>
              <a:rPr lang="en-US" altLang="zh-CN" sz="2400" dirty="0"/>
              <a:t>Three steps are defined to configure components in SOA-RA layers:</a:t>
            </a:r>
          </a:p>
          <a:p>
            <a:pPr lvl="1" eaLnBrk="1" hangingPunct="1">
              <a:defRPr/>
            </a:pPr>
            <a:r>
              <a:rPr lang="en-US" altLang="zh-CN" sz="2000" dirty="0"/>
              <a:t>The service identification step</a:t>
            </a:r>
          </a:p>
          <a:p>
            <a:pPr lvl="1" eaLnBrk="1" hangingPunct="1">
              <a:defRPr/>
            </a:pPr>
            <a:r>
              <a:rPr lang="en-US" altLang="zh-CN" sz="2000" dirty="0"/>
              <a:t>The service specification step</a:t>
            </a:r>
          </a:p>
          <a:p>
            <a:pPr lvl="1" eaLnBrk="1" hangingPunct="1">
              <a:defRPr/>
            </a:pPr>
            <a:r>
              <a:rPr lang="en-US" altLang="zh-CN" sz="2000" dirty="0"/>
              <a:t>The service realization step</a:t>
            </a:r>
          </a:p>
        </p:txBody>
      </p:sp>
      <p:sp>
        <p:nvSpPr>
          <p:cNvPr id="3" name="灯片编号占位符 5"/>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C4972869-73AB-4838-A460-0339014736F8}" type="slidenum">
              <a:rPr lang="en-US" altLang="zh-CN" smtClean="0"/>
              <a:pPr eaLnBrk="1" hangingPunct="1"/>
              <a:t>26</a:t>
            </a:fld>
            <a:endParaRPr lang="en-US" altLang="zh-CN" dirty="0"/>
          </a:p>
        </p:txBody>
      </p:sp>
    </p:spTree>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eaLnBrk="1" hangingPunct="1"/>
            <a:r>
              <a:rPr lang="en-US" altLang="zh-CN">
                <a:ea typeface="宋体" charset="-122"/>
              </a:rPr>
              <a:t>SOA Solution Lifecycle (1/4)</a:t>
            </a:r>
          </a:p>
        </p:txBody>
      </p:sp>
      <p:graphicFrame>
        <p:nvGraphicFramePr>
          <p:cNvPr id="11267" name="Object 4"/>
          <p:cNvGraphicFramePr>
            <a:graphicFrameLocks noGrp="1" noChangeAspect="1"/>
          </p:cNvGraphicFramePr>
          <p:nvPr>
            <p:ph idx="1"/>
          </p:nvPr>
        </p:nvGraphicFramePr>
        <p:xfrm>
          <a:off x="1547813" y="2514600"/>
          <a:ext cx="5572125" cy="3817938"/>
        </p:xfrm>
        <a:graphic>
          <a:graphicData uri="http://schemas.openxmlformats.org/presentationml/2006/ole">
            <mc:AlternateContent xmlns:mc="http://schemas.openxmlformats.org/markup-compatibility/2006">
              <mc:Choice xmlns:v="urn:schemas-microsoft-com:vml" Requires="v">
                <p:oleObj spid="_x0000_s27653" name="Visio" r:id="rId4" imgW="5572743" imgH="3817620" progId="Visio.Drawing.11">
                  <p:embed/>
                </p:oleObj>
              </mc:Choice>
              <mc:Fallback>
                <p:oleObj name="Visio" r:id="rId4" imgW="5572743" imgH="3817620" progId="Visio.Drawing.11">
                  <p:embed/>
                  <p:pic>
                    <p:nvPicPr>
                      <p:cNvPr id="0" name=""/>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47813" y="2514600"/>
                        <a:ext cx="5572125" cy="3817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268" name="灯片编号占位符 5"/>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2270B004-F76D-4516-9608-258EA5C7A730}" type="slidenum">
              <a:rPr lang="en-US" altLang="zh-CN" smtClean="0"/>
              <a:pPr eaLnBrk="1" hangingPunct="1"/>
              <a:t>27</a:t>
            </a:fld>
            <a:endParaRPr lang="en-US" altLang="zh-CN"/>
          </a:p>
        </p:txBody>
      </p:sp>
      <p:sp>
        <p:nvSpPr>
          <p:cNvPr id="11269" name="Rectangle 3"/>
          <p:cNvSpPr>
            <a:spLocks noGrp="1" noChangeArrowheads="1"/>
          </p:cNvSpPr>
          <p:nvPr>
            <p:ph type="body" idx="4294967295"/>
          </p:nvPr>
        </p:nvSpPr>
        <p:spPr>
          <a:xfrm>
            <a:off x="57150" y="1341438"/>
            <a:ext cx="8229600" cy="4530725"/>
          </a:xfrm>
        </p:spPr>
        <p:txBody>
          <a:bodyPr/>
          <a:lstStyle/>
          <a:p>
            <a:pPr eaLnBrk="1" hangingPunct="1">
              <a:lnSpc>
                <a:spcPct val="80000"/>
              </a:lnSpc>
            </a:pPr>
            <a:r>
              <a:rPr lang="en-US" altLang="zh-CN" sz="2400">
                <a:ea typeface="宋体" charset="-122"/>
              </a:rPr>
              <a:t>A service’s lifecycle refers to the period of time that begins when a service is conceived and ends when the service is no longer used</a:t>
            </a:r>
          </a:p>
        </p:txBody>
      </p:sp>
    </p:spTree>
    <p:extLst>
      <p:ext uri="{BB962C8B-B14F-4D97-AF65-F5344CB8AC3E}">
        <p14:creationId xmlns:p14="http://schemas.microsoft.com/office/powerpoint/2010/main" val="2297873061"/>
      </p:ext>
    </p:extLst>
  </p:cSld>
  <p:clrMapOvr>
    <a:masterClrMapping/>
  </p:clrMapOvr>
  <p:transition spd="slow"/>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pPr eaLnBrk="1" hangingPunct="1"/>
            <a:r>
              <a:rPr lang="en-US" altLang="zh-CN">
                <a:ea typeface="宋体" charset="-122"/>
              </a:rPr>
              <a:t>SOA Solution Lifecycle (2/4)</a:t>
            </a:r>
          </a:p>
        </p:txBody>
      </p:sp>
      <p:sp>
        <p:nvSpPr>
          <p:cNvPr id="12292" name="Rectangle 3"/>
          <p:cNvSpPr>
            <a:spLocks noGrp="1" noChangeArrowheads="1"/>
          </p:cNvSpPr>
          <p:nvPr>
            <p:ph idx="1"/>
          </p:nvPr>
        </p:nvSpPr>
        <p:spPr/>
        <p:txBody>
          <a:bodyPr/>
          <a:lstStyle/>
          <a:p>
            <a:pPr eaLnBrk="1" hangingPunct="1">
              <a:lnSpc>
                <a:spcPct val="80000"/>
              </a:lnSpc>
              <a:defRPr/>
            </a:pPr>
            <a:r>
              <a:rPr lang="en-US" altLang="zh-CN" sz="2400" dirty="0"/>
              <a:t>Services modeling</a:t>
            </a:r>
          </a:p>
          <a:p>
            <a:pPr lvl="1" eaLnBrk="1" hangingPunct="1">
              <a:lnSpc>
                <a:spcPct val="80000"/>
              </a:lnSpc>
              <a:defRPr/>
            </a:pPr>
            <a:r>
              <a:rPr lang="en-US" altLang="zh-CN" sz="2000" dirty="0"/>
              <a:t>Design the service using conceptual modeling techniques</a:t>
            </a:r>
          </a:p>
          <a:p>
            <a:pPr lvl="1" eaLnBrk="1" hangingPunct="1">
              <a:lnSpc>
                <a:spcPct val="80000"/>
              </a:lnSpc>
              <a:defRPr/>
            </a:pPr>
            <a:r>
              <a:rPr lang="en-US" altLang="zh-CN" sz="2000" dirty="0"/>
              <a:t>WSDL-based top-down decomposition method is a services modeling approach</a:t>
            </a:r>
          </a:p>
          <a:p>
            <a:pPr lvl="1" eaLnBrk="1" hangingPunct="1">
              <a:lnSpc>
                <a:spcPct val="80000"/>
              </a:lnSpc>
              <a:defRPr/>
            </a:pPr>
            <a:r>
              <a:rPr lang="en-US" altLang="zh-CN" sz="2000" dirty="0"/>
              <a:t>This method is no different from the traditional interface-first design approach</a:t>
            </a:r>
          </a:p>
          <a:p>
            <a:pPr lvl="1" eaLnBrk="1" hangingPunct="1">
              <a:lnSpc>
                <a:spcPct val="80000"/>
              </a:lnSpc>
              <a:defRPr/>
            </a:pPr>
            <a:r>
              <a:rPr lang="en-US" altLang="zh-CN" sz="2000" dirty="0"/>
              <a:t>OMG’s UML-based Model Driven Architecture (MDA) can be used to model the complexities of a business solution using Web services and SOA</a:t>
            </a:r>
          </a:p>
          <a:p>
            <a:pPr eaLnBrk="1" hangingPunct="1">
              <a:lnSpc>
                <a:spcPct val="80000"/>
              </a:lnSpc>
              <a:defRPr/>
            </a:pPr>
            <a:r>
              <a:rPr lang="en-US" altLang="zh-CN" sz="2400" dirty="0"/>
              <a:t>Development</a:t>
            </a:r>
          </a:p>
          <a:p>
            <a:pPr lvl="1" eaLnBrk="1" hangingPunct="1">
              <a:lnSpc>
                <a:spcPct val="80000"/>
              </a:lnSpc>
              <a:defRPr/>
            </a:pPr>
            <a:r>
              <a:rPr lang="en-US" altLang="zh-CN" sz="2000" dirty="0"/>
              <a:t>The detailed implementations of the service can be realized using any programming languages (e.g., Java, C#, and C++)</a:t>
            </a:r>
          </a:p>
          <a:p>
            <a:pPr lvl="1" eaLnBrk="1" hangingPunct="1">
              <a:lnSpc>
                <a:spcPct val="80000"/>
              </a:lnSpc>
              <a:defRPr/>
            </a:pPr>
            <a:r>
              <a:rPr lang="en-US" altLang="zh-CN" sz="2000" dirty="0"/>
              <a:t>The development phase of a service refers to several stages of typical software lifecycle, including design, development, and testing</a:t>
            </a:r>
          </a:p>
          <a:p>
            <a:pPr lvl="1" eaLnBrk="1" hangingPunct="1">
              <a:lnSpc>
                <a:spcPct val="80000"/>
              </a:lnSpc>
              <a:defRPr/>
            </a:pPr>
            <a:r>
              <a:rPr lang="en-US" altLang="zh-CN" sz="2000" dirty="0"/>
              <a:t>Software development methodologies can be used to guide through the development process</a:t>
            </a:r>
          </a:p>
        </p:txBody>
      </p:sp>
      <p:sp>
        <p:nvSpPr>
          <p:cNvPr id="3" name="灯片编号占位符 5"/>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F1A4D076-C5BB-48CD-A818-78A161ADCBB4}" type="slidenum">
              <a:rPr lang="en-US" altLang="zh-CN" smtClean="0"/>
              <a:pPr eaLnBrk="1" hangingPunct="1"/>
              <a:t>28</a:t>
            </a:fld>
            <a:endParaRPr lang="en-US" altLang="zh-CN"/>
          </a:p>
        </p:txBody>
      </p:sp>
    </p:spTree>
    <p:extLst>
      <p:ext uri="{BB962C8B-B14F-4D97-AF65-F5344CB8AC3E}">
        <p14:creationId xmlns:p14="http://schemas.microsoft.com/office/powerpoint/2010/main" val="96580066"/>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pPr eaLnBrk="1" hangingPunct="1"/>
            <a:r>
              <a:rPr lang="en-US" altLang="zh-CN">
                <a:ea typeface="宋体" charset="-122"/>
              </a:rPr>
              <a:t>SOA Solution Lifecycle (3/4)</a:t>
            </a:r>
          </a:p>
        </p:txBody>
      </p:sp>
      <p:sp>
        <p:nvSpPr>
          <p:cNvPr id="13315" name="Rectangle 3"/>
          <p:cNvSpPr>
            <a:spLocks noGrp="1" noChangeArrowheads="1"/>
          </p:cNvSpPr>
          <p:nvPr>
            <p:ph idx="1"/>
          </p:nvPr>
        </p:nvSpPr>
        <p:spPr/>
        <p:txBody>
          <a:bodyPr/>
          <a:lstStyle/>
          <a:p>
            <a:pPr eaLnBrk="1" hangingPunct="1">
              <a:lnSpc>
                <a:spcPct val="80000"/>
              </a:lnSpc>
            </a:pPr>
            <a:r>
              <a:rPr lang="en-US" altLang="zh-CN" sz="2400" dirty="0">
                <a:ea typeface="宋体" charset="-122"/>
              </a:rPr>
              <a:t>Deployment</a:t>
            </a:r>
          </a:p>
          <a:p>
            <a:pPr eaLnBrk="1" hangingPunct="1">
              <a:lnSpc>
                <a:spcPct val="80000"/>
              </a:lnSpc>
            </a:pPr>
            <a:r>
              <a:rPr lang="en-US" altLang="zh-CN" sz="2400" dirty="0">
                <a:ea typeface="宋体" charset="-122"/>
              </a:rPr>
              <a:t>Publishing</a:t>
            </a:r>
          </a:p>
          <a:p>
            <a:pPr eaLnBrk="1" hangingPunct="1">
              <a:lnSpc>
                <a:spcPct val="80000"/>
              </a:lnSpc>
            </a:pPr>
            <a:r>
              <a:rPr lang="en-US" altLang="zh-CN" sz="2400" dirty="0">
                <a:ea typeface="宋体" charset="-122"/>
              </a:rPr>
              <a:t>Discovery</a:t>
            </a:r>
          </a:p>
          <a:p>
            <a:pPr lvl="1" eaLnBrk="1" hangingPunct="1">
              <a:lnSpc>
                <a:spcPct val="80000"/>
              </a:lnSpc>
            </a:pPr>
            <a:r>
              <a:rPr lang="en-US" altLang="zh-CN" sz="1800" dirty="0">
                <a:latin typeface="Arial" charset="0"/>
                <a:ea typeface="宋体" charset="-122"/>
              </a:rPr>
              <a:t>Publishing/Discovery processes are realized using the publisher/subscriber model</a:t>
            </a:r>
          </a:p>
          <a:p>
            <a:pPr eaLnBrk="1" hangingPunct="1">
              <a:lnSpc>
                <a:spcPct val="80000"/>
              </a:lnSpc>
            </a:pPr>
            <a:r>
              <a:rPr lang="en-US" altLang="zh-CN" sz="2400" dirty="0">
                <a:ea typeface="宋体" charset="-122"/>
              </a:rPr>
              <a:t>Invocation</a:t>
            </a:r>
          </a:p>
          <a:p>
            <a:pPr lvl="1" eaLnBrk="1" hangingPunct="1">
              <a:lnSpc>
                <a:spcPct val="80000"/>
              </a:lnSpc>
            </a:pPr>
            <a:r>
              <a:rPr lang="en-US" altLang="zh-CN" sz="1800" dirty="0">
                <a:latin typeface="Arial" charset="0"/>
                <a:ea typeface="宋体" charset="-122"/>
              </a:rPr>
              <a:t>Typically the service requestor and the service provider negotiate on Service Level Agreement (SLAs)</a:t>
            </a:r>
          </a:p>
          <a:p>
            <a:pPr lvl="1" eaLnBrk="1" hangingPunct="1">
              <a:lnSpc>
                <a:spcPct val="80000"/>
              </a:lnSpc>
            </a:pPr>
            <a:r>
              <a:rPr lang="en-US" altLang="zh-CN" sz="1800" dirty="0">
                <a:latin typeface="Arial" charset="0"/>
                <a:ea typeface="宋体" charset="-122"/>
              </a:rPr>
              <a:t>After achieving mutual agreements, the service requestor invokes the required Web service and executes the service remotely at the site of the service provider.</a:t>
            </a:r>
          </a:p>
          <a:p>
            <a:pPr lvl="1" eaLnBrk="1" hangingPunct="1">
              <a:lnSpc>
                <a:spcPct val="80000"/>
              </a:lnSpc>
            </a:pPr>
            <a:r>
              <a:rPr lang="en-US" altLang="zh-CN" sz="1800" dirty="0">
                <a:latin typeface="Arial" charset="0"/>
                <a:ea typeface="宋体" charset="-122"/>
              </a:rPr>
              <a:t>SOAP is the typical protocol to carry request and response, and </a:t>
            </a:r>
            <a:r>
              <a:rPr lang="en-US" altLang="zh-CN" sz="1800" dirty="0" err="1">
                <a:latin typeface="Arial" charset="0"/>
                <a:ea typeface="宋体" charset="-122"/>
              </a:rPr>
              <a:t>marshell</a:t>
            </a:r>
            <a:r>
              <a:rPr lang="en-US" altLang="zh-CN" sz="1800" dirty="0">
                <a:latin typeface="Arial" charset="0"/>
                <a:ea typeface="宋体" charset="-122"/>
              </a:rPr>
              <a:t>/</a:t>
            </a:r>
            <a:r>
              <a:rPr lang="en-US" altLang="zh-CN" sz="1800" dirty="0" err="1">
                <a:latin typeface="Arial" charset="0"/>
                <a:ea typeface="宋体" charset="-122"/>
              </a:rPr>
              <a:t>unmarshell</a:t>
            </a:r>
            <a:r>
              <a:rPr lang="en-US" altLang="zh-CN" sz="1800" dirty="0">
                <a:latin typeface="Arial" charset="0"/>
                <a:ea typeface="宋体" charset="-122"/>
              </a:rPr>
              <a:t> of information is required</a:t>
            </a:r>
          </a:p>
          <a:p>
            <a:pPr eaLnBrk="1" hangingPunct="1">
              <a:lnSpc>
                <a:spcPct val="80000"/>
              </a:lnSpc>
            </a:pPr>
            <a:r>
              <a:rPr lang="en-US" altLang="zh-CN" sz="2400" dirty="0">
                <a:ea typeface="宋体" charset="-122"/>
              </a:rPr>
              <a:t>Composition</a:t>
            </a:r>
          </a:p>
          <a:p>
            <a:pPr lvl="1" eaLnBrk="1" hangingPunct="1">
              <a:lnSpc>
                <a:spcPct val="80000"/>
              </a:lnSpc>
            </a:pPr>
            <a:r>
              <a:rPr lang="en-US" altLang="zh-CN" sz="1800" dirty="0">
                <a:latin typeface="Arial" charset="0"/>
                <a:ea typeface="宋体" charset="-122"/>
              </a:rPr>
              <a:t>Adaptively compose a set of available Web services into a business process flow</a:t>
            </a:r>
          </a:p>
          <a:p>
            <a:pPr lvl="1" eaLnBrk="1" hangingPunct="1">
              <a:lnSpc>
                <a:spcPct val="80000"/>
              </a:lnSpc>
            </a:pPr>
            <a:r>
              <a:rPr lang="en-US" altLang="zh-CN" sz="1800" dirty="0">
                <a:latin typeface="Arial" charset="0"/>
                <a:ea typeface="宋体" charset="-122"/>
              </a:rPr>
              <a:t>BPEL4WS and Web Service Choreography Interface (WSCI) is used to describe the composition</a:t>
            </a:r>
            <a:endParaRPr lang="en-US" altLang="zh-CN" sz="1600" dirty="0">
              <a:latin typeface="Arial" charset="0"/>
              <a:ea typeface="宋体" charset="-122"/>
            </a:endParaRPr>
          </a:p>
        </p:txBody>
      </p:sp>
      <p:sp>
        <p:nvSpPr>
          <p:cNvPr id="13316" name="灯片编号占位符 5"/>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CC4455D0-AD1E-460F-B1EA-B887DD6812E0}" type="slidenum">
              <a:rPr lang="en-US" altLang="zh-CN" smtClean="0"/>
              <a:pPr eaLnBrk="1" hangingPunct="1"/>
              <a:t>29</a:t>
            </a:fld>
            <a:endParaRPr lang="en-US" altLang="zh-CN"/>
          </a:p>
        </p:txBody>
      </p:sp>
    </p:spTree>
    <p:extLst>
      <p:ext uri="{BB962C8B-B14F-4D97-AF65-F5344CB8AC3E}">
        <p14:creationId xmlns:p14="http://schemas.microsoft.com/office/powerpoint/2010/main" val="3999519229"/>
      </p:ext>
    </p:extLst>
  </p:cSld>
  <p:clrMapOvr>
    <a:masterClrMapping/>
  </p:clrMapOvr>
  <p:transition spd="slow"/>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eaLnBrk="1" hangingPunct="1"/>
            <a:r>
              <a:rPr lang="en-US" altLang="zh-CN">
                <a:ea typeface="宋体" charset="-122"/>
              </a:rPr>
              <a:t>SOA Solution Lifecycle (4/4)</a:t>
            </a:r>
          </a:p>
        </p:txBody>
      </p:sp>
      <p:sp>
        <p:nvSpPr>
          <p:cNvPr id="18436" name="Rectangle 3"/>
          <p:cNvSpPr>
            <a:spLocks noGrp="1" noChangeArrowheads="1"/>
          </p:cNvSpPr>
          <p:nvPr>
            <p:ph idx="1"/>
          </p:nvPr>
        </p:nvSpPr>
        <p:spPr/>
        <p:txBody>
          <a:bodyPr>
            <a:normAutofit/>
          </a:bodyPr>
          <a:lstStyle/>
          <a:p>
            <a:pPr eaLnBrk="1" hangingPunct="1">
              <a:lnSpc>
                <a:spcPct val="80000"/>
              </a:lnSpc>
              <a:defRPr/>
            </a:pPr>
            <a:r>
              <a:rPr lang="en-US" altLang="zh-CN" sz="2400" dirty="0"/>
              <a:t>Collaboration</a:t>
            </a:r>
          </a:p>
          <a:p>
            <a:pPr lvl="1" eaLnBrk="1" hangingPunct="1">
              <a:lnSpc>
                <a:spcPct val="80000"/>
              </a:lnSpc>
              <a:defRPr/>
            </a:pPr>
            <a:r>
              <a:rPr lang="en-US" altLang="zh-CN" sz="2100" dirty="0"/>
              <a:t>In a comprehensive business process, multiple services are typically provided and invoked by different service provider</a:t>
            </a:r>
          </a:p>
          <a:p>
            <a:pPr lvl="1" eaLnBrk="1" hangingPunct="1">
              <a:lnSpc>
                <a:spcPct val="80000"/>
              </a:lnSpc>
              <a:defRPr/>
            </a:pPr>
            <a:r>
              <a:rPr lang="en-US" altLang="zh-CN" sz="2100" dirty="0"/>
              <a:t>In order to coordinate them, Information exchange and collaboration between them is necessary </a:t>
            </a:r>
          </a:p>
          <a:p>
            <a:pPr eaLnBrk="1" hangingPunct="1">
              <a:lnSpc>
                <a:spcPct val="80000"/>
              </a:lnSpc>
              <a:defRPr/>
            </a:pPr>
            <a:r>
              <a:rPr lang="en-US" altLang="zh-CN" sz="2400" dirty="0"/>
              <a:t>Monitoring and Management with analytical control</a:t>
            </a:r>
          </a:p>
          <a:p>
            <a:pPr lvl="1" eaLnBrk="1" hangingPunct="1">
              <a:lnSpc>
                <a:spcPct val="80000"/>
              </a:lnSpc>
              <a:defRPr/>
            </a:pPr>
            <a:r>
              <a:rPr lang="en-US" altLang="zh-CN" sz="2100" dirty="0"/>
              <a:t>In the network environment, Web services’ execution should be monitored and controlled </a:t>
            </a:r>
          </a:p>
          <a:p>
            <a:pPr lvl="1" eaLnBrk="1" hangingPunct="1">
              <a:lnSpc>
                <a:spcPct val="80000"/>
              </a:lnSpc>
              <a:defRPr/>
            </a:pPr>
            <a:r>
              <a:rPr lang="en-US" altLang="zh-CN" sz="2100" dirty="0"/>
              <a:t>Include access control, performance monitoring, Service Level Agreement (SLA) enforcement, and exception handling</a:t>
            </a:r>
          </a:p>
          <a:p>
            <a:pPr lvl="1" eaLnBrk="1" hangingPunct="1">
              <a:lnSpc>
                <a:spcPct val="80000"/>
              </a:lnSpc>
              <a:defRPr/>
            </a:pPr>
            <a:r>
              <a:rPr lang="en-US" altLang="zh-CN" sz="2100" dirty="0"/>
              <a:t>We should monitor and track the status of the exchanged information in a distributed environment involving multiple parties</a:t>
            </a:r>
          </a:p>
          <a:p>
            <a:pPr lvl="1" eaLnBrk="1" hangingPunct="1">
              <a:lnSpc>
                <a:spcPct val="80000"/>
              </a:lnSpc>
              <a:defRPr/>
            </a:pPr>
            <a:r>
              <a:rPr lang="en-US" altLang="zh-CN" sz="2100" dirty="0"/>
              <a:t>This process may across multiple organizations, so a federated access control policy is needed</a:t>
            </a:r>
          </a:p>
          <a:p>
            <a:pPr lvl="1" eaLnBrk="1" hangingPunct="1">
              <a:lnSpc>
                <a:spcPct val="80000"/>
              </a:lnSpc>
              <a:defRPr/>
            </a:pPr>
            <a:r>
              <a:rPr lang="en-US" altLang="zh-CN" sz="2100" dirty="0"/>
              <a:t>Data analysis and information analysis for improving</a:t>
            </a:r>
          </a:p>
        </p:txBody>
      </p:sp>
      <p:sp>
        <p:nvSpPr>
          <p:cNvPr id="14340" name="灯片编号占位符 5"/>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455E3B38-43E9-49B8-8C6A-9F39426EC521}" type="slidenum">
              <a:rPr lang="en-US" altLang="zh-CN" smtClean="0"/>
              <a:pPr eaLnBrk="1" hangingPunct="1"/>
              <a:t>30</a:t>
            </a:fld>
            <a:endParaRPr lang="en-US" altLang="zh-CN"/>
          </a:p>
        </p:txBody>
      </p:sp>
    </p:spTree>
    <p:extLst>
      <p:ext uri="{BB962C8B-B14F-4D97-AF65-F5344CB8AC3E}">
        <p14:creationId xmlns:p14="http://schemas.microsoft.com/office/powerpoint/2010/main" val="81300618"/>
      </p:ext>
    </p:extLst>
  </p:cSld>
  <p:clrMapOvr>
    <a:masterClrMapping/>
  </p:clrMapOvr>
  <p:transition spd="slow"/>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Read More…</a:t>
            </a:r>
            <a:endParaRPr lang="zh-CN" altLang="en-US" dirty="0"/>
          </a:p>
        </p:txBody>
      </p:sp>
      <p:sp>
        <p:nvSpPr>
          <p:cNvPr id="3" name="内容占位符 2"/>
          <p:cNvSpPr>
            <a:spLocks noGrp="1"/>
          </p:cNvSpPr>
          <p:nvPr>
            <p:ph idx="1"/>
          </p:nvPr>
        </p:nvSpPr>
        <p:spPr/>
        <p:txBody>
          <a:bodyPr>
            <a:normAutofit/>
          </a:bodyPr>
          <a:lstStyle/>
          <a:p>
            <a:r>
              <a:rPr lang="zh-CN" altLang="en-US" sz="2800" dirty="0"/>
              <a:t>题名</a:t>
            </a:r>
            <a:r>
              <a:rPr lang="en-US" altLang="zh-CN" sz="2800" dirty="0"/>
              <a:t>/</a:t>
            </a:r>
            <a:r>
              <a:rPr lang="zh-CN" altLang="en-US" sz="2800" dirty="0"/>
              <a:t>责任者</a:t>
            </a:r>
            <a:r>
              <a:rPr lang="en-US" altLang="zh-CN" sz="2800" dirty="0"/>
              <a:t>:Services computing = </a:t>
            </a:r>
            <a:r>
              <a:rPr lang="zh-CN" altLang="en-US" sz="2800" dirty="0"/>
              <a:t>服务计算 </a:t>
            </a:r>
            <a:r>
              <a:rPr lang="en-US" altLang="zh-CN" sz="2800" dirty="0"/>
              <a:t>/ Liang-</a:t>
            </a:r>
            <a:r>
              <a:rPr lang="en-US" altLang="zh-CN" sz="2800" dirty="0" err="1"/>
              <a:t>Jie</a:t>
            </a:r>
            <a:r>
              <a:rPr lang="en-US" altLang="zh-CN" sz="2800" dirty="0"/>
              <a:t> Zhang, Jia Zhang, Hong </a:t>
            </a:r>
            <a:r>
              <a:rPr lang="en-US" altLang="zh-CN" sz="2800" dirty="0" err="1"/>
              <a:t>Cai</a:t>
            </a:r>
            <a:r>
              <a:rPr lang="en-US" altLang="zh-CN" sz="2800" dirty="0"/>
              <a:t>.</a:t>
            </a:r>
          </a:p>
          <a:p>
            <a:pPr lvl="1"/>
            <a:r>
              <a:rPr lang="zh-CN" altLang="en-US" sz="2400" dirty="0"/>
              <a:t>出版发行项</a:t>
            </a:r>
            <a:r>
              <a:rPr lang="en-US" altLang="zh-CN" sz="2400" dirty="0"/>
              <a:t>:Beijing : Tsinghua University Press ; Berlin ; New York : Springer, c2007.</a:t>
            </a:r>
          </a:p>
          <a:p>
            <a:pPr lvl="1"/>
            <a:r>
              <a:rPr lang="en-US" altLang="zh-CN" sz="2400" dirty="0"/>
              <a:t>ISBN:9787302150756 (Tsinghua University Press)</a:t>
            </a:r>
          </a:p>
          <a:p>
            <a:pPr lvl="1"/>
            <a:r>
              <a:rPr lang="en-US" altLang="zh-CN" sz="2400" dirty="0"/>
              <a:t>ISBN:9783540382812 (Springer)</a:t>
            </a:r>
          </a:p>
          <a:p>
            <a:pPr lvl="1"/>
            <a:endParaRPr lang="en-US" altLang="zh-CN" sz="2800" dirty="0"/>
          </a:p>
          <a:p>
            <a:r>
              <a:rPr lang="zh-CN" altLang="en-US" sz="2800" dirty="0"/>
              <a:t>题名</a:t>
            </a:r>
            <a:r>
              <a:rPr lang="en-US" altLang="zh-CN" sz="2800" dirty="0"/>
              <a:t>/</a:t>
            </a:r>
            <a:r>
              <a:rPr lang="zh-CN" altLang="en-US" sz="2800" dirty="0"/>
              <a:t>责任者</a:t>
            </a:r>
            <a:r>
              <a:rPr lang="en-US" altLang="zh-CN" sz="2800" dirty="0"/>
              <a:t>:</a:t>
            </a:r>
            <a:r>
              <a:rPr lang="zh-CN" altLang="en-US" sz="2800" dirty="0"/>
              <a:t>面向服务的计算</a:t>
            </a:r>
            <a:r>
              <a:rPr lang="en-US" altLang="zh-CN" sz="2800" dirty="0"/>
              <a:t>(SOC):</a:t>
            </a:r>
            <a:r>
              <a:rPr lang="zh-CN" altLang="en-US" sz="2800" dirty="0"/>
              <a:t>技术、规范与标准</a:t>
            </a:r>
            <a:r>
              <a:rPr lang="en-US" altLang="zh-CN" sz="2800" dirty="0"/>
              <a:t>/</a:t>
            </a:r>
            <a:r>
              <a:rPr lang="zh-CN" altLang="en-US" sz="2800" dirty="0"/>
              <a:t>周宇辰 </a:t>
            </a:r>
            <a:r>
              <a:rPr lang="en-US" altLang="zh-CN" sz="2800" dirty="0"/>
              <a:t>... [</a:t>
            </a:r>
            <a:r>
              <a:rPr lang="zh-CN" altLang="en-US" sz="2800" dirty="0"/>
              <a:t>等</a:t>
            </a:r>
            <a:r>
              <a:rPr lang="en-US" altLang="zh-CN" sz="2800" dirty="0"/>
              <a:t>] </a:t>
            </a:r>
            <a:r>
              <a:rPr lang="zh-CN" altLang="en-US" sz="2800" dirty="0"/>
              <a:t>编著</a:t>
            </a:r>
          </a:p>
          <a:p>
            <a:pPr lvl="1"/>
            <a:r>
              <a:rPr lang="zh-CN" altLang="en-US" sz="2400" dirty="0"/>
              <a:t>出版发行项</a:t>
            </a:r>
            <a:r>
              <a:rPr lang="en-US" altLang="zh-CN" sz="2400" dirty="0"/>
              <a:t>:</a:t>
            </a:r>
            <a:r>
              <a:rPr lang="zh-CN" altLang="en-US" sz="2400" dirty="0"/>
              <a:t>北京</a:t>
            </a:r>
            <a:r>
              <a:rPr lang="en-US" altLang="zh-CN" sz="2400" dirty="0"/>
              <a:t>:</a:t>
            </a:r>
            <a:r>
              <a:rPr lang="zh-CN" altLang="en-US" sz="2400" dirty="0"/>
              <a:t>电子工业出版社</a:t>
            </a:r>
            <a:r>
              <a:rPr lang="en-US" altLang="zh-CN" sz="2400" dirty="0"/>
              <a:t>,2010</a:t>
            </a:r>
          </a:p>
          <a:p>
            <a:pPr lvl="1"/>
            <a:r>
              <a:rPr lang="en-US" altLang="zh-CN" sz="2400" dirty="0"/>
              <a:t>ISBN</a:t>
            </a:r>
            <a:r>
              <a:rPr lang="zh-CN" altLang="en-US" sz="2400" dirty="0"/>
              <a:t>及定价</a:t>
            </a:r>
            <a:r>
              <a:rPr lang="en-US" altLang="zh-CN" sz="2400" dirty="0"/>
              <a:t>:978-7-121-09893-2/CNY49.00</a:t>
            </a:r>
          </a:p>
        </p:txBody>
      </p:sp>
      <p:sp>
        <p:nvSpPr>
          <p:cNvPr id="4" name="灯片编号占位符 3"/>
          <p:cNvSpPr>
            <a:spLocks noGrp="1"/>
          </p:cNvSpPr>
          <p:nvPr>
            <p:ph type="sldNum" sz="quarter" idx="10"/>
          </p:nvPr>
        </p:nvSpPr>
        <p:spPr/>
        <p:txBody>
          <a:bodyPr/>
          <a:lstStyle/>
          <a:p>
            <a:pPr>
              <a:defRPr/>
            </a:pPr>
            <a:fld id="{325F9849-8685-4695-90DF-7FFF45334563}" type="slidenum">
              <a:rPr lang="en-US" altLang="zh-CN" smtClean="0"/>
              <a:pPr>
                <a:defRPr/>
              </a:pPr>
              <a:t>31</a:t>
            </a:fld>
            <a:endParaRPr lang="en-US" altLang="zh-CN"/>
          </a:p>
        </p:txBody>
      </p:sp>
    </p:spTree>
    <p:extLst>
      <p:ext uri="{BB962C8B-B14F-4D97-AF65-F5344CB8AC3E}">
        <p14:creationId xmlns:p14="http://schemas.microsoft.com/office/powerpoint/2010/main" val="4175116668"/>
      </p:ext>
    </p:extLst>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TIMING" val="|23.4|0.5"/>
</p:tagLst>
</file>

<file path=ppt/tags/tag2.xml><?xml version="1.0" encoding="utf-8"?>
<p:tagLst xmlns:a="http://schemas.openxmlformats.org/drawingml/2006/main" xmlns:r="http://schemas.openxmlformats.org/officeDocument/2006/relationships" xmlns:p="http://schemas.openxmlformats.org/presentationml/2006/main">
  <p:tag name="TIMING" val="|14.7"/>
</p:tagLst>
</file>

<file path=ppt/theme/theme1.xml><?xml version="1.0" encoding="utf-8"?>
<a:theme xmlns:a="http://schemas.openxmlformats.org/drawingml/2006/main" name="software">
  <a:themeElements>
    <a:clrScheme name="sample 1">
      <a:dk1>
        <a:srgbClr val="163794"/>
      </a:dk1>
      <a:lt1>
        <a:srgbClr val="FFFFFF"/>
      </a:lt1>
      <a:dk2>
        <a:srgbClr val="000000"/>
      </a:dk2>
      <a:lt2>
        <a:srgbClr val="C0C0C0"/>
      </a:lt2>
      <a:accent1>
        <a:srgbClr val="009999"/>
      </a:accent1>
      <a:accent2>
        <a:srgbClr val="990000"/>
      </a:accent2>
      <a:accent3>
        <a:srgbClr val="FFFFFF"/>
      </a:accent3>
      <a:accent4>
        <a:srgbClr val="112D7E"/>
      </a:accent4>
      <a:accent5>
        <a:srgbClr val="AACACA"/>
      </a:accent5>
      <a:accent6>
        <a:srgbClr val="8A0000"/>
      </a:accent6>
      <a:hlink>
        <a:srgbClr val="6699FF"/>
      </a:hlink>
      <a:folHlink>
        <a:srgbClr val="969696"/>
      </a:folHlink>
    </a:clrScheme>
    <a:fontScheme name="sample">
      <a:majorFont>
        <a:latin typeface="Verdana"/>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sample 1">
        <a:dk1>
          <a:srgbClr val="163794"/>
        </a:dk1>
        <a:lt1>
          <a:srgbClr val="FFFFFF"/>
        </a:lt1>
        <a:dk2>
          <a:srgbClr val="000000"/>
        </a:dk2>
        <a:lt2>
          <a:srgbClr val="C0C0C0"/>
        </a:lt2>
        <a:accent1>
          <a:srgbClr val="009999"/>
        </a:accent1>
        <a:accent2>
          <a:srgbClr val="990000"/>
        </a:accent2>
        <a:accent3>
          <a:srgbClr val="FFFFFF"/>
        </a:accent3>
        <a:accent4>
          <a:srgbClr val="112D7E"/>
        </a:accent4>
        <a:accent5>
          <a:srgbClr val="AACACA"/>
        </a:accent5>
        <a:accent6>
          <a:srgbClr val="8A0000"/>
        </a:accent6>
        <a:hlink>
          <a:srgbClr val="6699FF"/>
        </a:hlink>
        <a:folHlink>
          <a:srgbClr val="969696"/>
        </a:folHlink>
      </a:clrScheme>
      <a:clrMap bg1="lt1" tx1="dk1" bg2="lt2" tx2="dk2" accent1="accent1" accent2="accent2" accent3="accent3" accent4="accent4" accent5="accent5" accent6="accent6" hlink="hlink" folHlink="folHlink"/>
    </a:extraClrScheme>
    <a:extraClrScheme>
      <a:clrScheme name="sample 2">
        <a:dk1>
          <a:srgbClr val="29698D"/>
        </a:dk1>
        <a:lt1>
          <a:srgbClr val="FFFFFF"/>
        </a:lt1>
        <a:dk2>
          <a:srgbClr val="000000"/>
        </a:dk2>
        <a:lt2>
          <a:srgbClr val="A1BABD"/>
        </a:lt2>
        <a:accent1>
          <a:srgbClr val="FF5050"/>
        </a:accent1>
        <a:accent2>
          <a:srgbClr val="FF9933"/>
        </a:accent2>
        <a:accent3>
          <a:srgbClr val="FFFFFF"/>
        </a:accent3>
        <a:accent4>
          <a:srgbClr val="215978"/>
        </a:accent4>
        <a:accent5>
          <a:srgbClr val="FFB3B3"/>
        </a:accent5>
        <a:accent6>
          <a:srgbClr val="E78A2D"/>
        </a:accent6>
        <a:hlink>
          <a:srgbClr val="00CC99"/>
        </a:hlink>
        <a:folHlink>
          <a:srgbClr val="83A6A7"/>
        </a:folHlink>
      </a:clrScheme>
      <a:clrMap bg1="lt1" tx1="dk1" bg2="lt2" tx2="dk2" accent1="accent1" accent2="accent2" accent3="accent3" accent4="accent4" accent5="accent5" accent6="accent6" hlink="hlink" folHlink="folHlink"/>
    </a:extraClrScheme>
    <a:extraClrScheme>
      <a:clrScheme name="sample 3">
        <a:dk1>
          <a:srgbClr val="666699"/>
        </a:dk1>
        <a:lt1>
          <a:srgbClr val="FFFFFF"/>
        </a:lt1>
        <a:dk2>
          <a:srgbClr val="000000"/>
        </a:dk2>
        <a:lt2>
          <a:srgbClr val="C0C0C0"/>
        </a:lt2>
        <a:accent1>
          <a:srgbClr val="72B88E"/>
        </a:accent1>
        <a:accent2>
          <a:srgbClr val="C78DD7"/>
        </a:accent2>
        <a:accent3>
          <a:srgbClr val="FFFFFF"/>
        </a:accent3>
        <a:accent4>
          <a:srgbClr val="565682"/>
        </a:accent4>
        <a:accent5>
          <a:srgbClr val="BCD8C6"/>
        </a:accent5>
        <a:accent6>
          <a:srgbClr val="B47FC3"/>
        </a:accent6>
        <a:hlink>
          <a:srgbClr val="3197BB"/>
        </a:hlink>
        <a:folHlink>
          <a:srgbClr val="878FA5"/>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software</Template>
  <TotalTime>18015</TotalTime>
  <Words>2019</Words>
  <Application>Microsoft Office PowerPoint</Application>
  <PresentationFormat>全屏显示(4:3)</PresentationFormat>
  <Paragraphs>244</Paragraphs>
  <Slides>31</Slides>
  <Notes>27</Notes>
  <HiddenSlides>0</HiddenSlides>
  <MMClips>0</MMClips>
  <ScaleCrop>false</ScaleCrop>
  <HeadingPairs>
    <vt:vector size="8" baseType="variant">
      <vt:variant>
        <vt:lpstr>已用的字体</vt:lpstr>
      </vt:variant>
      <vt:variant>
        <vt:i4>3</vt:i4>
      </vt:variant>
      <vt:variant>
        <vt:lpstr>主题</vt:lpstr>
      </vt:variant>
      <vt:variant>
        <vt:i4>1</vt:i4>
      </vt:variant>
      <vt:variant>
        <vt:lpstr>嵌入 OLE 服务器</vt:lpstr>
      </vt:variant>
      <vt:variant>
        <vt:i4>1</vt:i4>
      </vt:variant>
      <vt:variant>
        <vt:lpstr>幻灯片标题</vt:lpstr>
      </vt:variant>
      <vt:variant>
        <vt:i4>31</vt:i4>
      </vt:variant>
    </vt:vector>
  </HeadingPairs>
  <TitlesOfParts>
    <vt:vector size="36" baseType="lpstr">
      <vt:lpstr>Arial</vt:lpstr>
      <vt:lpstr>Verdana</vt:lpstr>
      <vt:lpstr>Wingdings</vt:lpstr>
      <vt:lpstr>software</vt:lpstr>
      <vt:lpstr>Visio</vt:lpstr>
      <vt:lpstr>Service-Oriented Architecture Service-Oriented Software Engineering</vt:lpstr>
      <vt:lpstr>Concept of Service-Oriented Architecture (SOA)</vt:lpstr>
      <vt:lpstr>Triangular SOA Operation Model</vt:lpstr>
      <vt:lpstr>Benefit of SOA</vt:lpstr>
      <vt:lpstr>Web Service-based SOA</vt:lpstr>
      <vt:lpstr>SOA on Bilateral View</vt:lpstr>
      <vt:lpstr>SOA: Bridging Business and IT Architecture</vt:lpstr>
      <vt:lpstr>SOA at four levels (1/2)</vt:lpstr>
      <vt:lpstr>SOA at four levels (2/2)</vt:lpstr>
      <vt:lpstr>Enterprise Service Bus (ESB) (1/3)</vt:lpstr>
      <vt:lpstr>Enterprise Service Bus (ESB) (2/3)</vt:lpstr>
      <vt:lpstr>Enterprise Service Bus (ESB) (3/3)</vt:lpstr>
      <vt:lpstr>SOA Reference Architecture (SOA-RA)</vt:lpstr>
      <vt:lpstr>Horizontal layers</vt:lpstr>
      <vt:lpstr>Operational System layer</vt:lpstr>
      <vt:lpstr>Services Component layer</vt:lpstr>
      <vt:lpstr>Services layer</vt:lpstr>
      <vt:lpstr>Business Process layer</vt:lpstr>
      <vt:lpstr>Orchestration 编排</vt:lpstr>
      <vt:lpstr>维也纳广播交响乐团 (Vienna RSO)</vt:lpstr>
      <vt:lpstr>Choreograph 编舞 编导</vt:lpstr>
      <vt:lpstr>印象·刘三姐</vt:lpstr>
      <vt:lpstr>Consumer layer</vt:lpstr>
      <vt:lpstr>Vertical layers (1/2)</vt:lpstr>
      <vt:lpstr>Vertical layers (2/2)</vt:lpstr>
      <vt:lpstr>Practices and Services Engineering Methodology for SOA</vt:lpstr>
      <vt:lpstr>SOA Solution Lifecycle (1/4)</vt:lpstr>
      <vt:lpstr>SOA Solution Lifecycle (2/4)</vt:lpstr>
      <vt:lpstr>SOA Solution Lifecycle (3/4)</vt:lpstr>
      <vt:lpstr>SOA Solution Lifecycle (4/4)</vt:lpstr>
      <vt:lpstr>Read More…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贝佳</dc:creator>
  <cp:lastModifiedBy>jia bei</cp:lastModifiedBy>
  <cp:revision>197</cp:revision>
  <dcterms:created xsi:type="dcterms:W3CDTF">2008-04-16T11:36:22Z</dcterms:created>
  <dcterms:modified xsi:type="dcterms:W3CDTF">2023-09-14T02:14:33Z</dcterms:modified>
</cp:coreProperties>
</file>