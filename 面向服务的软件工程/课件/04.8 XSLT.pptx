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5" r:id="rId1"/>
  </p:sldMasterIdLst>
  <p:notesMasterIdLst>
    <p:notesMasterId r:id="rId50"/>
  </p:notesMasterIdLst>
  <p:sldIdLst>
    <p:sldId id="256" r:id="rId2"/>
    <p:sldId id="426" r:id="rId3"/>
    <p:sldId id="427" r:id="rId4"/>
    <p:sldId id="428" r:id="rId5"/>
    <p:sldId id="430" r:id="rId6"/>
    <p:sldId id="431" r:id="rId7"/>
    <p:sldId id="432" r:id="rId8"/>
    <p:sldId id="434" r:id="rId9"/>
    <p:sldId id="474" r:id="rId10"/>
    <p:sldId id="480" r:id="rId11"/>
    <p:sldId id="475" r:id="rId12"/>
    <p:sldId id="476" r:id="rId13"/>
    <p:sldId id="477" r:id="rId14"/>
    <p:sldId id="478" r:id="rId15"/>
    <p:sldId id="479" r:id="rId16"/>
    <p:sldId id="473" r:id="rId17"/>
    <p:sldId id="436" r:id="rId18"/>
    <p:sldId id="435" r:id="rId19"/>
    <p:sldId id="451" r:id="rId20"/>
    <p:sldId id="452" r:id="rId21"/>
    <p:sldId id="453" r:id="rId22"/>
    <p:sldId id="438" r:id="rId23"/>
    <p:sldId id="439" r:id="rId24"/>
    <p:sldId id="440" r:id="rId25"/>
    <p:sldId id="441" r:id="rId26"/>
    <p:sldId id="442" r:id="rId27"/>
    <p:sldId id="443" r:id="rId28"/>
    <p:sldId id="444" r:id="rId29"/>
    <p:sldId id="445" r:id="rId30"/>
    <p:sldId id="454" r:id="rId31"/>
    <p:sldId id="455" r:id="rId32"/>
    <p:sldId id="456" r:id="rId33"/>
    <p:sldId id="457" r:id="rId34"/>
    <p:sldId id="458" r:id="rId35"/>
    <p:sldId id="459" r:id="rId36"/>
    <p:sldId id="460" r:id="rId37"/>
    <p:sldId id="461" r:id="rId38"/>
    <p:sldId id="462" r:id="rId39"/>
    <p:sldId id="463" r:id="rId40"/>
    <p:sldId id="464" r:id="rId41"/>
    <p:sldId id="465" r:id="rId42"/>
    <p:sldId id="466" r:id="rId43"/>
    <p:sldId id="467" r:id="rId44"/>
    <p:sldId id="468" r:id="rId45"/>
    <p:sldId id="469" r:id="rId46"/>
    <p:sldId id="470" r:id="rId47"/>
    <p:sldId id="471" r:id="rId48"/>
    <p:sldId id="472" r:id="rId49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993300"/>
    <a:srgbClr val="0066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87" autoAdjust="0"/>
    <p:restoredTop sz="73973" autoAdjust="0"/>
  </p:normalViewPr>
  <p:slideViewPr>
    <p:cSldViewPr>
      <p:cViewPr varScale="1">
        <p:scale>
          <a:sx n="115" d="100"/>
          <a:sy n="115" d="100"/>
        </p:scale>
        <p:origin x="1839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11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1868D0D-C398-4CF8-83A5-18BAC79F817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42363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6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6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00FA0C8-3306-4722-B4E6-46F822739A9A}" type="slidenum">
              <a:rPr lang="en-US" altLang="zh-CN" smtClean="0"/>
              <a:pPr eaLnBrk="1" hangingPunct="1"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83824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>
            <a:extLst>
              <a:ext uri="{FF2B5EF4-FFF2-40B4-BE49-F238E27FC236}">
                <a16:creationId xmlns:a16="http://schemas.microsoft.com/office/drawing/2014/main" id="{172B08F6-3B30-4214-A804-F16D8F7EC61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备注占位符 2">
            <a:extLst>
              <a:ext uri="{FF2B5EF4-FFF2-40B4-BE49-F238E27FC236}">
                <a16:creationId xmlns:a16="http://schemas.microsoft.com/office/drawing/2014/main" id="{9CF5AB76-7551-49F9-A0F2-21C6F9B6B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172" name="灯片编号占位符 3">
            <a:extLst>
              <a:ext uri="{FF2B5EF4-FFF2-40B4-BE49-F238E27FC236}">
                <a16:creationId xmlns:a16="http://schemas.microsoft.com/office/drawing/2014/main" id="{79DF5729-29DA-47C6-AC7C-0563CBE135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E3FBD89-591E-445A-9AB2-86A826FB4FF0}" type="slidenum">
              <a:rPr lang="en-US" altLang="zh-CN"/>
              <a:pPr>
                <a:spcBef>
                  <a:spcPct val="0"/>
                </a:spcBef>
              </a:pPr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>
            <a:extLst>
              <a:ext uri="{FF2B5EF4-FFF2-40B4-BE49-F238E27FC236}">
                <a16:creationId xmlns:a16="http://schemas.microsoft.com/office/drawing/2014/main" id="{74DFB6EC-5784-4403-86D9-7F79841E55B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9" name="备注占位符 2">
            <a:extLst>
              <a:ext uri="{FF2B5EF4-FFF2-40B4-BE49-F238E27FC236}">
                <a16:creationId xmlns:a16="http://schemas.microsoft.com/office/drawing/2014/main" id="{4A31644F-77D4-4650-8F3E-02A3E7276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220" name="灯片编号占位符 3">
            <a:extLst>
              <a:ext uri="{FF2B5EF4-FFF2-40B4-BE49-F238E27FC236}">
                <a16:creationId xmlns:a16="http://schemas.microsoft.com/office/drawing/2014/main" id="{E4D32784-E32A-443C-94ED-1966CF5101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D8C243D-DDF2-4DAA-B07B-48F9EAD34124}" type="slidenum">
              <a:rPr lang="en-US" altLang="zh-CN"/>
              <a:pPr>
                <a:spcBef>
                  <a:spcPct val="0"/>
                </a:spcBef>
              </a:pPr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>
            <a:extLst>
              <a:ext uri="{FF2B5EF4-FFF2-40B4-BE49-F238E27FC236}">
                <a16:creationId xmlns:a16="http://schemas.microsoft.com/office/drawing/2014/main" id="{8118CDE1-A3EA-40E2-83A5-7208EB2876A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7" name="备注占位符 2">
            <a:extLst>
              <a:ext uri="{FF2B5EF4-FFF2-40B4-BE49-F238E27FC236}">
                <a16:creationId xmlns:a16="http://schemas.microsoft.com/office/drawing/2014/main" id="{C6C973CF-B6D2-47D6-BDA4-40B1E0739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1268" name="灯片编号占位符 3">
            <a:extLst>
              <a:ext uri="{FF2B5EF4-FFF2-40B4-BE49-F238E27FC236}">
                <a16:creationId xmlns:a16="http://schemas.microsoft.com/office/drawing/2014/main" id="{D09D539B-ADB0-432E-A7AE-A0172289F5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8F5B65D-789F-4B84-A658-E73300899A4C}" type="slidenum">
              <a:rPr lang="en-US" altLang="zh-CN"/>
              <a:pPr>
                <a:spcBef>
                  <a:spcPct val="0"/>
                </a:spcBef>
              </a:pPr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>
            <a:extLst>
              <a:ext uri="{FF2B5EF4-FFF2-40B4-BE49-F238E27FC236}">
                <a16:creationId xmlns:a16="http://schemas.microsoft.com/office/drawing/2014/main" id="{23B3FBBC-92FF-449F-9E8F-19A84A5C0D4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315" name="备注占位符 2">
            <a:extLst>
              <a:ext uri="{FF2B5EF4-FFF2-40B4-BE49-F238E27FC236}">
                <a16:creationId xmlns:a16="http://schemas.microsoft.com/office/drawing/2014/main" id="{66DCD16F-439C-4F37-A76B-CC05F0254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3316" name="灯片编号占位符 3">
            <a:extLst>
              <a:ext uri="{FF2B5EF4-FFF2-40B4-BE49-F238E27FC236}">
                <a16:creationId xmlns:a16="http://schemas.microsoft.com/office/drawing/2014/main" id="{D46BF284-5CE4-4CDB-9FD6-6B3CE3A7AD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C1CF62B-9330-488B-A2C6-C62E8DD2BF86}" type="slidenum">
              <a:rPr lang="en-US" altLang="zh-CN"/>
              <a:pPr>
                <a:spcBef>
                  <a:spcPct val="0"/>
                </a:spcBef>
              </a:pPr>
              <a:t>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>
            <a:extLst>
              <a:ext uri="{FF2B5EF4-FFF2-40B4-BE49-F238E27FC236}">
                <a16:creationId xmlns:a16="http://schemas.microsoft.com/office/drawing/2014/main" id="{4172D999-BEA7-4591-8655-A93D52B6334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3" name="备注占位符 2">
            <a:extLst>
              <a:ext uri="{FF2B5EF4-FFF2-40B4-BE49-F238E27FC236}">
                <a16:creationId xmlns:a16="http://schemas.microsoft.com/office/drawing/2014/main" id="{84CB3A6C-C0C6-4CD7-B538-E9020D1B4E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5364" name="灯片编号占位符 3">
            <a:extLst>
              <a:ext uri="{FF2B5EF4-FFF2-40B4-BE49-F238E27FC236}">
                <a16:creationId xmlns:a16="http://schemas.microsoft.com/office/drawing/2014/main" id="{2114925C-1864-42AC-9470-C2CCD3ECC1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722C4B0-741C-4790-B7C9-6D6BF5487D18}" type="slidenum">
              <a:rPr lang="en-US" altLang="zh-CN"/>
              <a:pPr>
                <a:spcBef>
                  <a:spcPct val="0"/>
                </a:spcBef>
              </a:pPr>
              <a:t>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>
            <a:extLst>
              <a:ext uri="{FF2B5EF4-FFF2-40B4-BE49-F238E27FC236}">
                <a16:creationId xmlns:a16="http://schemas.microsoft.com/office/drawing/2014/main" id="{86FCA50F-D076-4B87-A67A-FAC29BCE87D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备注占位符 2">
            <a:extLst>
              <a:ext uri="{FF2B5EF4-FFF2-40B4-BE49-F238E27FC236}">
                <a16:creationId xmlns:a16="http://schemas.microsoft.com/office/drawing/2014/main" id="{F527897B-6C76-4764-B40E-20CF2FB44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7412" name="灯片编号占位符 3">
            <a:extLst>
              <a:ext uri="{FF2B5EF4-FFF2-40B4-BE49-F238E27FC236}">
                <a16:creationId xmlns:a16="http://schemas.microsoft.com/office/drawing/2014/main" id="{941F9669-4FAD-4E1C-B78A-762E063B6D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AE401FB-64D9-430E-BBF5-325BFDEA3B1B}" type="slidenum">
              <a:rPr lang="en-US" altLang="zh-CN"/>
              <a:pPr>
                <a:spcBef>
                  <a:spcPct val="0"/>
                </a:spcBef>
              </a:pPr>
              <a:t>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>
            <a:extLst>
              <a:ext uri="{FF2B5EF4-FFF2-40B4-BE49-F238E27FC236}">
                <a16:creationId xmlns:a16="http://schemas.microsoft.com/office/drawing/2014/main" id="{9C565A09-8D3F-4A2B-BEFA-5430D06E015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备注占位符 2">
            <a:extLst>
              <a:ext uri="{FF2B5EF4-FFF2-40B4-BE49-F238E27FC236}">
                <a16:creationId xmlns:a16="http://schemas.microsoft.com/office/drawing/2014/main" id="{15040E1C-298A-43FC-9365-D8A555A88A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9460" name="灯片编号占位符 3">
            <a:extLst>
              <a:ext uri="{FF2B5EF4-FFF2-40B4-BE49-F238E27FC236}">
                <a16:creationId xmlns:a16="http://schemas.microsoft.com/office/drawing/2014/main" id="{0E7B0D47-A215-430D-B7ED-3BEE7D721D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1A4BA6D-6EBE-4629-910D-675677B33E36}" type="slidenum">
              <a:rPr lang="en-US" altLang="zh-CN"/>
              <a:pPr>
                <a:spcBef>
                  <a:spcPct val="0"/>
                </a:spcBef>
              </a:pPr>
              <a:t>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>
            <a:extLst>
              <a:ext uri="{FF2B5EF4-FFF2-40B4-BE49-F238E27FC236}">
                <a16:creationId xmlns:a16="http://schemas.microsoft.com/office/drawing/2014/main" id="{7B126AD7-4CED-4685-B760-0721B9F907B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备注占位符 2">
            <a:extLst>
              <a:ext uri="{FF2B5EF4-FFF2-40B4-BE49-F238E27FC236}">
                <a16:creationId xmlns:a16="http://schemas.microsoft.com/office/drawing/2014/main" id="{652FE6FE-3581-4CD1-876D-2BBD9BC432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1508" name="灯片编号占位符 3">
            <a:extLst>
              <a:ext uri="{FF2B5EF4-FFF2-40B4-BE49-F238E27FC236}">
                <a16:creationId xmlns:a16="http://schemas.microsoft.com/office/drawing/2014/main" id="{2DAFAA09-FCA4-4C6B-A2AC-AF8A11298F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08C265D-92B3-4402-BE7F-DAC941B976A9}" type="slidenum">
              <a:rPr lang="en-US" altLang="zh-CN"/>
              <a:pPr>
                <a:spcBef>
                  <a:spcPct val="0"/>
                </a:spcBef>
              </a:pPr>
              <a:t>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>
            <a:extLst>
              <a:ext uri="{FF2B5EF4-FFF2-40B4-BE49-F238E27FC236}">
                <a16:creationId xmlns:a16="http://schemas.microsoft.com/office/drawing/2014/main" id="{1284523D-95A2-4A47-B856-A998C03C6F2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5" name="备注占位符 2">
            <a:extLst>
              <a:ext uri="{FF2B5EF4-FFF2-40B4-BE49-F238E27FC236}">
                <a16:creationId xmlns:a16="http://schemas.microsoft.com/office/drawing/2014/main" id="{0FDDF4C4-F9FA-4F4A-9BAE-2C4172B556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3556" name="灯片编号占位符 3">
            <a:extLst>
              <a:ext uri="{FF2B5EF4-FFF2-40B4-BE49-F238E27FC236}">
                <a16:creationId xmlns:a16="http://schemas.microsoft.com/office/drawing/2014/main" id="{AA65C1B0-2608-4FA7-8961-EEC033A382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BB9C06F-1773-46BE-9F1D-9E593CB17A90}" type="slidenum">
              <a:rPr lang="en-US" altLang="zh-CN"/>
              <a:pPr>
                <a:spcBef>
                  <a:spcPct val="0"/>
                </a:spcBef>
              </a:pPr>
              <a:t>10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>
            <a:extLst>
              <a:ext uri="{FF2B5EF4-FFF2-40B4-BE49-F238E27FC236}">
                <a16:creationId xmlns:a16="http://schemas.microsoft.com/office/drawing/2014/main" id="{374D7283-A144-4F3D-81D7-324438FE60C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备注占位符 2">
            <a:extLst>
              <a:ext uri="{FF2B5EF4-FFF2-40B4-BE49-F238E27FC236}">
                <a16:creationId xmlns:a16="http://schemas.microsoft.com/office/drawing/2014/main" id="{A30432D9-14AE-430E-B7C7-2B8DE10F44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5604" name="灯片编号占位符 3">
            <a:extLst>
              <a:ext uri="{FF2B5EF4-FFF2-40B4-BE49-F238E27FC236}">
                <a16:creationId xmlns:a16="http://schemas.microsoft.com/office/drawing/2014/main" id="{8D5C9B45-7E71-4AF4-A2B6-7B8C2DD2EC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2959297-0A22-48C5-B821-C09991ED35CF}" type="slidenum">
              <a:rPr lang="en-US" altLang="zh-CN"/>
              <a:pPr>
                <a:spcBef>
                  <a:spcPct val="0"/>
                </a:spcBef>
              </a:pPr>
              <a:t>11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幻灯片图像占位符 1">
            <a:extLst>
              <a:ext uri="{FF2B5EF4-FFF2-40B4-BE49-F238E27FC236}">
                <a16:creationId xmlns:a16="http://schemas.microsoft.com/office/drawing/2014/main" id="{0CCCAD33-22E9-417F-9F16-A2F9235FB57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备注占位符 2">
            <a:extLst>
              <a:ext uri="{FF2B5EF4-FFF2-40B4-BE49-F238E27FC236}">
                <a16:creationId xmlns:a16="http://schemas.microsoft.com/office/drawing/2014/main" id="{065CD153-4F30-42F0-AAD5-050647B64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7652" name="灯片编号占位符 3">
            <a:extLst>
              <a:ext uri="{FF2B5EF4-FFF2-40B4-BE49-F238E27FC236}">
                <a16:creationId xmlns:a16="http://schemas.microsoft.com/office/drawing/2014/main" id="{FDC7F7F4-A36E-4CD3-B85A-3D8A8453C9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1F18BC6-6F26-44BF-BF0F-0661B1751899}" type="slidenum">
              <a:rPr lang="en-US" altLang="zh-CN"/>
              <a:pPr>
                <a:spcBef>
                  <a:spcPct val="0"/>
                </a:spcBef>
              </a:pPr>
              <a:t>12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幻灯片图像占位符 1">
            <a:extLst>
              <a:ext uri="{FF2B5EF4-FFF2-40B4-BE49-F238E27FC236}">
                <a16:creationId xmlns:a16="http://schemas.microsoft.com/office/drawing/2014/main" id="{0A053836-B140-45A1-ACFF-5940347FD63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备注占位符 2">
            <a:extLst>
              <a:ext uri="{FF2B5EF4-FFF2-40B4-BE49-F238E27FC236}">
                <a16:creationId xmlns:a16="http://schemas.microsoft.com/office/drawing/2014/main" id="{C24B3DC4-D8B7-4895-84CB-01CD3F7720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9700" name="灯片编号占位符 3">
            <a:extLst>
              <a:ext uri="{FF2B5EF4-FFF2-40B4-BE49-F238E27FC236}">
                <a16:creationId xmlns:a16="http://schemas.microsoft.com/office/drawing/2014/main" id="{BE24D93C-A189-491E-AAAD-81FF722EAB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1A75644-DFB0-49CC-A7C5-A179BB3039F0}" type="slidenum">
              <a:rPr lang="en-US" altLang="zh-CN"/>
              <a:pPr>
                <a:spcBef>
                  <a:spcPct val="0"/>
                </a:spcBef>
              </a:pPr>
              <a:t>13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幻灯片图像占位符 1">
            <a:extLst>
              <a:ext uri="{FF2B5EF4-FFF2-40B4-BE49-F238E27FC236}">
                <a16:creationId xmlns:a16="http://schemas.microsoft.com/office/drawing/2014/main" id="{AFECF857-4077-49F6-B02B-B2DF469735D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7" name="备注占位符 2">
            <a:extLst>
              <a:ext uri="{FF2B5EF4-FFF2-40B4-BE49-F238E27FC236}">
                <a16:creationId xmlns:a16="http://schemas.microsoft.com/office/drawing/2014/main" id="{6D5F512B-2275-45E9-9FC3-D4E4E276F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1748" name="灯片编号占位符 3">
            <a:extLst>
              <a:ext uri="{FF2B5EF4-FFF2-40B4-BE49-F238E27FC236}">
                <a16:creationId xmlns:a16="http://schemas.microsoft.com/office/drawing/2014/main" id="{5E1A61F6-052D-4CCE-8A18-71A522846D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6ED0EC3-363B-4721-8130-5682B27DD55A}" type="slidenum">
              <a:rPr lang="en-US" altLang="zh-CN"/>
              <a:pPr>
                <a:spcBef>
                  <a:spcPct val="0"/>
                </a:spcBef>
              </a:pPr>
              <a:t>14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>
            <a:extLst>
              <a:ext uri="{FF2B5EF4-FFF2-40B4-BE49-F238E27FC236}">
                <a16:creationId xmlns:a16="http://schemas.microsoft.com/office/drawing/2014/main" id="{2E10FA51-33C8-4E88-A0C4-92A2114D514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5" name="备注占位符 2">
            <a:extLst>
              <a:ext uri="{FF2B5EF4-FFF2-40B4-BE49-F238E27FC236}">
                <a16:creationId xmlns:a16="http://schemas.microsoft.com/office/drawing/2014/main" id="{3F2BF8E4-F832-436D-909E-7FAC99EAE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3796" name="灯片编号占位符 3">
            <a:extLst>
              <a:ext uri="{FF2B5EF4-FFF2-40B4-BE49-F238E27FC236}">
                <a16:creationId xmlns:a16="http://schemas.microsoft.com/office/drawing/2014/main" id="{7B0CC341-D552-4B8B-936B-E11925D231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279745F-A328-42B6-A44A-328AD9FBEF39}" type="slidenum">
              <a:rPr lang="en-US" altLang="zh-CN"/>
              <a:pPr>
                <a:spcBef>
                  <a:spcPct val="0"/>
                </a:spcBef>
              </a:pPr>
              <a:t>15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>
            <a:extLst>
              <a:ext uri="{FF2B5EF4-FFF2-40B4-BE49-F238E27FC236}">
                <a16:creationId xmlns:a16="http://schemas.microsoft.com/office/drawing/2014/main" id="{AD7D7301-3C45-41C2-980D-C0958ADCE73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备注占位符 2">
            <a:extLst>
              <a:ext uri="{FF2B5EF4-FFF2-40B4-BE49-F238E27FC236}">
                <a16:creationId xmlns:a16="http://schemas.microsoft.com/office/drawing/2014/main" id="{116D55CF-2669-4BA8-B4E6-8B05A7801E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5844" name="灯片编号占位符 3">
            <a:extLst>
              <a:ext uri="{FF2B5EF4-FFF2-40B4-BE49-F238E27FC236}">
                <a16:creationId xmlns:a16="http://schemas.microsoft.com/office/drawing/2014/main" id="{431012A0-2E6E-44E8-9AA8-08F6EF2CAF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D8DE141-E156-483B-9A2A-590711D83082}" type="slidenum">
              <a:rPr lang="en-US" altLang="zh-CN"/>
              <a:pPr>
                <a:spcBef>
                  <a:spcPct val="0"/>
                </a:spcBef>
              </a:pPr>
              <a:t>16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>
            <a:extLst>
              <a:ext uri="{FF2B5EF4-FFF2-40B4-BE49-F238E27FC236}">
                <a16:creationId xmlns:a16="http://schemas.microsoft.com/office/drawing/2014/main" id="{ED4AC6F5-CECE-4BD8-89C1-B9443CFCC47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备注占位符 2">
            <a:extLst>
              <a:ext uri="{FF2B5EF4-FFF2-40B4-BE49-F238E27FC236}">
                <a16:creationId xmlns:a16="http://schemas.microsoft.com/office/drawing/2014/main" id="{EE86CDE7-CEDC-48AD-9E29-03A8B8B13D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7892" name="灯片编号占位符 3">
            <a:extLst>
              <a:ext uri="{FF2B5EF4-FFF2-40B4-BE49-F238E27FC236}">
                <a16:creationId xmlns:a16="http://schemas.microsoft.com/office/drawing/2014/main" id="{92D44155-FD6E-4F7B-B65D-9ECEBB360C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3E55BDD-924D-4ECE-BB44-3D7F5C2BA5EE}" type="slidenum">
              <a:rPr lang="en-US" altLang="zh-CN"/>
              <a:pPr>
                <a:spcBef>
                  <a:spcPct val="0"/>
                </a:spcBef>
              </a:pPr>
              <a:t>17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>
            <a:extLst>
              <a:ext uri="{FF2B5EF4-FFF2-40B4-BE49-F238E27FC236}">
                <a16:creationId xmlns:a16="http://schemas.microsoft.com/office/drawing/2014/main" id="{7BDD98B7-A685-455C-904A-0DBA98E9786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备注占位符 2">
            <a:extLst>
              <a:ext uri="{FF2B5EF4-FFF2-40B4-BE49-F238E27FC236}">
                <a16:creationId xmlns:a16="http://schemas.microsoft.com/office/drawing/2014/main" id="{F81E92DF-EE31-47B0-A88A-F741505D5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9940" name="灯片编号占位符 3">
            <a:extLst>
              <a:ext uri="{FF2B5EF4-FFF2-40B4-BE49-F238E27FC236}">
                <a16:creationId xmlns:a16="http://schemas.microsoft.com/office/drawing/2014/main" id="{80C9E8F1-C7FA-4E44-A55C-44FC13EFAC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D390C60-76C0-418E-86B0-C5370B9BE6B9}" type="slidenum">
              <a:rPr lang="en-US" altLang="zh-CN"/>
              <a:pPr>
                <a:spcBef>
                  <a:spcPct val="0"/>
                </a:spcBef>
              </a:pPr>
              <a:t>18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幻灯片图像占位符 1">
            <a:extLst>
              <a:ext uri="{FF2B5EF4-FFF2-40B4-BE49-F238E27FC236}">
                <a16:creationId xmlns:a16="http://schemas.microsoft.com/office/drawing/2014/main" id="{6A47164E-6E0F-4201-9B10-629BD20FB30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备注占位符 2">
            <a:extLst>
              <a:ext uri="{FF2B5EF4-FFF2-40B4-BE49-F238E27FC236}">
                <a16:creationId xmlns:a16="http://schemas.microsoft.com/office/drawing/2014/main" id="{0E800918-3C23-4509-87A3-7EE779508B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1988" name="灯片编号占位符 3">
            <a:extLst>
              <a:ext uri="{FF2B5EF4-FFF2-40B4-BE49-F238E27FC236}">
                <a16:creationId xmlns:a16="http://schemas.microsoft.com/office/drawing/2014/main" id="{208FB91C-AD11-4590-835A-51BC0C8ED1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59CA2A3-9182-4C68-8460-99BD802D8D26}" type="slidenum">
              <a:rPr lang="en-US" altLang="zh-CN"/>
              <a:pPr>
                <a:spcBef>
                  <a:spcPct val="0"/>
                </a:spcBef>
              </a:pPr>
              <a:t>19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>
            <a:extLst>
              <a:ext uri="{FF2B5EF4-FFF2-40B4-BE49-F238E27FC236}">
                <a16:creationId xmlns:a16="http://schemas.microsoft.com/office/drawing/2014/main" id="{84230C0A-827A-4210-8EDD-58699362515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备注占位符 2">
            <a:extLst>
              <a:ext uri="{FF2B5EF4-FFF2-40B4-BE49-F238E27FC236}">
                <a16:creationId xmlns:a16="http://schemas.microsoft.com/office/drawing/2014/main" id="{A7CA73C9-5213-40DE-904A-4F1F7D33D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4036" name="灯片编号占位符 3">
            <a:extLst>
              <a:ext uri="{FF2B5EF4-FFF2-40B4-BE49-F238E27FC236}">
                <a16:creationId xmlns:a16="http://schemas.microsoft.com/office/drawing/2014/main" id="{0B733FF8-9D2D-4AEF-BEEB-D40F1062F3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AAC5244-1D88-4AE0-96E1-415AA70A1020}" type="slidenum">
              <a:rPr lang="en-US" altLang="zh-CN"/>
              <a:pPr>
                <a:spcBef>
                  <a:spcPct val="0"/>
                </a:spcBef>
              </a:pPr>
              <a:t>20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>
            <a:extLst>
              <a:ext uri="{FF2B5EF4-FFF2-40B4-BE49-F238E27FC236}">
                <a16:creationId xmlns:a16="http://schemas.microsoft.com/office/drawing/2014/main" id="{B4E885D1-397E-47FE-8418-2220C46091E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备注占位符 2">
            <a:extLst>
              <a:ext uri="{FF2B5EF4-FFF2-40B4-BE49-F238E27FC236}">
                <a16:creationId xmlns:a16="http://schemas.microsoft.com/office/drawing/2014/main" id="{3386D578-ED5A-476A-8741-B1C670061E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6084" name="灯片编号占位符 3">
            <a:extLst>
              <a:ext uri="{FF2B5EF4-FFF2-40B4-BE49-F238E27FC236}">
                <a16:creationId xmlns:a16="http://schemas.microsoft.com/office/drawing/2014/main" id="{142FB5C8-D672-42BF-97C9-9D53A8D25D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B18B262-5F81-4F53-A11A-83064485C017}" type="slidenum">
              <a:rPr lang="en-US" altLang="zh-CN"/>
              <a:pPr>
                <a:spcBef>
                  <a:spcPct val="0"/>
                </a:spcBef>
              </a:pPr>
              <a:t>21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>
            <a:extLst>
              <a:ext uri="{FF2B5EF4-FFF2-40B4-BE49-F238E27FC236}">
                <a16:creationId xmlns:a16="http://schemas.microsoft.com/office/drawing/2014/main" id="{047786A1-8590-494D-9EB5-74387514DB7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备注占位符 2">
            <a:extLst>
              <a:ext uri="{FF2B5EF4-FFF2-40B4-BE49-F238E27FC236}">
                <a16:creationId xmlns:a16="http://schemas.microsoft.com/office/drawing/2014/main" id="{4AD69B92-A2D8-4D19-AAF0-E49FF0E3F7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172" name="灯片编号占位符 3">
            <a:extLst>
              <a:ext uri="{FF2B5EF4-FFF2-40B4-BE49-F238E27FC236}">
                <a16:creationId xmlns:a16="http://schemas.microsoft.com/office/drawing/2014/main" id="{05FC1C5D-D732-489E-BA4A-DD5B328E92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5A7F68B-FF82-48EF-87DE-84BD4CFC8432}" type="slidenum">
              <a:rPr lang="en-US" altLang="zh-CN"/>
              <a:pPr>
                <a:spcBef>
                  <a:spcPct val="0"/>
                </a:spcBef>
              </a:pPr>
              <a:t>22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>
            <a:extLst>
              <a:ext uri="{FF2B5EF4-FFF2-40B4-BE49-F238E27FC236}">
                <a16:creationId xmlns:a16="http://schemas.microsoft.com/office/drawing/2014/main" id="{D85AC0DA-6211-46C5-B269-EF06FFA0BFF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9" name="备注占位符 2">
            <a:extLst>
              <a:ext uri="{FF2B5EF4-FFF2-40B4-BE49-F238E27FC236}">
                <a16:creationId xmlns:a16="http://schemas.microsoft.com/office/drawing/2014/main" id="{9DE5BD31-3C9D-4A77-8E27-2AACCAAE3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220" name="灯片编号占位符 3">
            <a:extLst>
              <a:ext uri="{FF2B5EF4-FFF2-40B4-BE49-F238E27FC236}">
                <a16:creationId xmlns:a16="http://schemas.microsoft.com/office/drawing/2014/main" id="{08592A16-FD68-47BC-A4D9-DAB6990E3B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278EDAF-D38E-478C-A780-2E26B0D27669}" type="slidenum">
              <a:rPr lang="en-US" altLang="zh-CN"/>
              <a:pPr>
                <a:spcBef>
                  <a:spcPct val="0"/>
                </a:spcBef>
              </a:pPr>
              <a:t>23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>
            <a:extLst>
              <a:ext uri="{FF2B5EF4-FFF2-40B4-BE49-F238E27FC236}">
                <a16:creationId xmlns:a16="http://schemas.microsoft.com/office/drawing/2014/main" id="{E2B6FA67-2A7F-4267-95FB-1D6EF246324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7" name="备注占位符 2">
            <a:extLst>
              <a:ext uri="{FF2B5EF4-FFF2-40B4-BE49-F238E27FC236}">
                <a16:creationId xmlns:a16="http://schemas.microsoft.com/office/drawing/2014/main" id="{797AAC32-EDA0-4D45-B79F-F2BB7EF9D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1268" name="灯片编号占位符 3">
            <a:extLst>
              <a:ext uri="{FF2B5EF4-FFF2-40B4-BE49-F238E27FC236}">
                <a16:creationId xmlns:a16="http://schemas.microsoft.com/office/drawing/2014/main" id="{66400B31-E61A-425F-8D5C-4422C76CCF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1CEBAA0-EA3F-420B-8F1F-1990C844041B}" type="slidenum">
              <a:rPr lang="en-US" altLang="zh-CN"/>
              <a:pPr>
                <a:spcBef>
                  <a:spcPct val="0"/>
                </a:spcBef>
              </a:pPr>
              <a:t>24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>
            <a:extLst>
              <a:ext uri="{FF2B5EF4-FFF2-40B4-BE49-F238E27FC236}">
                <a16:creationId xmlns:a16="http://schemas.microsoft.com/office/drawing/2014/main" id="{561A0479-910B-4A84-A52A-235821A5C57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315" name="备注占位符 2">
            <a:extLst>
              <a:ext uri="{FF2B5EF4-FFF2-40B4-BE49-F238E27FC236}">
                <a16:creationId xmlns:a16="http://schemas.microsoft.com/office/drawing/2014/main" id="{79B470C9-0C2D-40E3-9A74-00721FDEF8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3316" name="灯片编号占位符 3">
            <a:extLst>
              <a:ext uri="{FF2B5EF4-FFF2-40B4-BE49-F238E27FC236}">
                <a16:creationId xmlns:a16="http://schemas.microsoft.com/office/drawing/2014/main" id="{6FD7AAD3-FB49-4916-8E2F-769E6EA92E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DF3DD76-666B-4D11-90FF-D5E6D8B38512}" type="slidenum">
              <a:rPr lang="en-US" altLang="zh-CN"/>
              <a:pPr>
                <a:spcBef>
                  <a:spcPct val="0"/>
                </a:spcBef>
              </a:pPr>
              <a:t>25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>
            <a:extLst>
              <a:ext uri="{FF2B5EF4-FFF2-40B4-BE49-F238E27FC236}">
                <a16:creationId xmlns:a16="http://schemas.microsoft.com/office/drawing/2014/main" id="{8638AD78-7D03-4954-BFC0-166C36CB9FD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3" name="备注占位符 2">
            <a:extLst>
              <a:ext uri="{FF2B5EF4-FFF2-40B4-BE49-F238E27FC236}">
                <a16:creationId xmlns:a16="http://schemas.microsoft.com/office/drawing/2014/main" id="{C62A3735-D9EF-42E4-A90B-1C8E000E8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5364" name="灯片编号占位符 3">
            <a:extLst>
              <a:ext uri="{FF2B5EF4-FFF2-40B4-BE49-F238E27FC236}">
                <a16:creationId xmlns:a16="http://schemas.microsoft.com/office/drawing/2014/main" id="{436631E9-49CF-452B-96A6-31286AAE29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977188D-3C1E-4D29-9F34-EC038A671B8E}" type="slidenum">
              <a:rPr lang="en-US" altLang="zh-CN"/>
              <a:pPr>
                <a:spcBef>
                  <a:spcPct val="0"/>
                </a:spcBef>
              </a:pPr>
              <a:t>26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>
            <a:extLst>
              <a:ext uri="{FF2B5EF4-FFF2-40B4-BE49-F238E27FC236}">
                <a16:creationId xmlns:a16="http://schemas.microsoft.com/office/drawing/2014/main" id="{158485BB-4E0F-40F1-ACF9-ACBBDFFB8E8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备注占位符 2">
            <a:extLst>
              <a:ext uri="{FF2B5EF4-FFF2-40B4-BE49-F238E27FC236}">
                <a16:creationId xmlns:a16="http://schemas.microsoft.com/office/drawing/2014/main" id="{4079652F-0205-4D12-8A30-394F9A157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7412" name="灯片编号占位符 3">
            <a:extLst>
              <a:ext uri="{FF2B5EF4-FFF2-40B4-BE49-F238E27FC236}">
                <a16:creationId xmlns:a16="http://schemas.microsoft.com/office/drawing/2014/main" id="{36464C86-5531-4C36-96E7-68B404F009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5C516F6-53C7-46D4-BFC8-DDA4B25F60FA}" type="slidenum">
              <a:rPr lang="en-US" altLang="zh-CN"/>
              <a:pPr>
                <a:spcBef>
                  <a:spcPct val="0"/>
                </a:spcBef>
              </a:pPr>
              <a:t>27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>
            <a:extLst>
              <a:ext uri="{FF2B5EF4-FFF2-40B4-BE49-F238E27FC236}">
                <a16:creationId xmlns:a16="http://schemas.microsoft.com/office/drawing/2014/main" id="{5BD91FA0-6626-4670-B4E0-4E04819C8DF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备注占位符 2">
            <a:extLst>
              <a:ext uri="{FF2B5EF4-FFF2-40B4-BE49-F238E27FC236}">
                <a16:creationId xmlns:a16="http://schemas.microsoft.com/office/drawing/2014/main" id="{A1742DF5-242F-41A5-B862-F7591A0743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9460" name="灯片编号占位符 3">
            <a:extLst>
              <a:ext uri="{FF2B5EF4-FFF2-40B4-BE49-F238E27FC236}">
                <a16:creationId xmlns:a16="http://schemas.microsoft.com/office/drawing/2014/main" id="{CE028805-09E4-4595-87DC-09DF8D4DD0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A157A8A-1B23-4FBF-8AB1-43A6FB892BB2}" type="slidenum">
              <a:rPr lang="en-US" altLang="zh-CN"/>
              <a:pPr>
                <a:spcBef>
                  <a:spcPct val="0"/>
                </a:spcBef>
              </a:pPr>
              <a:t>28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>
            <a:extLst>
              <a:ext uri="{FF2B5EF4-FFF2-40B4-BE49-F238E27FC236}">
                <a16:creationId xmlns:a16="http://schemas.microsoft.com/office/drawing/2014/main" id="{4B614078-5DF1-4313-8121-51CF57AE422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备注占位符 2">
            <a:extLst>
              <a:ext uri="{FF2B5EF4-FFF2-40B4-BE49-F238E27FC236}">
                <a16:creationId xmlns:a16="http://schemas.microsoft.com/office/drawing/2014/main" id="{A575A350-26F3-4741-85EC-C67AAAE5FB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1508" name="灯片编号占位符 3">
            <a:extLst>
              <a:ext uri="{FF2B5EF4-FFF2-40B4-BE49-F238E27FC236}">
                <a16:creationId xmlns:a16="http://schemas.microsoft.com/office/drawing/2014/main" id="{7B10FE38-30B6-40EE-836B-D1F7E4773F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D0D52DF-368A-4879-9161-DD7B00705FB2}" type="slidenum">
              <a:rPr lang="en-US" altLang="zh-CN"/>
              <a:pPr>
                <a:spcBef>
                  <a:spcPct val="0"/>
                </a:spcBef>
              </a:pPr>
              <a:t>29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>
            <a:extLst>
              <a:ext uri="{FF2B5EF4-FFF2-40B4-BE49-F238E27FC236}">
                <a16:creationId xmlns:a16="http://schemas.microsoft.com/office/drawing/2014/main" id="{ADDD117B-5D7A-42C5-9622-3D34ADE4AE3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5" name="备注占位符 2">
            <a:extLst>
              <a:ext uri="{FF2B5EF4-FFF2-40B4-BE49-F238E27FC236}">
                <a16:creationId xmlns:a16="http://schemas.microsoft.com/office/drawing/2014/main" id="{C6C2E9B1-662B-4174-AB7D-28AD436A3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3556" name="灯片编号占位符 3">
            <a:extLst>
              <a:ext uri="{FF2B5EF4-FFF2-40B4-BE49-F238E27FC236}">
                <a16:creationId xmlns:a16="http://schemas.microsoft.com/office/drawing/2014/main" id="{81F2BD6F-DC03-44A2-A246-3B5DC66232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51338C9-5552-4305-AF2B-E57370FE3B5E}" type="slidenum">
              <a:rPr lang="en-US" altLang="zh-CN"/>
              <a:pPr>
                <a:spcBef>
                  <a:spcPct val="0"/>
                </a:spcBef>
              </a:pPr>
              <a:t>30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>
            <a:extLst>
              <a:ext uri="{FF2B5EF4-FFF2-40B4-BE49-F238E27FC236}">
                <a16:creationId xmlns:a16="http://schemas.microsoft.com/office/drawing/2014/main" id="{21995C68-E63D-4A87-B5B1-2529ADA08C5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备注占位符 2">
            <a:extLst>
              <a:ext uri="{FF2B5EF4-FFF2-40B4-BE49-F238E27FC236}">
                <a16:creationId xmlns:a16="http://schemas.microsoft.com/office/drawing/2014/main" id="{1FA665B2-4965-4B3C-91C2-DC9AB4C042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5604" name="灯片编号占位符 3">
            <a:extLst>
              <a:ext uri="{FF2B5EF4-FFF2-40B4-BE49-F238E27FC236}">
                <a16:creationId xmlns:a16="http://schemas.microsoft.com/office/drawing/2014/main" id="{C5792642-9123-4A92-B786-1368300949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21A45B8-A35A-47F9-B38A-AC1A7264FCD8}" type="slidenum">
              <a:rPr lang="en-US" altLang="zh-CN"/>
              <a:pPr>
                <a:spcBef>
                  <a:spcPct val="0"/>
                </a:spcBef>
              </a:pPr>
              <a:t>31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>
            <a:extLst>
              <a:ext uri="{FF2B5EF4-FFF2-40B4-BE49-F238E27FC236}">
                <a16:creationId xmlns:a16="http://schemas.microsoft.com/office/drawing/2014/main" id="{67F6D977-8F61-4934-912E-F11EECA4034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备注占位符 2">
            <a:extLst>
              <a:ext uri="{FF2B5EF4-FFF2-40B4-BE49-F238E27FC236}">
                <a16:creationId xmlns:a16="http://schemas.microsoft.com/office/drawing/2014/main" id="{9C4AFBE1-E059-4FDD-92CE-AD4D3F8998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172" name="灯片编号占位符 3">
            <a:extLst>
              <a:ext uri="{FF2B5EF4-FFF2-40B4-BE49-F238E27FC236}">
                <a16:creationId xmlns:a16="http://schemas.microsoft.com/office/drawing/2014/main" id="{134C6470-F002-49C3-B093-664993B6ED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CDF9D40-8E38-45B1-9CB6-A2FAAAE45DF6}" type="slidenum">
              <a:rPr lang="en-US" altLang="zh-CN"/>
              <a:pPr>
                <a:spcBef>
                  <a:spcPct val="0"/>
                </a:spcBef>
              </a:pPr>
              <a:t>32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>
            <a:extLst>
              <a:ext uri="{FF2B5EF4-FFF2-40B4-BE49-F238E27FC236}">
                <a16:creationId xmlns:a16="http://schemas.microsoft.com/office/drawing/2014/main" id="{1ED297C8-0C18-4EA1-981B-24A227F619E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9" name="备注占位符 2">
            <a:extLst>
              <a:ext uri="{FF2B5EF4-FFF2-40B4-BE49-F238E27FC236}">
                <a16:creationId xmlns:a16="http://schemas.microsoft.com/office/drawing/2014/main" id="{E82312AB-868B-4F6F-855B-77FB98D57C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220" name="灯片编号占位符 3">
            <a:extLst>
              <a:ext uri="{FF2B5EF4-FFF2-40B4-BE49-F238E27FC236}">
                <a16:creationId xmlns:a16="http://schemas.microsoft.com/office/drawing/2014/main" id="{E2C706B0-6B89-4600-A80D-F5CF8C23EC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7D4BC7C-236B-4476-BD6C-3F7B415DE159}" type="slidenum">
              <a:rPr lang="en-US" altLang="zh-CN"/>
              <a:pPr>
                <a:spcBef>
                  <a:spcPct val="0"/>
                </a:spcBef>
              </a:pPr>
              <a:t>33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>
            <a:extLst>
              <a:ext uri="{FF2B5EF4-FFF2-40B4-BE49-F238E27FC236}">
                <a16:creationId xmlns:a16="http://schemas.microsoft.com/office/drawing/2014/main" id="{C38A389D-6AE4-437D-BF3C-F33EFC9EA0B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7" name="备注占位符 2">
            <a:extLst>
              <a:ext uri="{FF2B5EF4-FFF2-40B4-BE49-F238E27FC236}">
                <a16:creationId xmlns:a16="http://schemas.microsoft.com/office/drawing/2014/main" id="{7ED494A1-734E-46A1-9155-85B737E71A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1268" name="灯片编号占位符 3">
            <a:extLst>
              <a:ext uri="{FF2B5EF4-FFF2-40B4-BE49-F238E27FC236}">
                <a16:creationId xmlns:a16="http://schemas.microsoft.com/office/drawing/2014/main" id="{3B256D6C-0AA2-44B7-8701-F163E38A81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1CD1EFB-C147-4062-A715-ACE6B1582DE0}" type="slidenum">
              <a:rPr lang="en-US" altLang="zh-CN"/>
              <a:pPr>
                <a:spcBef>
                  <a:spcPct val="0"/>
                </a:spcBef>
              </a:pPr>
              <a:t>34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>
            <a:extLst>
              <a:ext uri="{FF2B5EF4-FFF2-40B4-BE49-F238E27FC236}">
                <a16:creationId xmlns:a16="http://schemas.microsoft.com/office/drawing/2014/main" id="{41D81B36-C204-44A3-8D50-938AE51F048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315" name="备注占位符 2">
            <a:extLst>
              <a:ext uri="{FF2B5EF4-FFF2-40B4-BE49-F238E27FC236}">
                <a16:creationId xmlns:a16="http://schemas.microsoft.com/office/drawing/2014/main" id="{6602AED3-7820-442B-B344-F39051B837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3316" name="灯片编号占位符 3">
            <a:extLst>
              <a:ext uri="{FF2B5EF4-FFF2-40B4-BE49-F238E27FC236}">
                <a16:creationId xmlns:a16="http://schemas.microsoft.com/office/drawing/2014/main" id="{8D61F35C-F6C0-4200-87FB-1FD959665E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2C1E35D-32D0-4A21-B4A0-9A2F1E0D473F}" type="slidenum">
              <a:rPr lang="en-US" altLang="zh-CN"/>
              <a:pPr>
                <a:spcBef>
                  <a:spcPct val="0"/>
                </a:spcBef>
              </a:pPr>
              <a:t>35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>
            <a:extLst>
              <a:ext uri="{FF2B5EF4-FFF2-40B4-BE49-F238E27FC236}">
                <a16:creationId xmlns:a16="http://schemas.microsoft.com/office/drawing/2014/main" id="{463698D9-70E4-496C-8E34-617924CE476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3" name="备注占位符 2">
            <a:extLst>
              <a:ext uri="{FF2B5EF4-FFF2-40B4-BE49-F238E27FC236}">
                <a16:creationId xmlns:a16="http://schemas.microsoft.com/office/drawing/2014/main" id="{96C33A36-62B4-47F0-82AE-51B99597B9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5364" name="灯片编号占位符 3">
            <a:extLst>
              <a:ext uri="{FF2B5EF4-FFF2-40B4-BE49-F238E27FC236}">
                <a16:creationId xmlns:a16="http://schemas.microsoft.com/office/drawing/2014/main" id="{DB3A759A-7D3A-43DD-A325-4CF7FE4AB2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915BC14-F0D9-43E7-B739-AEF290D30FB5}" type="slidenum">
              <a:rPr lang="en-US" altLang="zh-CN"/>
              <a:pPr>
                <a:spcBef>
                  <a:spcPct val="0"/>
                </a:spcBef>
              </a:pPr>
              <a:t>36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>
            <a:extLst>
              <a:ext uri="{FF2B5EF4-FFF2-40B4-BE49-F238E27FC236}">
                <a16:creationId xmlns:a16="http://schemas.microsoft.com/office/drawing/2014/main" id="{D47CC717-FFE0-4FA4-8AF1-61D8AA5B956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备注占位符 2">
            <a:extLst>
              <a:ext uri="{FF2B5EF4-FFF2-40B4-BE49-F238E27FC236}">
                <a16:creationId xmlns:a16="http://schemas.microsoft.com/office/drawing/2014/main" id="{6ECE02AE-DEAE-4456-B851-47CAB3A6F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7412" name="灯片编号占位符 3">
            <a:extLst>
              <a:ext uri="{FF2B5EF4-FFF2-40B4-BE49-F238E27FC236}">
                <a16:creationId xmlns:a16="http://schemas.microsoft.com/office/drawing/2014/main" id="{A1EC2E99-E71C-46FC-9AA0-85D2A17B48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1D0D4BC-FFC1-4BA8-BEBE-8793D5620F07}" type="slidenum">
              <a:rPr lang="en-US" altLang="zh-CN"/>
              <a:pPr>
                <a:spcBef>
                  <a:spcPct val="0"/>
                </a:spcBef>
              </a:pPr>
              <a:t>37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>
            <a:extLst>
              <a:ext uri="{FF2B5EF4-FFF2-40B4-BE49-F238E27FC236}">
                <a16:creationId xmlns:a16="http://schemas.microsoft.com/office/drawing/2014/main" id="{C306E150-AD41-439A-BE34-D7BACD2351B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备注占位符 2">
            <a:extLst>
              <a:ext uri="{FF2B5EF4-FFF2-40B4-BE49-F238E27FC236}">
                <a16:creationId xmlns:a16="http://schemas.microsoft.com/office/drawing/2014/main" id="{262BD574-6D8C-413E-829D-BCDD5D612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9460" name="灯片编号占位符 3">
            <a:extLst>
              <a:ext uri="{FF2B5EF4-FFF2-40B4-BE49-F238E27FC236}">
                <a16:creationId xmlns:a16="http://schemas.microsoft.com/office/drawing/2014/main" id="{134D9A54-F875-4E32-BF55-4E031B5B71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484ED27-7074-46A9-BEF8-BD78C8A1038B}" type="slidenum">
              <a:rPr lang="en-US" altLang="zh-CN"/>
              <a:pPr>
                <a:spcBef>
                  <a:spcPct val="0"/>
                </a:spcBef>
              </a:pPr>
              <a:t>38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>
            <a:extLst>
              <a:ext uri="{FF2B5EF4-FFF2-40B4-BE49-F238E27FC236}">
                <a16:creationId xmlns:a16="http://schemas.microsoft.com/office/drawing/2014/main" id="{F83A524B-6CF7-4DDC-B58D-5C869317C3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备注占位符 2">
            <a:extLst>
              <a:ext uri="{FF2B5EF4-FFF2-40B4-BE49-F238E27FC236}">
                <a16:creationId xmlns:a16="http://schemas.microsoft.com/office/drawing/2014/main" id="{3509C9F3-291D-4119-BEBB-1788CE0799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1508" name="灯片编号占位符 3">
            <a:extLst>
              <a:ext uri="{FF2B5EF4-FFF2-40B4-BE49-F238E27FC236}">
                <a16:creationId xmlns:a16="http://schemas.microsoft.com/office/drawing/2014/main" id="{64CCC1F3-7586-49C3-B7A5-F6EADD06F8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8158CA7-16FC-4337-A476-EC44CF557A46}" type="slidenum">
              <a:rPr lang="en-US" altLang="zh-CN"/>
              <a:pPr>
                <a:spcBef>
                  <a:spcPct val="0"/>
                </a:spcBef>
              </a:pPr>
              <a:t>39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>
            <a:extLst>
              <a:ext uri="{FF2B5EF4-FFF2-40B4-BE49-F238E27FC236}">
                <a16:creationId xmlns:a16="http://schemas.microsoft.com/office/drawing/2014/main" id="{218445AC-7729-475B-ABD6-7179DFE7241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5" name="备注占位符 2">
            <a:extLst>
              <a:ext uri="{FF2B5EF4-FFF2-40B4-BE49-F238E27FC236}">
                <a16:creationId xmlns:a16="http://schemas.microsoft.com/office/drawing/2014/main" id="{FD18B581-2047-4734-906B-DA85DAEE1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3556" name="灯片编号占位符 3">
            <a:extLst>
              <a:ext uri="{FF2B5EF4-FFF2-40B4-BE49-F238E27FC236}">
                <a16:creationId xmlns:a16="http://schemas.microsoft.com/office/drawing/2014/main" id="{505FFA65-AFC8-40DA-A1BE-5750030215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B8AA205-162F-4366-B136-B8BBBD35F5BD}" type="slidenum">
              <a:rPr lang="en-US" altLang="zh-CN"/>
              <a:pPr>
                <a:spcBef>
                  <a:spcPct val="0"/>
                </a:spcBef>
              </a:pPr>
              <a:t>40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>
            <a:extLst>
              <a:ext uri="{FF2B5EF4-FFF2-40B4-BE49-F238E27FC236}">
                <a16:creationId xmlns:a16="http://schemas.microsoft.com/office/drawing/2014/main" id="{B143BB91-CDD7-4AE5-9E49-C19E23B3224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备注占位符 2">
            <a:extLst>
              <a:ext uri="{FF2B5EF4-FFF2-40B4-BE49-F238E27FC236}">
                <a16:creationId xmlns:a16="http://schemas.microsoft.com/office/drawing/2014/main" id="{3C0E9CA9-4237-48FC-909F-E36487906B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5604" name="灯片编号占位符 3">
            <a:extLst>
              <a:ext uri="{FF2B5EF4-FFF2-40B4-BE49-F238E27FC236}">
                <a16:creationId xmlns:a16="http://schemas.microsoft.com/office/drawing/2014/main" id="{6DA5ECF0-742A-47A6-8176-5829E1A1B1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BCE0049-8269-4F45-851D-5EE9F1C631D3}" type="slidenum">
              <a:rPr lang="en-US" altLang="zh-CN"/>
              <a:pPr>
                <a:spcBef>
                  <a:spcPct val="0"/>
                </a:spcBef>
              </a:pPr>
              <a:t>41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幻灯片图像占位符 1">
            <a:extLst>
              <a:ext uri="{FF2B5EF4-FFF2-40B4-BE49-F238E27FC236}">
                <a16:creationId xmlns:a16="http://schemas.microsoft.com/office/drawing/2014/main" id="{5C3015F4-2728-4E42-A211-5415FE569CA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备注占位符 2">
            <a:extLst>
              <a:ext uri="{FF2B5EF4-FFF2-40B4-BE49-F238E27FC236}">
                <a16:creationId xmlns:a16="http://schemas.microsoft.com/office/drawing/2014/main" id="{7C9EFE97-FFE5-4449-895A-FF1172F66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7652" name="灯片编号占位符 3">
            <a:extLst>
              <a:ext uri="{FF2B5EF4-FFF2-40B4-BE49-F238E27FC236}">
                <a16:creationId xmlns:a16="http://schemas.microsoft.com/office/drawing/2014/main" id="{108CA160-0020-420A-99BF-D1025FFA19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263E73D-4647-4AF8-BB1D-F1A2F2D28E47}" type="slidenum">
              <a:rPr lang="en-US" altLang="zh-CN"/>
              <a:pPr>
                <a:spcBef>
                  <a:spcPct val="0"/>
                </a:spcBef>
              </a:pPr>
              <a:t>42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幻灯片图像占位符 1">
            <a:extLst>
              <a:ext uri="{FF2B5EF4-FFF2-40B4-BE49-F238E27FC236}">
                <a16:creationId xmlns:a16="http://schemas.microsoft.com/office/drawing/2014/main" id="{3C3C8FE4-D6CA-429B-A364-4C14ED75C3B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备注占位符 2">
            <a:extLst>
              <a:ext uri="{FF2B5EF4-FFF2-40B4-BE49-F238E27FC236}">
                <a16:creationId xmlns:a16="http://schemas.microsoft.com/office/drawing/2014/main" id="{E875BAD5-C008-4000-8886-45C90213F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9700" name="灯片编号占位符 3">
            <a:extLst>
              <a:ext uri="{FF2B5EF4-FFF2-40B4-BE49-F238E27FC236}">
                <a16:creationId xmlns:a16="http://schemas.microsoft.com/office/drawing/2014/main" id="{6153D92F-9CD2-4D04-ACB6-974DC64844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F0A9D11-DCCD-4482-9793-1D4630903452}" type="slidenum">
              <a:rPr lang="en-US" altLang="zh-CN"/>
              <a:pPr>
                <a:spcBef>
                  <a:spcPct val="0"/>
                </a:spcBef>
              </a:pPr>
              <a:t>43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幻灯片图像占位符 1">
            <a:extLst>
              <a:ext uri="{FF2B5EF4-FFF2-40B4-BE49-F238E27FC236}">
                <a16:creationId xmlns:a16="http://schemas.microsoft.com/office/drawing/2014/main" id="{BAEF7017-B88C-4083-B225-FA663FCB290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7" name="备注占位符 2">
            <a:extLst>
              <a:ext uri="{FF2B5EF4-FFF2-40B4-BE49-F238E27FC236}">
                <a16:creationId xmlns:a16="http://schemas.microsoft.com/office/drawing/2014/main" id="{95BCFDB4-75CF-4BE4-A349-8360E02364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1748" name="灯片编号占位符 3">
            <a:extLst>
              <a:ext uri="{FF2B5EF4-FFF2-40B4-BE49-F238E27FC236}">
                <a16:creationId xmlns:a16="http://schemas.microsoft.com/office/drawing/2014/main" id="{57DA250D-86D5-48D4-A743-26832AA402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354020E-6653-4551-84CC-783FBDE2C074}" type="slidenum">
              <a:rPr lang="en-US" altLang="zh-CN"/>
              <a:pPr>
                <a:spcBef>
                  <a:spcPct val="0"/>
                </a:spcBef>
              </a:pPr>
              <a:t>44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>
            <a:extLst>
              <a:ext uri="{FF2B5EF4-FFF2-40B4-BE49-F238E27FC236}">
                <a16:creationId xmlns:a16="http://schemas.microsoft.com/office/drawing/2014/main" id="{4BA8EADC-AE03-4487-B9A8-12880199F35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5" name="备注占位符 2">
            <a:extLst>
              <a:ext uri="{FF2B5EF4-FFF2-40B4-BE49-F238E27FC236}">
                <a16:creationId xmlns:a16="http://schemas.microsoft.com/office/drawing/2014/main" id="{3283AC24-A9BA-44B1-BD32-CBA351B85A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3796" name="灯片编号占位符 3">
            <a:extLst>
              <a:ext uri="{FF2B5EF4-FFF2-40B4-BE49-F238E27FC236}">
                <a16:creationId xmlns:a16="http://schemas.microsoft.com/office/drawing/2014/main" id="{CABA2868-926B-4C38-A674-419FCB95D6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60BA83A-9EDD-497B-8791-D8F9DE7A7631}" type="slidenum">
              <a:rPr lang="en-US" altLang="zh-CN"/>
              <a:pPr>
                <a:spcBef>
                  <a:spcPct val="0"/>
                </a:spcBef>
              </a:pPr>
              <a:t>45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>
            <a:extLst>
              <a:ext uri="{FF2B5EF4-FFF2-40B4-BE49-F238E27FC236}">
                <a16:creationId xmlns:a16="http://schemas.microsoft.com/office/drawing/2014/main" id="{9B60275F-A2AF-452D-8E1A-6C9A86D8600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备注占位符 2">
            <a:extLst>
              <a:ext uri="{FF2B5EF4-FFF2-40B4-BE49-F238E27FC236}">
                <a16:creationId xmlns:a16="http://schemas.microsoft.com/office/drawing/2014/main" id="{F1F4182F-62C6-4C61-AE3E-4640C14E80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5844" name="灯片编号占位符 3">
            <a:extLst>
              <a:ext uri="{FF2B5EF4-FFF2-40B4-BE49-F238E27FC236}">
                <a16:creationId xmlns:a16="http://schemas.microsoft.com/office/drawing/2014/main" id="{C26566C5-274D-42D9-8B32-1FDB3256F8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04E9D6A-C51C-4941-8EA8-5ACF5549713F}" type="slidenum">
              <a:rPr lang="en-US" altLang="zh-CN"/>
              <a:pPr>
                <a:spcBef>
                  <a:spcPct val="0"/>
                </a:spcBef>
              </a:pPr>
              <a:t>46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>
            <a:extLst>
              <a:ext uri="{FF2B5EF4-FFF2-40B4-BE49-F238E27FC236}">
                <a16:creationId xmlns:a16="http://schemas.microsoft.com/office/drawing/2014/main" id="{91430A10-3F43-4D1D-A54D-4366378EF16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备注占位符 2">
            <a:extLst>
              <a:ext uri="{FF2B5EF4-FFF2-40B4-BE49-F238E27FC236}">
                <a16:creationId xmlns:a16="http://schemas.microsoft.com/office/drawing/2014/main" id="{1B03794B-EAB8-4D50-AE07-097DB8F0F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7892" name="灯片编号占位符 3">
            <a:extLst>
              <a:ext uri="{FF2B5EF4-FFF2-40B4-BE49-F238E27FC236}">
                <a16:creationId xmlns:a16="http://schemas.microsoft.com/office/drawing/2014/main" id="{24F90DE4-1FB2-4EF9-B826-D85A9512AA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2A16C79-A655-4D60-ACEA-515329EB90C0}" type="slidenum">
              <a:rPr lang="en-US" altLang="zh-CN"/>
              <a:pPr>
                <a:spcBef>
                  <a:spcPct val="0"/>
                </a:spcBef>
              </a:pPr>
              <a:t>47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>
            <a:extLst>
              <a:ext uri="{FF2B5EF4-FFF2-40B4-BE49-F238E27FC236}">
                <a16:creationId xmlns:a16="http://schemas.microsoft.com/office/drawing/2014/main" id="{B1F00978-0F90-491C-B274-6B6B575FD6D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备注占位符 2">
            <a:extLst>
              <a:ext uri="{FF2B5EF4-FFF2-40B4-BE49-F238E27FC236}">
                <a16:creationId xmlns:a16="http://schemas.microsoft.com/office/drawing/2014/main" id="{EB75BCCE-AE89-4781-BAFF-46EBC970EE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9940" name="灯片编号占位符 3">
            <a:extLst>
              <a:ext uri="{FF2B5EF4-FFF2-40B4-BE49-F238E27FC236}">
                <a16:creationId xmlns:a16="http://schemas.microsoft.com/office/drawing/2014/main" id="{3F0BFB55-E4D5-487E-A6A5-351795F483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B21965C-D39D-4B0A-ACFB-4E1AD9AE9AEE}" type="slidenum">
              <a:rPr lang="en-US" altLang="zh-CN"/>
              <a:pPr>
                <a:spcBef>
                  <a:spcPct val="0"/>
                </a:spcBef>
              </a:pPr>
              <a:t>48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93" y="-2853"/>
            <a:ext cx="9144000" cy="5373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03648" y="5589240"/>
            <a:ext cx="6553200" cy="126876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400" b="1">
                <a:solidFill>
                  <a:schemeClr val="tx2"/>
                </a:solidFill>
                <a:latin typeface="Verdana" pitchFamily="34" charset="0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en-US" altLang="zh-CN" noProof="0" dirty="0"/>
          </a:p>
        </p:txBody>
      </p:sp>
      <p:sp>
        <p:nvSpPr>
          <p:cNvPr id="3093" name="Rectangle 21"/>
          <p:cNvSpPr>
            <a:spLocks noGrp="1" noChangeArrowheads="1"/>
          </p:cNvSpPr>
          <p:nvPr>
            <p:ph type="ctrTitle" sz="quarter"/>
          </p:nvPr>
        </p:nvSpPr>
        <p:spPr bwMode="gray">
          <a:xfrm>
            <a:off x="0" y="4077072"/>
            <a:ext cx="9144000" cy="1224137"/>
          </a:xfrm>
          <a:gradFill>
            <a:gsLst>
              <a:gs pos="0">
                <a:srgbClr val="00607A"/>
              </a:gs>
              <a:gs pos="100000">
                <a:srgbClr val="00607A"/>
              </a:gs>
            </a:gsLst>
            <a:lin ang="0" scaled="1"/>
          </a:gradFill>
          <a:effectLst/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ko-KR" noProof="0" dirty="0"/>
          </a:p>
        </p:txBody>
      </p:sp>
      <p:sp>
        <p:nvSpPr>
          <p:cNvPr id="7" name="Text Box 16"/>
          <p:cNvSpPr txBox="1">
            <a:spLocks noChangeArrowheads="1"/>
          </p:cNvSpPr>
          <p:nvPr/>
        </p:nvSpPr>
        <p:spPr bwMode="gray">
          <a:xfrm>
            <a:off x="0" y="5301209"/>
            <a:ext cx="9144000" cy="144000"/>
          </a:xfrm>
          <a:prstGeom prst="rect">
            <a:avLst/>
          </a:prstGeom>
          <a:solidFill>
            <a:srgbClr val="A9C6CC"/>
          </a:solidFill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 sz="1000" b="1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507" y="188640"/>
            <a:ext cx="3163002" cy="7222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0708E"/>
                </a:solidFill>
              </a:defRPr>
            </a:lvl1pPr>
            <a:lvl2pPr>
              <a:buClr>
                <a:srgbClr val="00607A"/>
              </a:buClr>
              <a:defRPr>
                <a:solidFill>
                  <a:srgbClr val="00708E"/>
                </a:solidFill>
                <a:latin typeface="+mn-ea"/>
                <a:ea typeface="+mn-ea"/>
              </a:defRPr>
            </a:lvl2pPr>
            <a:lvl3pPr>
              <a:buClr>
                <a:srgbClr val="00607A"/>
              </a:buClr>
              <a:defRPr>
                <a:solidFill>
                  <a:srgbClr val="00708E"/>
                </a:solidFill>
                <a:latin typeface="+mn-ea"/>
                <a:ea typeface="+mn-ea"/>
              </a:defRPr>
            </a:lvl3pPr>
            <a:lvl4pPr>
              <a:defRPr>
                <a:solidFill>
                  <a:srgbClr val="00708E"/>
                </a:solidFill>
                <a:latin typeface="+mn-ea"/>
                <a:ea typeface="+mn-ea"/>
              </a:defRPr>
            </a:lvl4pPr>
            <a:lvl5pPr>
              <a:defRPr>
                <a:solidFill>
                  <a:srgbClr val="00708E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0CE098-78E7-4D6F-B667-DB0097CCC904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5151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D5E50B-A953-4918-8716-CAAF4E2659D5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2948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525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F5A38B-64E3-4A28-B1A1-07994B07ABD0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286200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07FA1-9437-4596-B349-759BEDB2AF7E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8134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307C14-B184-494D-9559-B33678D3E7A0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1171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3E635C-509A-4F47-9595-DC813BD463B4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8918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4DF462-01D9-4967-AECA-CEAD27BF24C1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4396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3C1A58-EAD4-4532-B494-3341F8C24829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2830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E78A78-8E68-48C0-A96D-456AAB403E78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1530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48450" y="152400"/>
            <a:ext cx="2114550" cy="6248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191250" cy="6248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D9776E-7930-43E7-867B-C25687EF30E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2739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458200" cy="563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152525"/>
            <a:ext cx="8229600" cy="5248275"/>
          </a:xfrm>
        </p:spPr>
        <p:txBody>
          <a:bodyPr/>
          <a:lstStyle/>
          <a:p>
            <a:r>
              <a:rPr lang="zh-CN" altLang="en-US"/>
              <a:t>单击图标添加表格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3505200" y="646112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F5A38B-64E3-4A28-B1A1-07994B07ABD0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8581211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0" y="0"/>
            <a:ext cx="9144000" cy="836613"/>
          </a:xfrm>
          <a:prstGeom prst="rect">
            <a:avLst/>
          </a:prstGeom>
          <a:solidFill>
            <a:srgbClr val="00607A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52737"/>
            <a:ext cx="8229600" cy="5348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505200" y="646112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+mj-lt"/>
                <a:ea typeface="宋体" charset="-122"/>
              </a:defRPr>
            </a:lvl1pPr>
          </a:lstStyle>
          <a:p>
            <a:pPr>
              <a:defRPr/>
            </a:pPr>
            <a:fld id="{14F5A38B-64E3-4A28-B1A1-07994B07ABD0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304800" y="152400"/>
            <a:ext cx="84582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40" name="Text Box 16"/>
          <p:cNvSpPr txBox="1">
            <a:spLocks noChangeArrowheads="1"/>
          </p:cNvSpPr>
          <p:nvPr/>
        </p:nvSpPr>
        <p:spPr bwMode="gray">
          <a:xfrm>
            <a:off x="0" y="838200"/>
            <a:ext cx="9144000" cy="144000"/>
          </a:xfrm>
          <a:prstGeom prst="rect">
            <a:avLst/>
          </a:prstGeom>
          <a:solidFill>
            <a:srgbClr val="A9C6CC"/>
          </a:solidFill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 sz="1000" b="1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6453336"/>
            <a:ext cx="1578826" cy="36049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  <p:sldLayoutId id="2147483817" r:id="rId12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9pPr>
    </p:titleStyle>
    <p:bodyStyle>
      <a:lvl1pPr marL="363538" indent="-363538" algn="l" rtl="0" eaLnBrk="1" fontAlgn="base" hangingPunct="1">
        <a:spcBef>
          <a:spcPct val="20000"/>
        </a:spcBef>
        <a:spcAft>
          <a:spcPct val="0"/>
        </a:spcAft>
        <a:buClr>
          <a:srgbClr val="00607A"/>
        </a:buClr>
        <a:buFont typeface="Wingdings" pitchFamily="2" charset="2"/>
        <a:buChar char="l"/>
        <a:defRPr sz="3200">
          <a:solidFill>
            <a:srgbClr val="00607A"/>
          </a:solidFill>
          <a:latin typeface="+mn-lt"/>
          <a:ea typeface="+mn-ea"/>
          <a:cs typeface="+mn-cs"/>
        </a:defRPr>
      </a:lvl1pPr>
      <a:lvl2pPr marL="715963" indent="-352425" algn="l" rtl="0" eaLnBrk="1" fontAlgn="base" hangingPunct="1">
        <a:spcBef>
          <a:spcPct val="20000"/>
        </a:spcBef>
        <a:spcAft>
          <a:spcPct val="0"/>
        </a:spcAft>
        <a:buClr>
          <a:srgbClr val="00607A"/>
        </a:buClr>
        <a:buFont typeface="Wingdings" pitchFamily="2" charset="2"/>
        <a:buChar char="n"/>
        <a:defRPr sz="2800">
          <a:solidFill>
            <a:srgbClr val="00607A"/>
          </a:solidFill>
          <a:latin typeface="+mn-lt"/>
        </a:defRPr>
      </a:lvl2pPr>
      <a:lvl3pPr marL="1079500" indent="-363538" algn="l" rtl="0" eaLnBrk="1" fontAlgn="base" hangingPunct="1">
        <a:spcBef>
          <a:spcPct val="20000"/>
        </a:spcBef>
        <a:spcAft>
          <a:spcPct val="0"/>
        </a:spcAft>
        <a:buClr>
          <a:srgbClr val="00607A"/>
        </a:buClr>
        <a:buFont typeface="Wingdings" pitchFamily="2" charset="2"/>
        <a:buChar char="u"/>
        <a:defRPr sz="2400">
          <a:solidFill>
            <a:srgbClr val="00607A"/>
          </a:solidFill>
          <a:latin typeface="+mn-lt"/>
        </a:defRPr>
      </a:lvl3pPr>
      <a:lvl4pPr marL="1431925" indent="-352425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rgbClr val="00607A"/>
          </a:solidFill>
          <a:latin typeface="+mn-lt"/>
        </a:defRPr>
      </a:lvl4pPr>
      <a:lvl5pPr marL="1795463" indent="-363538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ü"/>
        <a:defRPr sz="2000">
          <a:solidFill>
            <a:srgbClr val="00607A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wmf"/><Relationship Id="rId4" Type="http://schemas.openxmlformats.org/officeDocument/2006/relationships/image" Target="../media/image10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w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lvl="0"/>
            <a:r>
              <a:rPr lang="en-US" altLang="zh-CN" sz="2000" dirty="0">
                <a:solidFill>
                  <a:srgbClr val="595959"/>
                </a:solidFill>
                <a:ea typeface="宋体" charset="-122"/>
              </a:rPr>
              <a:t>Software Institute</a:t>
            </a:r>
          </a:p>
          <a:p>
            <a:pPr lvl="0"/>
            <a:r>
              <a:rPr lang="en-US" altLang="zh-CN" sz="2000" dirty="0">
                <a:solidFill>
                  <a:srgbClr val="595959"/>
                </a:solidFill>
                <a:ea typeface="宋体" charset="-122"/>
              </a:rPr>
              <a:t>Nanjing University</a:t>
            </a:r>
          </a:p>
          <a:p>
            <a:pPr lvl="0"/>
            <a:r>
              <a:rPr lang="en-US" altLang="zh-CN" sz="2000" dirty="0" err="1">
                <a:solidFill>
                  <a:srgbClr val="595959"/>
                </a:solidFill>
                <a:ea typeface="宋体" charset="-122"/>
              </a:rPr>
              <a:t>Bei</a:t>
            </a:r>
            <a:r>
              <a:rPr lang="en-US" altLang="zh-CN" sz="2000" dirty="0">
                <a:solidFill>
                  <a:srgbClr val="595959"/>
                </a:solidFill>
                <a:ea typeface="宋体" charset="-122"/>
              </a:rPr>
              <a:t> </a:t>
            </a:r>
            <a:r>
              <a:rPr lang="en-US" altLang="zh-CN" sz="2000" dirty="0" err="1">
                <a:solidFill>
                  <a:srgbClr val="595959"/>
                </a:solidFill>
                <a:ea typeface="宋体" charset="-122"/>
              </a:rPr>
              <a:t>Jia</a:t>
            </a:r>
            <a:endParaRPr lang="en-US" altLang="zh-CN" sz="2000" dirty="0">
              <a:solidFill>
                <a:srgbClr val="595959"/>
              </a:solidFill>
              <a:ea typeface="宋体" charset="-122"/>
            </a:endParaRPr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en-US" altLang="zh-CN" sz="2800" dirty="0"/>
              <a:t>XSLT</a:t>
            </a:r>
            <a:br>
              <a:rPr lang="en-US" altLang="zh-CN" sz="2000" dirty="0"/>
            </a:br>
            <a:r>
              <a:rPr lang="en-US" altLang="zh-CN" sz="2000" dirty="0"/>
              <a:t>Service-Oriented Software Engineering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>
            <a:extLst>
              <a:ext uri="{FF2B5EF4-FFF2-40B4-BE49-F238E27FC236}">
                <a16:creationId xmlns:a16="http://schemas.microsoft.com/office/drawing/2014/main" id="{B80CD582-08A4-4AA2-AE97-DDE8936B8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37363AE-1088-451E-A1FC-4FD56B68960E}" type="slidenum">
              <a:rPr lang="en-US" altLang="zh-CN" smtClean="0"/>
              <a:pPr/>
              <a:t>2</a:t>
            </a:fld>
            <a:endParaRPr lang="en-US" altLang="zh-CN" sz="10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E33AD30F-31A6-4050-B3EB-9542CD112F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altLang="zh-CN" sz="2800" dirty="0"/>
              <a:t>XSL Transformations (XSLT) Overview</a:t>
            </a: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03FA4186-D7AB-461D-ADFC-07B71DB24E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944" y="1261316"/>
            <a:ext cx="6488112" cy="5011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5">
            <a:extLst>
              <a:ext uri="{FF2B5EF4-FFF2-40B4-BE49-F238E27FC236}">
                <a16:creationId xmlns:a16="http://schemas.microsoft.com/office/drawing/2014/main" id="{30601EF9-5C31-4085-9F0B-2240C9469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37363AE-1088-451E-A1FC-4FD56B68960E}" type="slidenum">
              <a:rPr lang="en-US" altLang="zh-CN" smtClean="0"/>
              <a:pPr/>
              <a:t>3</a:t>
            </a:fld>
            <a:endParaRPr lang="en-US" altLang="zh-CN" sz="1000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6DE88A41-3E40-4ADF-846B-C0039098A8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The XSLT Process</a:t>
            </a:r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D0A2E095-8CCF-4846-8CC1-27B929B480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1441543"/>
            <a:ext cx="7772400" cy="4779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4" name="Picture 4">
            <a:extLst>
              <a:ext uri="{FF2B5EF4-FFF2-40B4-BE49-F238E27FC236}">
                <a16:creationId xmlns:a16="http://schemas.microsoft.com/office/drawing/2014/main" id="{F47A2D37-602A-44AD-9821-2B593856D4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272" y="1295400"/>
            <a:ext cx="7587456" cy="51225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2" name="灯片编号占位符 5">
            <a:extLst>
              <a:ext uri="{FF2B5EF4-FFF2-40B4-BE49-F238E27FC236}">
                <a16:creationId xmlns:a16="http://schemas.microsoft.com/office/drawing/2014/main" id="{F4768A7C-C417-415D-A47A-0E4989C98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37363AE-1088-451E-A1FC-4FD56B68960E}" type="slidenum">
              <a:rPr lang="en-US" altLang="zh-CN" smtClean="0"/>
              <a:pPr/>
              <a:t>4</a:t>
            </a:fld>
            <a:endParaRPr lang="en-US" altLang="zh-CN" sz="100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C942E838-4854-4C41-A2AD-5B6CC8842E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Anatomy of a Stylesheet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5">
            <a:extLst>
              <a:ext uri="{FF2B5EF4-FFF2-40B4-BE49-F238E27FC236}">
                <a16:creationId xmlns:a16="http://schemas.microsoft.com/office/drawing/2014/main" id="{2B4C1B83-9841-4558-861A-7310FD53C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37363AE-1088-451E-A1FC-4FD56B68960E}" type="slidenum">
              <a:rPr lang="en-US" altLang="zh-CN" smtClean="0"/>
              <a:pPr/>
              <a:t>5</a:t>
            </a:fld>
            <a:endParaRPr lang="en-US" altLang="zh-CN" sz="1000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25C64553-CC58-40B3-944D-9CE1A55FEE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&lt;xsl:stylesheet </a:t>
            </a:r>
            <a:r>
              <a:rPr lang="en-US" altLang="zh-CN"/>
              <a:t>Element</a:t>
            </a: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DAFAD26C-81B2-41C2-849C-88D58C6B24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052737"/>
            <a:ext cx="8229600" cy="4205063"/>
          </a:xfrm>
        </p:spPr>
        <p:txBody>
          <a:bodyPr/>
          <a:lstStyle/>
          <a:p>
            <a:pPr eaLnBrk="1" hangingPunct="1"/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xsl:stylesheet</a:t>
            </a:r>
            <a:r>
              <a:rPr lang="en-US" altLang="zh-CN" sz="2400" dirty="0"/>
              <a:t> is the root element of an XML stylesheet.</a:t>
            </a:r>
          </a:p>
          <a:p>
            <a:pPr eaLnBrk="1" hangingPunct="1"/>
            <a:r>
              <a:rPr lang="en-US" altLang="zh-CN" sz="2400" dirty="0"/>
              <a:t>Requires the XSL namespace.</a:t>
            </a:r>
          </a:p>
          <a:p>
            <a:pPr eaLnBrk="1" hangingPunct="1"/>
            <a:r>
              <a:rPr lang="en-US" altLang="zh-CN" sz="2400" dirty="0"/>
              <a:t>Current recommendation:</a:t>
            </a:r>
          </a:p>
          <a:p>
            <a:pPr eaLnBrk="1" hangingPunct="1"/>
            <a:endParaRPr lang="en-US" altLang="zh-CN" sz="2400" dirty="0"/>
          </a:p>
          <a:p>
            <a:pPr eaLnBrk="1" hangingPunct="1"/>
            <a:endParaRPr lang="en-US" altLang="zh-CN" sz="2400" dirty="0"/>
          </a:p>
          <a:p>
            <a:pPr eaLnBrk="1" hangingPunct="1"/>
            <a:endParaRPr lang="en-US" altLang="zh-CN" sz="2400" dirty="0"/>
          </a:p>
          <a:p>
            <a:pPr eaLnBrk="1" hangingPunct="1"/>
            <a:r>
              <a:rPr lang="en-US" altLang="zh-CN" sz="2400" dirty="0"/>
              <a:t>Alternatively (not supported in all XSL processors):</a:t>
            </a:r>
          </a:p>
        </p:txBody>
      </p:sp>
      <p:pic>
        <p:nvPicPr>
          <p:cNvPr id="12293" name="Picture 4">
            <a:extLst>
              <a:ext uri="{FF2B5EF4-FFF2-40B4-BE49-F238E27FC236}">
                <a16:creationId xmlns:a16="http://schemas.microsoft.com/office/drawing/2014/main" id="{BE19E84D-780D-4744-8191-809241DEC8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631" y="3065238"/>
            <a:ext cx="8694738" cy="139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4" name="Picture 5">
            <a:extLst>
              <a:ext uri="{FF2B5EF4-FFF2-40B4-BE49-F238E27FC236}">
                <a16:creationId xmlns:a16="http://schemas.microsoft.com/office/drawing/2014/main" id="{F8624A69-0145-4077-AA84-699F790FD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44" y="4856163"/>
            <a:ext cx="8748712" cy="141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5">
            <a:extLst>
              <a:ext uri="{FF2B5EF4-FFF2-40B4-BE49-F238E27FC236}">
                <a16:creationId xmlns:a16="http://schemas.microsoft.com/office/drawing/2014/main" id="{DD9C2DC8-AFF8-4973-B9A8-640EB0289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37363AE-1088-451E-A1FC-4FD56B68960E}" type="slidenum">
              <a:rPr lang="en-US" altLang="zh-CN" smtClean="0"/>
              <a:pPr/>
              <a:t>6</a:t>
            </a:fld>
            <a:endParaRPr lang="en-US" altLang="zh-CN" sz="1000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EA5620E1-FED4-4BFB-BE2A-AB9D008CE3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XSL Optional Elements</a:t>
            </a: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028AC0E2-0AF2-40B4-880F-87E14866DF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052737"/>
            <a:ext cx="8229600" cy="4890863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altLang="zh-CN" sz="2400" dirty="0"/>
              <a:t>Stylesheets may: 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CN" sz="2000" dirty="0"/>
              <a:t>Import/include other stylesheets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CN" sz="2000" dirty="0"/>
              <a:t>Set global variables, constants, or matching patterns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CN" sz="2000" dirty="0"/>
              <a:t>Determine how to treat white space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CN" sz="2000" dirty="0"/>
              <a:t>And so forth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CN" sz="2400" dirty="0"/>
              <a:t>These elements appear before the first 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xsl:template</a:t>
            </a:r>
            <a:endParaRPr lang="en-US" altLang="zh-CN" sz="2400" dirty="0"/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CN" sz="1900" dirty="0"/>
              <a:t>Allows inclusion of an external XSL stylesheet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altLang="zh-CN" sz="2400" dirty="0"/>
          </a:p>
          <a:p>
            <a:pPr eaLnBrk="1" hangingPunct="1">
              <a:lnSpc>
                <a:spcPct val="80000"/>
              </a:lnSpc>
              <a:defRPr/>
            </a:pPr>
            <a:endParaRPr lang="en-US" altLang="zh-CN" sz="2400" dirty="0"/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CN" sz="1900" dirty="0"/>
              <a:t>Supplements calling stylesheet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altLang="zh-CN" sz="2400" dirty="0"/>
          </a:p>
          <a:p>
            <a:pPr eaLnBrk="1" hangingPunct="1">
              <a:lnSpc>
                <a:spcPct val="80000"/>
              </a:lnSpc>
              <a:defRPr/>
            </a:pPr>
            <a:endParaRPr lang="en-US" altLang="zh-CN" sz="2400" dirty="0"/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CN" sz="1900" dirty="0"/>
              <a:t>Control output format</a:t>
            </a:r>
          </a:p>
        </p:txBody>
      </p:sp>
      <p:pic>
        <p:nvPicPr>
          <p:cNvPr id="14341" name="Picture 4">
            <a:extLst>
              <a:ext uri="{FF2B5EF4-FFF2-40B4-BE49-F238E27FC236}">
                <a16:creationId xmlns:a16="http://schemas.microsoft.com/office/drawing/2014/main" id="{F257D979-52A0-4E59-827A-8A07BFCDE0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652837"/>
            <a:ext cx="4819650" cy="61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2" name="Picture 5">
            <a:extLst>
              <a:ext uri="{FF2B5EF4-FFF2-40B4-BE49-F238E27FC236}">
                <a16:creationId xmlns:a16="http://schemas.microsoft.com/office/drawing/2014/main" id="{45F7D824-E468-403B-ACBB-74D1E12902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672291"/>
            <a:ext cx="4872038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3" name="Picture 6">
            <a:extLst>
              <a:ext uri="{FF2B5EF4-FFF2-40B4-BE49-F238E27FC236}">
                <a16:creationId xmlns:a16="http://schemas.microsoft.com/office/drawing/2014/main" id="{100974C6-B3C2-4056-A4FC-9F6164BB71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5681801"/>
            <a:ext cx="7138988" cy="30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5">
            <a:extLst>
              <a:ext uri="{FF2B5EF4-FFF2-40B4-BE49-F238E27FC236}">
                <a16:creationId xmlns:a16="http://schemas.microsoft.com/office/drawing/2014/main" id="{A8C2C1AA-44B2-427F-97C8-EFB89B027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37363AE-1088-451E-A1FC-4FD56B68960E}" type="slidenum">
              <a:rPr lang="en-US" altLang="zh-CN" smtClean="0"/>
              <a:pPr/>
              <a:t>7</a:t>
            </a:fld>
            <a:endParaRPr lang="en-US" altLang="zh-CN" sz="1000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8C4BFF3A-7A7D-4877-B46B-43668ADE3F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&lt;xsl:template</a:t>
            </a:r>
            <a:r>
              <a:rPr lang="en-US" altLang="zh-CN"/>
              <a:t> Element 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03A79A6D-5BA3-4D94-BD1F-C3139E3D4B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2400"/>
              <a:t>A stylesheet has one or more templates.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100"/>
              <a:t>When </a:t>
            </a:r>
            <a:r>
              <a:rPr lang="en-US" altLang="zh-CN" sz="2100">
                <a:latin typeface="Courier New" panose="02070309020205020404" pitchFamily="49" charset="0"/>
                <a:cs typeface="Courier New" panose="02070309020205020404" pitchFamily="49" charset="0"/>
              </a:rPr>
              <a:t>&lt;xsl:template&gt; </a:t>
            </a:r>
            <a:r>
              <a:rPr lang="en-US" altLang="zh-CN" sz="2100"/>
              <a:t>is missing, and literal result elements are found, a </a:t>
            </a:r>
            <a:r>
              <a:rPr lang="en-US" altLang="zh-CN" sz="2100">
                <a:solidFill>
                  <a:srgbClr val="0066FF"/>
                </a:solidFill>
              </a:rPr>
              <a:t>match="/"</a:t>
            </a:r>
            <a:r>
              <a:rPr lang="en-US" altLang="zh-CN" sz="2100"/>
              <a:t> template is assumed (match the root)</a:t>
            </a:r>
          </a:p>
          <a:p>
            <a:pPr lvl="1" eaLnBrk="1" hangingPunct="1">
              <a:lnSpc>
                <a:spcPct val="80000"/>
              </a:lnSpc>
            </a:pPr>
            <a:endParaRPr lang="en-US" altLang="zh-CN" sz="2100"/>
          </a:p>
          <a:p>
            <a:pPr lvl="1" eaLnBrk="1" hangingPunct="1">
              <a:lnSpc>
                <a:spcPct val="80000"/>
              </a:lnSpc>
            </a:pPr>
            <a:endParaRPr lang="en-US" altLang="zh-CN" sz="2100"/>
          </a:p>
          <a:p>
            <a:pPr lvl="1" eaLnBrk="1" hangingPunct="1">
              <a:lnSpc>
                <a:spcPct val="80000"/>
              </a:lnSpc>
            </a:pPr>
            <a:endParaRPr lang="en-US" altLang="zh-CN" sz="2100"/>
          </a:p>
          <a:p>
            <a:pPr lvl="1" eaLnBrk="1" hangingPunct="1">
              <a:lnSpc>
                <a:spcPct val="80000"/>
              </a:lnSpc>
            </a:pPr>
            <a:endParaRPr lang="en-US" altLang="zh-CN" sz="2100"/>
          </a:p>
          <a:p>
            <a:pPr lvl="1" eaLnBrk="1" hangingPunct="1">
              <a:lnSpc>
                <a:spcPct val="80000"/>
              </a:lnSpc>
            </a:pPr>
            <a:endParaRPr lang="en-US" altLang="zh-CN" sz="2100"/>
          </a:p>
          <a:p>
            <a:pPr eaLnBrk="1" hangingPunct="1">
              <a:lnSpc>
                <a:spcPct val="80000"/>
              </a:lnSpc>
            </a:pPr>
            <a:r>
              <a:rPr lang="en-US" altLang="zh-CN" sz="2400"/>
              <a:t>Specifies: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100"/>
              <a:t>A </a:t>
            </a:r>
            <a:r>
              <a:rPr lang="en-US" altLang="zh-CN" sz="2100">
                <a:solidFill>
                  <a:srgbClr val="008000"/>
                </a:solidFill>
              </a:rPr>
              <a:t>match expression</a:t>
            </a:r>
            <a:r>
              <a:rPr lang="en-US" altLang="zh-CN" sz="2100"/>
              <a:t> that defines when this rule will be used (the test against the nodes in the XML tree) - this is an XPath expression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100"/>
              <a:t>Literal result text is written to the output tree, XSLT elements are executed</a:t>
            </a:r>
          </a:p>
        </p:txBody>
      </p:sp>
      <p:pic>
        <p:nvPicPr>
          <p:cNvPr id="16389" name="Picture 4">
            <a:extLst>
              <a:ext uri="{FF2B5EF4-FFF2-40B4-BE49-F238E27FC236}">
                <a16:creationId xmlns:a16="http://schemas.microsoft.com/office/drawing/2014/main" id="{5F143314-38E6-4D91-A957-0B54652C2A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5" y="2653506"/>
            <a:ext cx="8616950" cy="155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5">
            <a:extLst>
              <a:ext uri="{FF2B5EF4-FFF2-40B4-BE49-F238E27FC236}">
                <a16:creationId xmlns:a16="http://schemas.microsoft.com/office/drawing/2014/main" id="{61CB7473-A1D9-4909-BE43-6B72F0EFB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37363AE-1088-451E-A1FC-4FD56B68960E}" type="slidenum">
              <a:rPr lang="en-US" altLang="zh-CN" smtClean="0"/>
              <a:pPr/>
              <a:t>8</a:t>
            </a:fld>
            <a:endParaRPr lang="en-US" altLang="zh-CN" sz="10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29C416AE-E0D4-46FC-A64F-DC38BA96AE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zh-CN" sz="3400" dirty="0"/>
              <a:t>Pattern Matching (XPath) Examples</a:t>
            </a: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5671F9F4-31FC-41D0-B4DC-AB210E15B2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052737"/>
            <a:ext cx="8229600" cy="4967063"/>
          </a:xfrm>
        </p:spPr>
        <p:txBody>
          <a:bodyPr/>
          <a:lstStyle/>
          <a:p>
            <a:pPr eaLnBrk="1" hangingPunct="1"/>
            <a:r>
              <a:rPr lang="en-US" altLang="zh-CN" sz="2400" dirty="0"/>
              <a:t>Matching all children of book.</a:t>
            </a:r>
          </a:p>
          <a:p>
            <a:pPr eaLnBrk="1" hangingPunct="1"/>
            <a:endParaRPr lang="en-US" altLang="zh-CN" sz="2400" b="1" dirty="0"/>
          </a:p>
          <a:p>
            <a:pPr eaLnBrk="1" hangingPunct="1"/>
            <a:r>
              <a:rPr lang="en-US" altLang="zh-CN" sz="2400" dirty="0"/>
              <a:t>Using an OR statement.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dirty="0"/>
              <a:t> </a:t>
            </a:r>
          </a:p>
          <a:p>
            <a:pPr lvl="1" eaLnBrk="1" hangingPunct="1"/>
            <a:r>
              <a:rPr lang="en-US" altLang="zh-CN" sz="2100" dirty="0"/>
              <a:t>OR matches have the lowest priority</a:t>
            </a:r>
          </a:p>
          <a:p>
            <a:pPr eaLnBrk="1" hangingPunct="1"/>
            <a:r>
              <a:rPr lang="en-US" altLang="zh-CN" sz="2400" dirty="0"/>
              <a:t>Testing (using predicates) for a condition.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b="1" dirty="0"/>
          </a:p>
          <a:p>
            <a:pPr lvl="1" eaLnBrk="1" hangingPunct="1"/>
            <a:r>
              <a:rPr lang="en-US" altLang="zh-CN" sz="2100" dirty="0"/>
              <a:t>Any XPath predicate test may be used</a:t>
            </a:r>
          </a:p>
          <a:p>
            <a:pPr eaLnBrk="1" hangingPunct="1"/>
            <a:r>
              <a:rPr lang="en-US" altLang="zh-CN" sz="2400" dirty="0"/>
              <a:t>Any test can use the not() function.</a:t>
            </a:r>
          </a:p>
        </p:txBody>
      </p:sp>
      <p:pic>
        <p:nvPicPr>
          <p:cNvPr id="18437" name="Picture 4">
            <a:extLst>
              <a:ext uri="{FF2B5EF4-FFF2-40B4-BE49-F238E27FC236}">
                <a16:creationId xmlns:a16="http://schemas.microsoft.com/office/drawing/2014/main" id="{67F71830-A5B8-4ACC-9371-73DCD7A5A4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082800"/>
            <a:ext cx="576897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8" name="Picture 5">
            <a:extLst>
              <a:ext uri="{FF2B5EF4-FFF2-40B4-BE49-F238E27FC236}">
                <a16:creationId xmlns:a16="http://schemas.microsoft.com/office/drawing/2014/main" id="{78430113-71B2-4062-9D79-DB3A57FDD5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005138"/>
            <a:ext cx="7561263" cy="27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9" name="Picture 6">
            <a:extLst>
              <a:ext uri="{FF2B5EF4-FFF2-40B4-BE49-F238E27FC236}">
                <a16:creationId xmlns:a16="http://schemas.microsoft.com/office/drawing/2014/main" id="{392CC2E2-B3C4-424C-ACBE-A1CBCB4B7D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4308475"/>
            <a:ext cx="8062913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0" name="Picture 7">
            <a:extLst>
              <a:ext uri="{FF2B5EF4-FFF2-40B4-BE49-F238E27FC236}">
                <a16:creationId xmlns:a16="http://schemas.microsoft.com/office/drawing/2014/main" id="{D9D6FC91-93AE-41EF-902E-BA1FA7A44B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3" y="5562600"/>
            <a:ext cx="8167687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A0123796-C57E-4615-A412-A333356D9E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Control Elements</a:t>
            </a: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A7AC9667-C817-4336-80F9-2C456D8872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xsl:apply-templates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/&gt;</a:t>
            </a:r>
          </a:p>
          <a:p>
            <a:pPr eaLnBrk="1" hangingPunct="1">
              <a:defRPr/>
            </a:pP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xsl:call-template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name= "</a:t>
            </a:r>
            <a:r>
              <a:rPr lang="en-US" altLang="zh-CN" sz="2400" dirty="0" err="1">
                <a:cs typeface="Courier New" panose="02070309020205020404" pitchFamily="49" charset="0"/>
              </a:rPr>
              <a:t>templateName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"/&gt;</a:t>
            </a:r>
          </a:p>
          <a:p>
            <a:pPr lvl="1" eaLnBrk="1" hangingPunct="1">
              <a:defRPr/>
            </a:pPr>
            <a:r>
              <a:rPr lang="en-US" altLang="zh-CN" sz="2000" dirty="0"/>
              <a:t>Calls a template named "</a:t>
            </a:r>
            <a:r>
              <a:rPr lang="en-US" altLang="zh-CN" sz="2000" dirty="0" err="1"/>
              <a:t>templateName</a:t>
            </a:r>
            <a:r>
              <a:rPr lang="en-US" altLang="zh-CN" sz="2000" dirty="0"/>
              <a:t>"</a:t>
            </a:r>
          </a:p>
          <a:p>
            <a:pPr eaLnBrk="1" hangingPunct="1">
              <a:defRPr/>
            </a:pP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xsl:if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lvl="1" eaLnBrk="1" hangingPunct="1">
              <a:defRPr/>
            </a:pPr>
            <a:r>
              <a:rPr lang="en-US" altLang="zh-CN" sz="2000" dirty="0"/>
              <a:t>Allows a conditional test or tests.</a:t>
            </a:r>
          </a:p>
          <a:p>
            <a:pPr eaLnBrk="1" hangingPunct="1">
              <a:defRPr/>
            </a:pP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xsl:choose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lvl="1" eaLnBrk="1" hangingPunct="1">
              <a:defRPr/>
            </a:pPr>
            <a:r>
              <a:rPr lang="en-US" altLang="zh-CN" sz="2000" dirty="0"/>
              <a:t>Allows a choice of one or more tests and permits a default condition:</a:t>
            </a:r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66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1800" dirty="0" err="1">
                <a:solidFill>
                  <a:srgbClr val="0066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xsl:when</a:t>
            </a:r>
            <a:r>
              <a:rPr lang="en-US" altLang="zh-CN" sz="1800" dirty="0">
                <a:solidFill>
                  <a:srgbClr val="0066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altLang="zh-C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800" dirty="0"/>
              <a:t>the tested condition</a:t>
            </a:r>
          </a:p>
          <a:p>
            <a:pPr lvl="2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rgbClr val="0066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1800" dirty="0" err="1">
                <a:solidFill>
                  <a:srgbClr val="0066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xsl:otherwise</a:t>
            </a:r>
            <a:r>
              <a:rPr lang="en-US" altLang="zh-CN" sz="1800" dirty="0">
                <a:solidFill>
                  <a:srgbClr val="0066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altLang="zh-CN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800" dirty="0"/>
              <a:t>the default condition</a:t>
            </a:r>
          </a:p>
          <a:p>
            <a:pPr eaLnBrk="1" hangingPunct="1">
              <a:defRPr/>
            </a:pP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xsl:for-each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lvl="1" eaLnBrk="1" hangingPunct="1">
              <a:defRPr/>
            </a:pPr>
            <a:r>
              <a:rPr lang="en-US" altLang="zh-CN" sz="2000" dirty="0"/>
              <a:t>Used to iterate over the result of an XPath expression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5">
            <a:extLst>
              <a:ext uri="{FF2B5EF4-FFF2-40B4-BE49-F238E27FC236}">
                <a16:creationId xmlns:a16="http://schemas.microsoft.com/office/drawing/2014/main" id="{AD1763D7-5808-47C7-B5ED-598B832A7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37363AE-1088-451E-A1FC-4FD56B68960E}" type="slidenum">
              <a:rPr lang="en-US" altLang="zh-CN" smtClean="0"/>
              <a:pPr/>
              <a:t>10</a:t>
            </a:fld>
            <a:endParaRPr lang="en-US" altLang="zh-CN" sz="10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A530AA63-C6EC-42F1-9AC2-8EE23364B7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&lt;xsl:apply-templates </a:t>
            </a:r>
            <a:r>
              <a:rPr lang="en-US" altLang="zh-CN"/>
              <a:t>Element</a:t>
            </a: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D443F1A5-D706-47A1-BD18-CD23F0B089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052737"/>
            <a:ext cx="8229600" cy="3366863"/>
          </a:xfrm>
        </p:spPr>
        <p:txBody>
          <a:bodyPr/>
          <a:lstStyle/>
          <a:p>
            <a:pPr eaLnBrk="1" hangingPunct="1"/>
            <a:r>
              <a:rPr lang="en-US" altLang="zh-CN" sz="2000" dirty="0"/>
              <a:t>Means select all of the children of the current node in the XML source tree.  For each one, find the matching template rule in the stylesheet and process that rule.</a:t>
            </a:r>
          </a:p>
          <a:p>
            <a:pPr eaLnBrk="1" hangingPunct="1"/>
            <a:r>
              <a:rPr lang="en-US" altLang="zh-CN" sz="2000" dirty="0"/>
              <a:t>Rules that can be matched are:</a:t>
            </a:r>
          </a:p>
          <a:p>
            <a:pPr lvl="1" eaLnBrk="1" hangingPunct="1"/>
            <a:r>
              <a:rPr lang="en-US" altLang="zh-CN" sz="1900" dirty="0"/>
              <a:t>None - you are not required to have a template rule for each child node</a:t>
            </a:r>
          </a:p>
          <a:p>
            <a:pPr lvl="1" eaLnBrk="1" hangingPunct="1"/>
            <a:r>
              <a:rPr lang="en-US" altLang="zh-CN" sz="1900" dirty="0"/>
              <a:t>The template match rules you define</a:t>
            </a:r>
          </a:p>
          <a:p>
            <a:pPr lvl="1" eaLnBrk="1" hangingPunct="1"/>
            <a:r>
              <a:rPr lang="en-US" altLang="zh-CN" sz="1900" dirty="0"/>
              <a:t>Default rules built in to the XSL processor</a:t>
            </a:r>
          </a:p>
          <a:p>
            <a:pPr eaLnBrk="1" hangingPunct="1"/>
            <a:r>
              <a:rPr lang="en-US" altLang="zh-CN" sz="2000" dirty="0"/>
              <a:t>Applies rules recursively</a:t>
            </a:r>
          </a:p>
        </p:txBody>
      </p:sp>
      <p:pic>
        <p:nvPicPr>
          <p:cNvPr id="22533" name="Picture 4">
            <a:extLst>
              <a:ext uri="{FF2B5EF4-FFF2-40B4-BE49-F238E27FC236}">
                <a16:creationId xmlns:a16="http://schemas.microsoft.com/office/drawing/2014/main" id="{E44E3F8C-BACD-4645-9DF9-A3B5997DE0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281254"/>
            <a:ext cx="7162800" cy="208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5">
            <a:extLst>
              <a:ext uri="{FF2B5EF4-FFF2-40B4-BE49-F238E27FC236}">
                <a16:creationId xmlns:a16="http://schemas.microsoft.com/office/drawing/2014/main" id="{E36C83C6-712C-4E00-A0D9-B327961FD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37363AE-1088-451E-A1FC-4FD56B68960E}" type="slidenum">
              <a:rPr lang="en-US" altLang="zh-CN" smtClean="0"/>
              <a:pPr/>
              <a:t>11</a:t>
            </a:fld>
            <a:endParaRPr lang="en-US" altLang="zh-CN" sz="1000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C565CC8F-436B-494E-85BE-036F0CDE60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&lt;xsl:call-template </a:t>
            </a:r>
            <a:r>
              <a:rPr lang="en-US" altLang="zh-CN"/>
              <a:t>Element</a:t>
            </a:r>
          </a:p>
        </p:txBody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07EBA0FC-5614-41BF-B075-DB41778104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altLang="zh-CN" sz="2400" dirty="0"/>
              <a:t>Templates can be named and invoked by name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CN" sz="1900" dirty="0"/>
              <a:t>All templates must have a name or a match attribute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CN" sz="2400" dirty="0"/>
              <a:t>When calling a template, the current node remains unchanged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CN" sz="2400" dirty="0"/>
              <a:t>Defining a named template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altLang="zh-CN" sz="24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altLang="zh-CN" sz="2400" b="1" dirty="0"/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altLang="zh-CN" sz="2400" b="1" dirty="0"/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CN" sz="2400" dirty="0"/>
              <a:t>Calling a named  template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altLang="zh-CN" sz="2000" b="1" dirty="0"/>
          </a:p>
          <a:p>
            <a:pPr eaLnBrk="1" hangingPunct="1">
              <a:lnSpc>
                <a:spcPct val="80000"/>
              </a:lnSpc>
              <a:defRPr/>
            </a:pPr>
            <a:endParaRPr lang="en-US" altLang="zh-CN" sz="2000" dirty="0"/>
          </a:p>
          <a:p>
            <a:pPr eaLnBrk="1" hangingPunct="1">
              <a:lnSpc>
                <a:spcPct val="80000"/>
              </a:lnSpc>
              <a:defRPr/>
            </a:pPr>
            <a:endParaRPr lang="en-US" altLang="zh-CN" sz="2000" dirty="0"/>
          </a:p>
          <a:p>
            <a:pPr eaLnBrk="1" hangingPunct="1">
              <a:lnSpc>
                <a:spcPct val="80000"/>
              </a:lnSpc>
              <a:defRPr/>
            </a:pPr>
            <a:endParaRPr lang="en-US" altLang="zh-CN" sz="20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000" dirty="0"/>
              <a:t> </a:t>
            </a:r>
          </a:p>
        </p:txBody>
      </p:sp>
      <p:pic>
        <p:nvPicPr>
          <p:cNvPr id="24581" name="Picture 4">
            <a:extLst>
              <a:ext uri="{FF2B5EF4-FFF2-40B4-BE49-F238E27FC236}">
                <a16:creationId xmlns:a16="http://schemas.microsoft.com/office/drawing/2014/main" id="{0CF69FAC-05BD-47F8-8F92-640B1C66A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" y="3254487"/>
            <a:ext cx="822007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2" name="Picture 5">
            <a:extLst>
              <a:ext uri="{FF2B5EF4-FFF2-40B4-BE49-F238E27FC236}">
                <a16:creationId xmlns:a16="http://schemas.microsoft.com/office/drawing/2014/main" id="{C2FCE86B-AC5A-4645-A446-234352E11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630000"/>
            <a:ext cx="6323013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5">
            <a:extLst>
              <a:ext uri="{FF2B5EF4-FFF2-40B4-BE49-F238E27FC236}">
                <a16:creationId xmlns:a16="http://schemas.microsoft.com/office/drawing/2014/main" id="{45271A2A-37A1-42A3-A36D-1AD69E15A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37363AE-1088-451E-A1FC-4FD56B68960E}" type="slidenum">
              <a:rPr lang="en-US" altLang="zh-CN" smtClean="0"/>
              <a:pPr/>
              <a:t>12</a:t>
            </a:fld>
            <a:endParaRPr lang="en-US" altLang="zh-CN" sz="100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5313B0ED-273D-4B67-939B-7816E56478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&lt;xsl:for-each </a:t>
            </a:r>
            <a:r>
              <a:rPr lang="en-US" altLang="zh-CN"/>
              <a:t>Element</a:t>
            </a: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288C3CBB-5872-44B3-BBD2-5176BD38E4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052737"/>
            <a:ext cx="8229600" cy="2376263"/>
          </a:xfrm>
        </p:spPr>
        <p:txBody>
          <a:bodyPr/>
          <a:lstStyle/>
          <a:p>
            <a:pPr eaLnBrk="1" hangingPunct="1"/>
            <a:endParaRPr lang="en-US" altLang="zh-CN" sz="2400" dirty="0"/>
          </a:p>
          <a:p>
            <a:pPr eaLnBrk="1" hangingPunct="1"/>
            <a:r>
              <a:rPr lang="en-US" altLang="zh-CN" sz="2400" dirty="0"/>
              <a:t>Used to iterate over the result of the select expression</a:t>
            </a:r>
          </a:p>
          <a:p>
            <a:pPr eaLnBrk="1" hangingPunct="1"/>
            <a:r>
              <a:rPr lang="en-US" altLang="zh-CN" sz="2400" dirty="0"/>
              <a:t>Selected node becomes the current node</a:t>
            </a:r>
          </a:p>
        </p:txBody>
      </p:sp>
      <p:pic>
        <p:nvPicPr>
          <p:cNvPr id="26629" name="Picture 5">
            <a:extLst>
              <a:ext uri="{FF2B5EF4-FFF2-40B4-BE49-F238E27FC236}">
                <a16:creationId xmlns:a16="http://schemas.microsoft.com/office/drawing/2014/main" id="{C090A185-4D09-4A33-B351-B2821DE0C9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" y="3051175"/>
            <a:ext cx="7391400" cy="380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0" name="Picture 4">
            <a:extLst>
              <a:ext uri="{FF2B5EF4-FFF2-40B4-BE49-F238E27FC236}">
                <a16:creationId xmlns:a16="http://schemas.microsoft.com/office/drawing/2014/main" id="{154BA07B-8E4E-4780-ACBC-4A269CCA68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682" y="1570831"/>
            <a:ext cx="70072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5">
            <a:extLst>
              <a:ext uri="{FF2B5EF4-FFF2-40B4-BE49-F238E27FC236}">
                <a16:creationId xmlns:a16="http://schemas.microsoft.com/office/drawing/2014/main" id="{D2DAA645-2BAD-40D3-BA6A-BDF186E87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37363AE-1088-451E-A1FC-4FD56B68960E}" type="slidenum">
              <a:rPr lang="en-US" altLang="zh-CN" smtClean="0"/>
              <a:pPr/>
              <a:t>13</a:t>
            </a:fld>
            <a:endParaRPr lang="en-US" altLang="zh-CN" sz="10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ED6499E2-587F-475C-8D21-41C5F4EE59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&lt;xsl:if </a:t>
            </a:r>
            <a:r>
              <a:rPr lang="en-US" altLang="zh-CN"/>
              <a:t>Element</a:t>
            </a: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48885A70-B1C6-4FFE-AF77-3F0B5D0A78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052737"/>
            <a:ext cx="8229600" cy="1614263"/>
          </a:xfrm>
        </p:spPr>
        <p:txBody>
          <a:bodyPr/>
          <a:lstStyle/>
          <a:p>
            <a:pPr eaLnBrk="1" hangingPunct="1"/>
            <a:endParaRPr lang="en-US" altLang="zh-CN" sz="2400" dirty="0"/>
          </a:p>
          <a:p>
            <a:pPr eaLnBrk="1" hangingPunct="1"/>
            <a:r>
              <a:rPr lang="en-US" altLang="zh-CN" sz="2400" dirty="0"/>
              <a:t>Used to conditionally process the matched expression</a:t>
            </a:r>
          </a:p>
          <a:p>
            <a:pPr eaLnBrk="1" hangingPunct="1"/>
            <a:r>
              <a:rPr lang="en-US" altLang="zh-CN" sz="2400" dirty="0"/>
              <a:t>Can also be used with the logical </a:t>
            </a:r>
            <a:r>
              <a:rPr lang="en-US" altLang="zh-CN" sz="2400" i="1" dirty="0"/>
              <a:t>not</a:t>
            </a:r>
            <a:r>
              <a:rPr lang="en-US" altLang="zh-CN" sz="2400" dirty="0"/>
              <a:t> statement</a:t>
            </a:r>
          </a:p>
        </p:txBody>
      </p:sp>
      <p:pic>
        <p:nvPicPr>
          <p:cNvPr id="28677" name="Picture 4">
            <a:extLst>
              <a:ext uri="{FF2B5EF4-FFF2-40B4-BE49-F238E27FC236}">
                <a16:creationId xmlns:a16="http://schemas.microsoft.com/office/drawing/2014/main" id="{3F9EC872-AEEE-4327-855E-3E7DF98968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924" y="1295400"/>
            <a:ext cx="5187950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8" name="Picture 5">
            <a:extLst>
              <a:ext uri="{FF2B5EF4-FFF2-40B4-BE49-F238E27FC236}">
                <a16:creationId xmlns:a16="http://schemas.microsoft.com/office/drawing/2014/main" id="{3D52D319-2252-406A-B3BC-3F17A641CE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636090"/>
            <a:ext cx="7010400" cy="3827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5">
            <a:extLst>
              <a:ext uri="{FF2B5EF4-FFF2-40B4-BE49-F238E27FC236}">
                <a16:creationId xmlns:a16="http://schemas.microsoft.com/office/drawing/2014/main" id="{B0193520-DE8A-4272-97F2-1DD46BAF9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37363AE-1088-451E-A1FC-4FD56B68960E}" type="slidenum">
              <a:rPr lang="en-US" altLang="zh-CN" smtClean="0"/>
              <a:pPr/>
              <a:t>14</a:t>
            </a:fld>
            <a:endParaRPr lang="en-US" altLang="zh-CN" sz="100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83B583CE-52B1-4FBB-8808-A24CFF0254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&lt;xsl:choose </a:t>
            </a:r>
            <a:r>
              <a:rPr lang="en-US" altLang="zh-CN"/>
              <a:t>Element</a:t>
            </a:r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BF1248D6-0AA0-4CE3-85F4-89CEEDC6FD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altLang="zh-CN" sz="2400"/>
          </a:p>
          <a:p>
            <a:pPr eaLnBrk="1" hangingPunct="1">
              <a:lnSpc>
                <a:spcPct val="90000"/>
              </a:lnSpc>
            </a:pPr>
            <a:endParaRPr lang="en-US" altLang="zh-CN" sz="2400"/>
          </a:p>
          <a:p>
            <a:pPr eaLnBrk="1" hangingPunct="1">
              <a:lnSpc>
                <a:spcPct val="90000"/>
              </a:lnSpc>
            </a:pPr>
            <a:endParaRPr lang="en-US" altLang="zh-CN" sz="2400"/>
          </a:p>
          <a:p>
            <a:pPr eaLnBrk="1" hangingPunct="1">
              <a:lnSpc>
                <a:spcPct val="90000"/>
              </a:lnSpc>
            </a:pPr>
            <a:endParaRPr lang="en-US" altLang="zh-CN" sz="2400"/>
          </a:p>
          <a:p>
            <a:pPr eaLnBrk="1" hangingPunct="1">
              <a:lnSpc>
                <a:spcPct val="90000"/>
              </a:lnSpc>
            </a:pPr>
            <a:endParaRPr lang="en-US" altLang="zh-CN" sz="2400"/>
          </a:p>
          <a:p>
            <a:pPr eaLnBrk="1" hangingPunct="1">
              <a:lnSpc>
                <a:spcPct val="90000"/>
              </a:lnSpc>
            </a:pPr>
            <a:endParaRPr lang="en-US" altLang="zh-CN" sz="2400"/>
          </a:p>
          <a:p>
            <a:pPr eaLnBrk="1" hangingPunct="1">
              <a:lnSpc>
                <a:spcPct val="90000"/>
              </a:lnSpc>
            </a:pPr>
            <a:endParaRPr lang="en-US" altLang="zh-CN" sz="2400"/>
          </a:p>
          <a:p>
            <a:pPr eaLnBrk="1" hangingPunct="1">
              <a:lnSpc>
                <a:spcPct val="90000"/>
              </a:lnSpc>
            </a:pPr>
            <a:r>
              <a:rPr lang="en-US" altLang="zh-CN" sz="2400"/>
              <a:t>Multiple </a:t>
            </a:r>
            <a:r>
              <a:rPr lang="en-US" altLang="zh-CN" sz="2400">
                <a:latin typeface="Courier New" panose="02070309020205020404" pitchFamily="49" charset="0"/>
                <a:cs typeface="Courier New" panose="02070309020205020404" pitchFamily="49" charset="0"/>
              </a:rPr>
              <a:t>when</a:t>
            </a:r>
            <a:r>
              <a:rPr lang="en-US" altLang="zh-CN" sz="2400"/>
              <a:t> tests can be implemented.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/>
              <a:t>The </a:t>
            </a:r>
            <a:r>
              <a:rPr lang="en-US" altLang="zh-CN" sz="2400">
                <a:latin typeface="Courier New" panose="02070309020205020404" pitchFamily="49" charset="0"/>
                <a:cs typeface="Courier New" panose="02070309020205020404" pitchFamily="49" charset="0"/>
              </a:rPr>
              <a:t>otherwise</a:t>
            </a:r>
            <a:r>
              <a:rPr lang="en-US" altLang="zh-CN" sz="2400"/>
              <a:t> element is optional and must be the last child element of </a:t>
            </a:r>
            <a:r>
              <a:rPr lang="en-US" altLang="zh-CN" sz="2400">
                <a:latin typeface="Courier New" panose="02070309020205020404" pitchFamily="49" charset="0"/>
                <a:cs typeface="Courier New" panose="02070309020205020404" pitchFamily="49" charset="0"/>
              </a:rPr>
              <a:t>&lt;xsl:choose&gt; </a:t>
            </a:r>
            <a:r>
              <a:rPr lang="en-US" altLang="zh-CN" sz="2400"/>
              <a:t>when present (used as a default if the other tests fail)</a:t>
            </a:r>
          </a:p>
        </p:txBody>
      </p:sp>
      <p:pic>
        <p:nvPicPr>
          <p:cNvPr id="30725" name="Picture 4">
            <a:extLst>
              <a:ext uri="{FF2B5EF4-FFF2-40B4-BE49-F238E27FC236}">
                <a16:creationId xmlns:a16="http://schemas.microsoft.com/office/drawing/2014/main" id="{F55260F7-F219-4348-84D6-55A82B30FF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447800"/>
            <a:ext cx="6823075" cy="292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5">
            <a:extLst>
              <a:ext uri="{FF2B5EF4-FFF2-40B4-BE49-F238E27FC236}">
                <a16:creationId xmlns:a16="http://schemas.microsoft.com/office/drawing/2014/main" id="{17A77FB2-C066-4C2C-A5A3-0CED11EC8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37363AE-1088-451E-A1FC-4FD56B68960E}" type="slidenum">
              <a:rPr lang="en-US" altLang="zh-CN" smtClean="0"/>
              <a:pPr/>
              <a:t>15</a:t>
            </a:fld>
            <a:endParaRPr lang="en-US" altLang="zh-CN" sz="1000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38FEAB95-1783-42AC-83D2-FCEF975135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&lt;xsl:choose </a:t>
            </a:r>
            <a:r>
              <a:rPr lang="en-US" altLang="zh-CN"/>
              <a:t>Element</a:t>
            </a:r>
          </a:p>
        </p:txBody>
      </p:sp>
      <p:pic>
        <p:nvPicPr>
          <p:cNvPr id="32772" name="Picture 4">
            <a:extLst>
              <a:ext uri="{FF2B5EF4-FFF2-40B4-BE49-F238E27FC236}">
                <a16:creationId xmlns:a16="http://schemas.microsoft.com/office/drawing/2014/main" id="{545B1207-291E-4830-B4AF-A957354B5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231" y="1066800"/>
            <a:ext cx="7475538" cy="527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5">
            <a:extLst>
              <a:ext uri="{FF2B5EF4-FFF2-40B4-BE49-F238E27FC236}">
                <a16:creationId xmlns:a16="http://schemas.microsoft.com/office/drawing/2014/main" id="{B0796B85-A7C4-4A7B-A9C0-39C79EBDA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37363AE-1088-451E-A1FC-4FD56B68960E}" type="slidenum">
              <a:rPr lang="en-US" altLang="zh-CN" smtClean="0"/>
              <a:pPr/>
              <a:t>16</a:t>
            </a:fld>
            <a:endParaRPr lang="en-US" altLang="zh-CN" sz="1000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25225C61-1025-4E53-A332-B0E84AEE32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Elements to Generate Output</a:t>
            </a: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5383A8B7-A8EB-4B3B-8625-CDE87EB7D4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xsl:value-of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select="</a:t>
            </a:r>
            <a:r>
              <a:rPr lang="en-US" altLang="zh-CN" sz="2800" dirty="0" err="1">
                <a:cs typeface="Courier New" panose="02070309020205020404" pitchFamily="49" charset="0"/>
              </a:rPr>
              <a:t>validXPathExprOrFunction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xsl:procssing-instruction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name="</a:t>
            </a:r>
            <a:r>
              <a:rPr lang="en-US" altLang="zh-CN" sz="2800" dirty="0" err="1">
                <a:cs typeface="Courier New" panose="02070309020205020404" pitchFamily="49" charset="0"/>
              </a:rPr>
              <a:t>piName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"/&gt;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sz="2300" dirty="0"/>
              <a:t>Inserts a processing instruction into the result tree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xsl:apply-templates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/&gt;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xsl:comment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sz="2300" dirty="0"/>
              <a:t>Inserts a comment into the result tree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xsl:text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sz="2300" dirty="0"/>
              <a:t>Inserts text into result tree verbatim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sz="2300" dirty="0"/>
              <a:t>Used when outputting special characters, particularly whitespace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5">
            <a:extLst>
              <a:ext uri="{FF2B5EF4-FFF2-40B4-BE49-F238E27FC236}">
                <a16:creationId xmlns:a16="http://schemas.microsoft.com/office/drawing/2014/main" id="{13F37A01-7B4B-43D4-9029-DF078DAA4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37363AE-1088-451E-A1FC-4FD56B68960E}" type="slidenum">
              <a:rPr lang="en-US" altLang="zh-CN" smtClean="0"/>
              <a:pPr/>
              <a:t>17</a:t>
            </a:fld>
            <a:endParaRPr lang="en-US" altLang="zh-CN" sz="1000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66A24773-4728-4EA7-88B4-81D623E160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&lt;xsl:value-of </a:t>
            </a:r>
            <a:r>
              <a:rPr lang="en-US" altLang="zh-CN"/>
              <a:t>Element</a:t>
            </a:r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04B55C85-CA49-4FD8-9A28-09469FEDFF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052737"/>
            <a:ext cx="8229600" cy="1995263"/>
          </a:xfrm>
        </p:spPr>
        <p:txBody>
          <a:bodyPr/>
          <a:lstStyle/>
          <a:p>
            <a:pPr eaLnBrk="1" hangingPunct="1"/>
            <a:endParaRPr lang="en-US" altLang="zh-CN" dirty="0"/>
          </a:p>
          <a:p>
            <a:pPr eaLnBrk="1" hangingPunct="1"/>
            <a:r>
              <a:rPr lang="en-US" altLang="zh-CN" sz="2400" dirty="0"/>
              <a:t>Used to extract a specific value from the source tree</a:t>
            </a:r>
          </a:p>
          <a:p>
            <a:pPr eaLnBrk="1" hangingPunct="1"/>
            <a:r>
              <a:rPr lang="en-US" altLang="zh-CN" sz="2400" dirty="0"/>
              <a:t>Inserts into result tree the verbatim contents of a string, an element or attribute from </a:t>
            </a:r>
            <a:r>
              <a:rPr lang="en-US" altLang="zh-CN" sz="2400" i="1" dirty="0" err="1">
                <a:solidFill>
                  <a:srgbClr val="008000"/>
                </a:solidFill>
              </a:rPr>
              <a:t>patternToMatch</a:t>
            </a:r>
            <a:endParaRPr lang="en-US" altLang="zh-CN" sz="2400" i="1" dirty="0"/>
          </a:p>
        </p:txBody>
      </p:sp>
      <p:pic>
        <p:nvPicPr>
          <p:cNvPr id="36869" name="Picture 5">
            <a:extLst>
              <a:ext uri="{FF2B5EF4-FFF2-40B4-BE49-F238E27FC236}">
                <a16:creationId xmlns:a16="http://schemas.microsoft.com/office/drawing/2014/main" id="{E2E5E540-3A0F-4927-8EDC-525D513FAC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188" y="1262109"/>
            <a:ext cx="6638925" cy="38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0" name="Picture 6">
            <a:extLst>
              <a:ext uri="{FF2B5EF4-FFF2-40B4-BE49-F238E27FC236}">
                <a16:creationId xmlns:a16="http://schemas.microsoft.com/office/drawing/2014/main" id="{F8911A1E-EADC-4380-84C8-4DF8C00FE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188" y="3102068"/>
            <a:ext cx="7654925" cy="315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5">
            <a:extLst>
              <a:ext uri="{FF2B5EF4-FFF2-40B4-BE49-F238E27FC236}">
                <a16:creationId xmlns:a16="http://schemas.microsoft.com/office/drawing/2014/main" id="{4A394605-C0A7-4337-BE46-B3E14C482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37363AE-1088-451E-A1FC-4FD56B68960E}" type="slidenum">
              <a:rPr lang="en-US" altLang="zh-CN" smtClean="0"/>
              <a:pPr/>
              <a:t>18</a:t>
            </a:fld>
            <a:endParaRPr lang="en-US" altLang="zh-CN" sz="1000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396BD6DC-CC27-4922-AC30-316C24F74F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CN" dirty="0"/>
              <a:t>Default of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xsl:apply-templates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/&gt;</a:t>
            </a:r>
          </a:p>
        </p:txBody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1730492F-431F-41E5-B8BF-25921D2437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052737"/>
            <a:ext cx="8229600" cy="35954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000" dirty="0"/>
              <a:t>Can be used to output the value of the node being matched when used with leaf nodes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000" dirty="0"/>
              <a:t>This example creates HTML table cells containing book authors' names and book prices: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="1" dirty="0"/>
              <a:t> </a:t>
            </a:r>
          </a:p>
          <a:p>
            <a:pPr eaLnBrk="1" hangingPunct="1">
              <a:lnSpc>
                <a:spcPct val="90000"/>
              </a:lnSpc>
            </a:pPr>
            <a:endParaRPr lang="en-US" altLang="zh-CN" sz="2000" b="1" dirty="0"/>
          </a:p>
          <a:p>
            <a:pPr eaLnBrk="1" hangingPunct="1">
              <a:lnSpc>
                <a:spcPct val="90000"/>
              </a:lnSpc>
            </a:pPr>
            <a:endParaRPr lang="en-US" altLang="zh-CN" sz="2000" b="1" dirty="0"/>
          </a:p>
          <a:p>
            <a:pPr eaLnBrk="1" hangingPunct="1">
              <a:lnSpc>
                <a:spcPct val="90000"/>
              </a:lnSpc>
            </a:pPr>
            <a:r>
              <a:rPr lang="en-US" altLang="zh-CN" sz="2000" dirty="0"/>
              <a:t>Can be rewritten with the same result, using apply-templates:</a:t>
            </a:r>
          </a:p>
        </p:txBody>
      </p:sp>
      <p:pic>
        <p:nvPicPr>
          <p:cNvPr id="38917" name="Picture 4">
            <a:extLst>
              <a:ext uri="{FF2B5EF4-FFF2-40B4-BE49-F238E27FC236}">
                <a16:creationId xmlns:a16="http://schemas.microsoft.com/office/drawing/2014/main" id="{56F7B2BE-6220-41DE-90AB-96FAEB6B51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425" y="2916238"/>
            <a:ext cx="5794375" cy="817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8" name="Picture 6">
            <a:extLst>
              <a:ext uri="{FF2B5EF4-FFF2-40B4-BE49-F238E27FC236}">
                <a16:creationId xmlns:a16="http://schemas.microsoft.com/office/drawing/2014/main" id="{C2C71AB9-14C4-4A82-BEAD-FEDFE76597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244975"/>
            <a:ext cx="8115300" cy="207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6C99441B-AB7F-42DA-A3AE-B9B13D77E4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Elements to Generate XML Output</a:t>
            </a:r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DAF55E66-F07C-4AD3-A049-80762766D2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70000"/>
              </a:lnSpc>
              <a:defRPr/>
            </a:pPr>
            <a:r>
              <a:rPr lang="en-US" altLang="zh-CN" dirty="0"/>
              <a:t>Any and all XSLT elements can be used to transform from XML-to-HMTL or from XML-to-XML</a:t>
            </a:r>
          </a:p>
          <a:p>
            <a:pPr>
              <a:lnSpc>
                <a:spcPct val="170000"/>
              </a:lnSpc>
              <a:defRPr/>
            </a:pPr>
            <a:r>
              <a:rPr lang="en-US" altLang="zh-CN" dirty="0"/>
              <a:t>But they are unwieldy and error prone</a:t>
            </a:r>
          </a:p>
          <a:p>
            <a:pPr>
              <a:lnSpc>
                <a:spcPct val="170000"/>
              </a:lnSpc>
              <a:defRPr/>
            </a:pPr>
            <a:r>
              <a:rPr lang="en-US" altLang="zh-CN" dirty="0"/>
              <a:t>So, some elements are used for XML-Generation </a:t>
            </a:r>
          </a:p>
          <a:p>
            <a:pPr lvl="1">
              <a:lnSpc>
                <a:spcPct val="170000"/>
              </a:lnSpc>
              <a:defRPr/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xsl:element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lvl="1">
              <a:lnSpc>
                <a:spcPct val="170000"/>
              </a:lnSpc>
              <a:defRPr/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xsl:attribute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lvl="1">
              <a:lnSpc>
                <a:spcPct val="170000"/>
              </a:lnSpc>
              <a:defRPr/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xsl:copy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lvl="2">
              <a:lnSpc>
                <a:spcPct val="170000"/>
              </a:lnSpc>
              <a:defRPr/>
            </a:pPr>
            <a:r>
              <a:rPr lang="en-US" altLang="zh-CN" dirty="0"/>
              <a:t>Copies the current nodes from source tree to result tree</a:t>
            </a:r>
          </a:p>
        </p:txBody>
      </p:sp>
      <p:sp>
        <p:nvSpPr>
          <p:cNvPr id="2" name="灯片编号占位符 5">
            <a:extLst>
              <a:ext uri="{FF2B5EF4-FFF2-40B4-BE49-F238E27FC236}">
                <a16:creationId xmlns:a16="http://schemas.microsoft.com/office/drawing/2014/main" id="{ECF19384-D321-44C5-94A6-C06A56C2E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37363AE-1088-451E-A1FC-4FD56B68960E}" type="slidenum">
              <a:rPr lang="en-US" altLang="zh-CN" smtClean="0"/>
              <a:pPr/>
              <a:t>19</a:t>
            </a:fld>
            <a:endParaRPr lang="en-US" altLang="zh-CN" sz="1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5">
            <a:extLst>
              <a:ext uri="{FF2B5EF4-FFF2-40B4-BE49-F238E27FC236}">
                <a16:creationId xmlns:a16="http://schemas.microsoft.com/office/drawing/2014/main" id="{34BDF695-3CEE-426D-B2AD-25DBF37A3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37363AE-1088-451E-A1FC-4FD56B68960E}" type="slidenum">
              <a:rPr lang="en-US" altLang="zh-CN" smtClean="0"/>
              <a:pPr/>
              <a:t>20</a:t>
            </a:fld>
            <a:endParaRPr lang="en-US" altLang="zh-CN" sz="1000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17723FF6-0547-43BE-9846-9E4A0A1611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&lt;xsl:element </a:t>
            </a:r>
            <a:r>
              <a:rPr lang="en-US" altLang="zh-CN"/>
              <a:t>Element</a:t>
            </a:r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F8DD13EC-A226-47CF-9FBD-2B7042BE97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052737"/>
            <a:ext cx="8229600" cy="4738463"/>
          </a:xfrm>
        </p:spPr>
        <p:txBody>
          <a:bodyPr/>
          <a:lstStyle/>
          <a:p>
            <a:pPr eaLnBrk="1" hangingPunct="1"/>
            <a:r>
              <a:rPr lang="en-US" altLang="zh-CN" sz="2400" dirty="0"/>
              <a:t>Creates an element in the result tree.</a:t>
            </a:r>
          </a:p>
          <a:p>
            <a:pPr eaLnBrk="1" hangingPunct="1"/>
            <a:r>
              <a:rPr lang="en-US" altLang="zh-CN" sz="2400" dirty="0"/>
              <a:t>Content (inside 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xsl:element</a:t>
            </a:r>
            <a:r>
              <a:rPr lang="en-US" altLang="zh-CN" sz="2400" dirty="0"/>
              <a:t>) can be: </a:t>
            </a:r>
          </a:p>
          <a:p>
            <a:pPr lvl="1" eaLnBrk="1" hangingPunct="1"/>
            <a:r>
              <a:rPr lang="en-US" altLang="zh-CN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xsl:attribute</a:t>
            </a:r>
            <a:r>
              <a:rPr lang="en-US" altLang="zh-CN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altLang="zh-CN" sz="2100" dirty="0"/>
              <a:t>(create attribute)</a:t>
            </a:r>
          </a:p>
          <a:p>
            <a:pPr lvl="1" eaLnBrk="1" hangingPunct="1"/>
            <a:r>
              <a:rPr lang="en-US" altLang="zh-CN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xsl:element</a:t>
            </a:r>
            <a:r>
              <a:rPr lang="en-US" altLang="zh-CN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altLang="zh-CN" sz="2100" dirty="0"/>
              <a:t>(create child element)</a:t>
            </a:r>
          </a:p>
          <a:p>
            <a:pPr lvl="1" eaLnBrk="1" hangingPunct="1"/>
            <a:r>
              <a:rPr lang="en-US" altLang="zh-CN" sz="2100" dirty="0"/>
              <a:t>Text</a:t>
            </a:r>
          </a:p>
          <a:p>
            <a:pPr lvl="1" eaLnBrk="1" hangingPunct="1"/>
            <a:endParaRPr lang="en-US" altLang="zh-CN" sz="2100" dirty="0"/>
          </a:p>
          <a:p>
            <a:pPr lvl="1" eaLnBrk="1" hangingPunct="1"/>
            <a:endParaRPr lang="en-US" altLang="zh-CN" sz="2100" dirty="0"/>
          </a:p>
          <a:p>
            <a:pPr lvl="1" eaLnBrk="1" hangingPunct="1"/>
            <a:endParaRPr lang="en-US" altLang="zh-CN" sz="2100" dirty="0"/>
          </a:p>
          <a:p>
            <a:pPr eaLnBrk="1" hangingPunct="1"/>
            <a:r>
              <a:rPr lang="en-US" altLang="zh-CN" sz="2400" dirty="0"/>
              <a:t>Alternative: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&lt;ele</a:t>
            </a:r>
            <a:r>
              <a:rPr lang="en-US" altLang="zh-CN" sz="2400" i="1" dirty="0">
                <a:latin typeface="Courier New" panose="02070309020205020404" pitchFamily="49" charset="0"/>
                <a:cs typeface="Courier New" panose="02070309020205020404" pitchFamily="49" charset="0"/>
              </a:rPr>
              <a:t>ment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-name&gt; </a:t>
            </a:r>
            <a:r>
              <a:rPr lang="en-US" altLang="zh-CN" sz="2400" dirty="0"/>
              <a:t>literal result elements</a:t>
            </a:r>
          </a:p>
        </p:txBody>
      </p:sp>
      <p:pic>
        <p:nvPicPr>
          <p:cNvPr id="43013" name="Picture 4">
            <a:extLst>
              <a:ext uri="{FF2B5EF4-FFF2-40B4-BE49-F238E27FC236}">
                <a16:creationId xmlns:a16="http://schemas.microsoft.com/office/drawing/2014/main" id="{DC35ABE9-B8E1-4318-87E2-13FB595D07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75" y="3865563"/>
            <a:ext cx="8035925" cy="884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4" name="Picture 5">
            <a:extLst>
              <a:ext uri="{FF2B5EF4-FFF2-40B4-BE49-F238E27FC236}">
                <a16:creationId xmlns:a16="http://schemas.microsoft.com/office/drawing/2014/main" id="{B45EA093-D2DC-43A7-B39E-F7D21C430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5340350"/>
            <a:ext cx="7851775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4" descr="新建 BMP 图像">
            <a:extLst>
              <a:ext uri="{FF2B5EF4-FFF2-40B4-BE49-F238E27FC236}">
                <a16:creationId xmlns:a16="http://schemas.microsoft.com/office/drawing/2014/main" id="{991CFDCF-3997-4B07-9AD5-A2E321130A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3605213"/>
            <a:ext cx="6400800" cy="258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59" name="灯片编号占位符 5">
            <a:extLst>
              <a:ext uri="{FF2B5EF4-FFF2-40B4-BE49-F238E27FC236}">
                <a16:creationId xmlns:a16="http://schemas.microsoft.com/office/drawing/2014/main" id="{311D3A99-365B-4D79-A348-B2D5D85A6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37363AE-1088-451E-A1FC-4FD56B68960E}" type="slidenum">
              <a:rPr lang="en-US" altLang="zh-CN" smtClean="0"/>
              <a:pPr/>
              <a:t>21</a:t>
            </a:fld>
            <a:endParaRPr lang="en-US" altLang="zh-CN" sz="1000"/>
          </a:p>
        </p:txBody>
      </p:sp>
      <p:sp>
        <p:nvSpPr>
          <p:cNvPr id="45060" name="Rectangle 2">
            <a:extLst>
              <a:ext uri="{FF2B5EF4-FFF2-40B4-BE49-F238E27FC236}">
                <a16:creationId xmlns:a16="http://schemas.microsoft.com/office/drawing/2014/main" id="{36D2F6EC-E04C-40F0-A6B0-D58EBE9F9E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&lt;xsl:attribute </a:t>
            </a:r>
            <a:r>
              <a:rPr lang="en-US" altLang="zh-CN"/>
              <a:t>Element</a:t>
            </a:r>
            <a:endParaRPr lang="en-US" altLang="zh-CN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5061" name="Rectangle 3">
            <a:extLst>
              <a:ext uri="{FF2B5EF4-FFF2-40B4-BE49-F238E27FC236}">
                <a16:creationId xmlns:a16="http://schemas.microsoft.com/office/drawing/2014/main" id="{957EB35D-EE45-4B84-AFB3-EE5A8BC758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052737"/>
            <a:ext cx="8229600" cy="3747863"/>
          </a:xfrm>
        </p:spPr>
        <p:txBody>
          <a:bodyPr/>
          <a:lstStyle/>
          <a:p>
            <a:pPr eaLnBrk="1" hangingPunct="1"/>
            <a:r>
              <a:rPr lang="en-US" altLang="zh-CN" sz="2400" dirty="0"/>
              <a:t>Creates an attribute in the result tree</a:t>
            </a:r>
          </a:p>
          <a:p>
            <a:pPr eaLnBrk="1" hangingPunct="1"/>
            <a:r>
              <a:rPr lang="en-US" altLang="zh-CN" sz="2400" dirty="0"/>
              <a:t>Content is the text value for the attribute</a:t>
            </a:r>
          </a:p>
          <a:p>
            <a:pPr eaLnBrk="1" hangingPunct="1"/>
            <a:r>
              <a:rPr lang="en-US" altLang="zh-CN" sz="2400" dirty="0"/>
              <a:t>All attributes must precede first child element 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&lt;</a:t>
            </a:r>
            <a:r>
              <a:rPr lang="en-US" altLang="zh-CN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xsl:attribute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name="attribut</a:t>
            </a:r>
            <a:r>
              <a:rPr lang="en-US" altLang="zh-CN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-name"&gt;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&lt;!-- content: text value --&gt;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&lt;/</a:t>
            </a:r>
            <a:r>
              <a:rPr lang="en-US" altLang="zh-CN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xsl:attribute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eaLnBrk="1" hangingPunct="1"/>
            <a:r>
              <a:rPr lang="en-US" altLang="zh-CN" sz="2400" dirty="0"/>
              <a:t>Example: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>
            <a:extLst>
              <a:ext uri="{FF2B5EF4-FFF2-40B4-BE49-F238E27FC236}">
                <a16:creationId xmlns:a16="http://schemas.microsoft.com/office/drawing/2014/main" id="{E95FC982-72C4-4E25-AADF-0A926A2B3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6CDD1DC-6309-4A8A-8409-A9764F6CA1E7}" type="slidenum">
              <a:rPr lang="en-US" altLang="zh-CN" smtClean="0"/>
              <a:pPr/>
              <a:t>22</a:t>
            </a:fld>
            <a:endParaRPr lang="en-US" altLang="zh-CN" sz="10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43EAA13F-51CA-4E6E-8853-A6E0966DF1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XML Input As a Tree</a:t>
            </a: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7D82DC50-3B57-497E-82C8-36474F0FB3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439863"/>
            <a:ext cx="7620000" cy="496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5">
            <a:extLst>
              <a:ext uri="{FF2B5EF4-FFF2-40B4-BE49-F238E27FC236}">
                <a16:creationId xmlns:a16="http://schemas.microsoft.com/office/drawing/2014/main" id="{4382A44A-CA0F-422A-9ED8-089ED26AF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6CDD1DC-6309-4A8A-8409-A9764F6CA1E7}" type="slidenum">
              <a:rPr lang="en-US" altLang="zh-CN" smtClean="0"/>
              <a:pPr/>
              <a:t>23</a:t>
            </a:fld>
            <a:endParaRPr lang="en-US" altLang="zh-CN" sz="1000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F0AC92DD-3B45-4B80-9762-3189ED9988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Desired HTML Output</a:t>
            </a:r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012EE843-53D1-47C1-9633-BF6B096D92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295400"/>
            <a:ext cx="7272337" cy="509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5">
            <a:extLst>
              <a:ext uri="{FF2B5EF4-FFF2-40B4-BE49-F238E27FC236}">
                <a16:creationId xmlns:a16="http://schemas.microsoft.com/office/drawing/2014/main" id="{6C476115-559C-4DE5-BEE5-0871BE80A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6CDD1DC-6309-4A8A-8409-A9764F6CA1E7}" type="slidenum">
              <a:rPr lang="en-US" altLang="zh-CN" smtClean="0"/>
              <a:pPr/>
              <a:t>24</a:t>
            </a:fld>
            <a:endParaRPr lang="en-US" altLang="zh-CN" sz="100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DBF67332-F0BE-4F94-904A-F30314C574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XML to HTML (1/5)</a:t>
            </a:r>
          </a:p>
        </p:txBody>
      </p:sp>
      <p:pic>
        <p:nvPicPr>
          <p:cNvPr id="10244" name="Picture 4">
            <a:extLst>
              <a:ext uri="{FF2B5EF4-FFF2-40B4-BE49-F238E27FC236}">
                <a16:creationId xmlns:a16="http://schemas.microsoft.com/office/drawing/2014/main" id="{EDB4ECE4-3A40-4609-8170-CBDEABDCFE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143000"/>
            <a:ext cx="7540625" cy="521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5">
            <a:extLst>
              <a:ext uri="{FF2B5EF4-FFF2-40B4-BE49-F238E27FC236}">
                <a16:creationId xmlns:a16="http://schemas.microsoft.com/office/drawing/2014/main" id="{02BB804F-DEAB-4B4B-B042-811C964B8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6CDD1DC-6309-4A8A-8409-A9764F6CA1E7}" type="slidenum">
              <a:rPr lang="en-US" altLang="zh-CN" smtClean="0"/>
              <a:pPr/>
              <a:t>25</a:t>
            </a:fld>
            <a:endParaRPr lang="en-US" altLang="zh-CN" sz="1000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E66F6B34-B2D4-4459-A7BA-CC556FB440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XML to HTML (2/5)</a:t>
            </a:r>
          </a:p>
        </p:txBody>
      </p:sp>
      <p:pic>
        <p:nvPicPr>
          <p:cNvPr id="12292" name="Picture 4">
            <a:extLst>
              <a:ext uri="{FF2B5EF4-FFF2-40B4-BE49-F238E27FC236}">
                <a16:creationId xmlns:a16="http://schemas.microsoft.com/office/drawing/2014/main" id="{CCA1199E-CA44-4CC3-BC83-F2AB1D376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143000"/>
            <a:ext cx="7604125" cy="525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5">
            <a:extLst>
              <a:ext uri="{FF2B5EF4-FFF2-40B4-BE49-F238E27FC236}">
                <a16:creationId xmlns:a16="http://schemas.microsoft.com/office/drawing/2014/main" id="{87BE8E4A-708D-475C-88D3-A08C0627B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6CDD1DC-6309-4A8A-8409-A9764F6CA1E7}" type="slidenum">
              <a:rPr lang="en-US" altLang="zh-CN" smtClean="0"/>
              <a:pPr/>
              <a:t>26</a:t>
            </a:fld>
            <a:endParaRPr lang="en-US" altLang="zh-CN" sz="1000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4FC37B4F-2E63-4927-B1E6-8A7D5CD560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XML to HTML (3/5)</a:t>
            </a:r>
          </a:p>
        </p:txBody>
      </p:sp>
      <p:pic>
        <p:nvPicPr>
          <p:cNvPr id="14340" name="Picture 4">
            <a:extLst>
              <a:ext uri="{FF2B5EF4-FFF2-40B4-BE49-F238E27FC236}">
                <a16:creationId xmlns:a16="http://schemas.microsoft.com/office/drawing/2014/main" id="{B706E9F1-CA53-4142-B951-EDF5BB6A91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387" y="1243013"/>
            <a:ext cx="7693025" cy="523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5">
            <a:extLst>
              <a:ext uri="{FF2B5EF4-FFF2-40B4-BE49-F238E27FC236}">
                <a16:creationId xmlns:a16="http://schemas.microsoft.com/office/drawing/2014/main" id="{BE8B6816-B412-4072-9CE1-5DD2AF314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6CDD1DC-6309-4A8A-8409-A9764F6CA1E7}" type="slidenum">
              <a:rPr lang="en-US" altLang="zh-CN" smtClean="0"/>
              <a:pPr/>
              <a:t>27</a:t>
            </a:fld>
            <a:endParaRPr lang="en-US" altLang="zh-CN" sz="1000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4333787D-95C9-49D4-9FC1-89655E7702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XML to HTML (4/5)</a:t>
            </a:r>
          </a:p>
        </p:txBody>
      </p:sp>
      <p:pic>
        <p:nvPicPr>
          <p:cNvPr id="16388" name="Picture 4">
            <a:extLst>
              <a:ext uri="{FF2B5EF4-FFF2-40B4-BE49-F238E27FC236}">
                <a16:creationId xmlns:a16="http://schemas.microsoft.com/office/drawing/2014/main" id="{90A024E0-B485-41F3-B89C-8EF4F9D322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387" y="1066800"/>
            <a:ext cx="7769225" cy="5307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5">
            <a:extLst>
              <a:ext uri="{FF2B5EF4-FFF2-40B4-BE49-F238E27FC236}">
                <a16:creationId xmlns:a16="http://schemas.microsoft.com/office/drawing/2014/main" id="{6E06B023-9CD3-40D6-9B34-4F995BC7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6CDD1DC-6309-4A8A-8409-A9764F6CA1E7}" type="slidenum">
              <a:rPr lang="en-US" altLang="zh-CN" smtClean="0"/>
              <a:pPr/>
              <a:t>28</a:t>
            </a:fld>
            <a:endParaRPr lang="en-US" altLang="zh-CN" sz="10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53E0EB27-AF5B-44BD-AA65-3E4F88C8FC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XML to HTML (5/5) </a:t>
            </a:r>
          </a:p>
        </p:txBody>
      </p:sp>
      <p:pic>
        <p:nvPicPr>
          <p:cNvPr id="18436" name="Picture 4">
            <a:extLst>
              <a:ext uri="{FF2B5EF4-FFF2-40B4-BE49-F238E27FC236}">
                <a16:creationId xmlns:a16="http://schemas.microsoft.com/office/drawing/2014/main" id="{7C79FAA8-48F5-413D-A7F5-5243F7D78D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787" y="1143000"/>
            <a:ext cx="7642225" cy="526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5">
            <a:extLst>
              <a:ext uri="{FF2B5EF4-FFF2-40B4-BE49-F238E27FC236}">
                <a16:creationId xmlns:a16="http://schemas.microsoft.com/office/drawing/2014/main" id="{8AE6935C-E92D-4520-81A6-06CF6EC99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6CDD1DC-6309-4A8A-8409-A9764F6CA1E7}" type="slidenum">
              <a:rPr lang="en-US" altLang="zh-CN" smtClean="0"/>
              <a:pPr/>
              <a:t>29</a:t>
            </a:fld>
            <a:endParaRPr lang="en-US" altLang="zh-CN" sz="1000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30C42E3E-D3EA-4067-A7D6-6DB23845E4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Calling </a:t>
            </a:r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&lt;xsl:apply-templates/&gt;</a:t>
            </a: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050838B1-5061-48EF-B5D1-2EF057CAFA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052737"/>
            <a:ext cx="8229600" cy="2909663"/>
          </a:xfrm>
        </p:spPr>
        <p:txBody>
          <a:bodyPr/>
          <a:lstStyle/>
          <a:p>
            <a:pPr eaLnBrk="1" hangingPunct="1"/>
            <a:r>
              <a:rPr lang="en-US" altLang="zh-CN" sz="2000" dirty="0"/>
              <a:t>For greater control over which nodes are processed, explicitly call the templates for specific nodes</a:t>
            </a:r>
          </a:p>
          <a:p>
            <a:pPr eaLnBrk="1" hangingPunct="1"/>
            <a:r>
              <a:rPr lang="en-US" altLang="zh-CN" sz="2000" dirty="0"/>
              <a:t>You are not looking for a specific template, but for the template for the specific node</a:t>
            </a:r>
          </a:p>
          <a:p>
            <a:pPr eaLnBrk="1" hangingPunct="1"/>
            <a:r>
              <a:rPr lang="en-US" altLang="zh-CN" sz="2000" dirty="0"/>
              <a:t>In our prior example, we decided that only the </a:t>
            </a:r>
            <a:r>
              <a:rPr lang="en-US" altLang="zh-CN" sz="2000" dirty="0">
                <a:solidFill>
                  <a:srgbClr val="FF0000"/>
                </a:solidFill>
              </a:rPr>
              <a:t>price </a:t>
            </a:r>
            <a:r>
              <a:rPr lang="en-US" altLang="zh-CN" sz="2000" dirty="0"/>
              <a:t>and </a:t>
            </a:r>
            <a:r>
              <a:rPr lang="en-US" altLang="zh-CN" sz="2000" dirty="0">
                <a:solidFill>
                  <a:srgbClr val="FF0000"/>
                </a:solidFill>
              </a:rPr>
              <a:t>author </a:t>
            </a:r>
            <a:r>
              <a:rPr lang="en-US" altLang="zh-CN" sz="2000" dirty="0"/>
              <a:t>of the book should be output not the </a:t>
            </a:r>
            <a:r>
              <a:rPr lang="en-US" altLang="zh-CN" sz="2000" dirty="0">
                <a:solidFill>
                  <a:srgbClr val="FF0000"/>
                </a:solidFill>
              </a:rPr>
              <a:t>title</a:t>
            </a:r>
          </a:p>
        </p:txBody>
      </p:sp>
      <p:pic>
        <p:nvPicPr>
          <p:cNvPr id="20485" name="Picture 4">
            <a:extLst>
              <a:ext uri="{FF2B5EF4-FFF2-40B4-BE49-F238E27FC236}">
                <a16:creationId xmlns:a16="http://schemas.microsoft.com/office/drawing/2014/main" id="{55878164-D1AD-4D2C-9F00-D2FF87F6D5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600450"/>
            <a:ext cx="7772400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5">
            <a:extLst>
              <a:ext uri="{FF2B5EF4-FFF2-40B4-BE49-F238E27FC236}">
                <a16:creationId xmlns:a16="http://schemas.microsoft.com/office/drawing/2014/main" id="{19C8914F-D0DC-4F6D-A7E6-B35190589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6CDD1DC-6309-4A8A-8409-A9764F6CA1E7}" type="slidenum">
              <a:rPr lang="en-US" altLang="zh-CN" smtClean="0"/>
              <a:pPr/>
              <a:t>30</a:t>
            </a:fld>
            <a:endParaRPr lang="en-US" altLang="zh-CN" sz="10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482978AD-D602-444C-8442-79C8AE88F5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XML to XML Example (1/2)</a:t>
            </a:r>
          </a:p>
        </p:txBody>
      </p:sp>
      <p:pic>
        <p:nvPicPr>
          <p:cNvPr id="22532" name="Picture 4">
            <a:extLst>
              <a:ext uri="{FF2B5EF4-FFF2-40B4-BE49-F238E27FC236}">
                <a16:creationId xmlns:a16="http://schemas.microsoft.com/office/drawing/2014/main" id="{ECCD79C5-7D80-48A4-B1F5-28228747A0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066800"/>
            <a:ext cx="7918450" cy="521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5">
            <a:extLst>
              <a:ext uri="{FF2B5EF4-FFF2-40B4-BE49-F238E27FC236}">
                <a16:creationId xmlns:a16="http://schemas.microsoft.com/office/drawing/2014/main" id="{823B7FC7-1325-4886-9E89-791B9C39D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6CDD1DC-6309-4A8A-8409-A9764F6CA1E7}" type="slidenum">
              <a:rPr lang="en-US" altLang="zh-CN" smtClean="0"/>
              <a:pPr/>
              <a:t>31</a:t>
            </a:fld>
            <a:endParaRPr lang="en-US" altLang="zh-CN" sz="1000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1DEB0CA7-405C-462C-9296-E342C9E772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XML to XML Example (2/2)</a:t>
            </a:r>
          </a:p>
        </p:txBody>
      </p:sp>
      <p:pic>
        <p:nvPicPr>
          <p:cNvPr id="24580" name="Picture 4">
            <a:extLst>
              <a:ext uri="{FF2B5EF4-FFF2-40B4-BE49-F238E27FC236}">
                <a16:creationId xmlns:a16="http://schemas.microsoft.com/office/drawing/2014/main" id="{3AB26EF5-DDCD-4D5C-A72C-9A362AEB0B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143000"/>
            <a:ext cx="7232650" cy="520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>
            <a:extLst>
              <a:ext uri="{FF2B5EF4-FFF2-40B4-BE49-F238E27FC236}">
                <a16:creationId xmlns:a16="http://schemas.microsoft.com/office/drawing/2014/main" id="{7877B6D2-FA7C-41E5-B54A-F79850FC2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79EFA74-1AF1-4833-99A9-2A00D49BCE3B}" type="slidenum">
              <a:rPr lang="en-US" altLang="zh-CN" smtClean="0"/>
              <a:pPr/>
              <a:t>32</a:t>
            </a:fld>
            <a:endParaRPr lang="en-US" altLang="zh-CN" sz="10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DABB1A1D-4F81-404E-AA88-ED497FFF5E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Numbers, Sorting, and Functions</a:t>
            </a:r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9D90749A-F141-4651-A2BA-4F434A8FCC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latin typeface="Courier New" panose="02070309020205020404" pitchFamily="49" charset="0"/>
                <a:cs typeface="Courier New" panose="02070309020205020404" pitchFamily="49" charset="0"/>
              </a:rPr>
              <a:t>&lt;xsl:number&gt;</a:t>
            </a:r>
          </a:p>
          <a:p>
            <a:pPr lvl="1" eaLnBrk="1" hangingPunct="1"/>
            <a:r>
              <a:rPr lang="en-US" altLang="zh-CN" sz="2300"/>
              <a:t>Used to allocate a sequential number to the current node</a:t>
            </a:r>
          </a:p>
          <a:p>
            <a:pPr lvl="1" eaLnBrk="1" hangingPunct="1"/>
            <a:r>
              <a:rPr lang="en-US" altLang="zh-CN" sz="2300"/>
              <a:t>Used to format a number</a:t>
            </a:r>
          </a:p>
          <a:p>
            <a:pPr eaLnBrk="1" hangingPunct="1"/>
            <a:r>
              <a:rPr lang="en-US" altLang="zh-CN" sz="2800">
                <a:latin typeface="Courier New" panose="02070309020205020404" pitchFamily="49" charset="0"/>
                <a:cs typeface="Courier New" panose="02070309020205020404" pitchFamily="49" charset="0"/>
              </a:rPr>
              <a:t>&lt;xsl:sort&gt;</a:t>
            </a:r>
          </a:p>
          <a:p>
            <a:pPr lvl="1" eaLnBrk="1" hangingPunct="1"/>
            <a:r>
              <a:rPr lang="en-US" altLang="zh-CN" sz="2300"/>
              <a:t>Means to sort a collection of nodes in ascending or descending order</a:t>
            </a:r>
          </a:p>
          <a:p>
            <a:pPr eaLnBrk="1" hangingPunct="1"/>
            <a:r>
              <a:rPr lang="en-US" altLang="zh-CN" sz="2800"/>
              <a:t>Functions</a:t>
            </a:r>
          </a:p>
          <a:p>
            <a:pPr lvl="1" eaLnBrk="1" hangingPunct="1"/>
            <a:r>
              <a:rPr lang="en-US" altLang="zh-CN" sz="2300"/>
              <a:t>Built into XPath and/or XSLT</a:t>
            </a:r>
          </a:p>
          <a:p>
            <a:pPr lvl="1" eaLnBrk="1" hangingPunct="1"/>
            <a:r>
              <a:rPr lang="en-US" altLang="zh-CN" sz="2300"/>
              <a:t>Used in the XPath expressions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5">
            <a:extLst>
              <a:ext uri="{FF2B5EF4-FFF2-40B4-BE49-F238E27FC236}">
                <a16:creationId xmlns:a16="http://schemas.microsoft.com/office/drawing/2014/main" id="{631BA9B9-C608-47C4-A061-961CC8406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79EFA74-1AF1-4833-99A9-2A00D49BCE3B}" type="slidenum">
              <a:rPr lang="en-US" altLang="zh-CN" smtClean="0"/>
              <a:pPr/>
              <a:t>33</a:t>
            </a:fld>
            <a:endParaRPr lang="en-US" altLang="zh-CN" sz="1000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37423AE7-EC5E-4E25-874E-F237EDE8BF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Working with Numbering in XSLT</a:t>
            </a:r>
          </a:p>
        </p:txBody>
      </p:sp>
      <p:sp>
        <p:nvSpPr>
          <p:cNvPr id="134148" name="Rectangle 3">
            <a:extLst>
              <a:ext uri="{FF2B5EF4-FFF2-40B4-BE49-F238E27FC236}">
                <a16:creationId xmlns:a16="http://schemas.microsoft.com/office/drawing/2014/main" id="{CDE92F38-DA3F-4B0B-87A1-EB0BB213B9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CN" sz="2400" dirty="0"/>
              <a:t>Emit number sequences with: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&lt;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xsl:number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level="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lvl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" value="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nbrExp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count="node" format="</a:t>
            </a:r>
            <a:r>
              <a:rPr lang="en-US" alt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nbrFmt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"/&gt;</a:t>
            </a:r>
          </a:p>
          <a:p>
            <a:pPr lvl="1" eaLnBrk="1" hangingPunct="1">
              <a:defRPr/>
            </a:pPr>
            <a:r>
              <a:rPr lang="en-US" altLang="zh-CN" sz="2000" dirty="0"/>
              <a:t>Emits numbers only, item content is emitted separately</a:t>
            </a:r>
          </a:p>
          <a:p>
            <a:pPr lvl="1" eaLnBrk="1" hangingPunct="1">
              <a:defRPr/>
            </a:pPr>
            <a:r>
              <a:rPr lang="en-US" altLang="zh-CN" sz="2000" dirty="0"/>
              <a:t>The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level</a:t>
            </a:r>
            <a:r>
              <a:rPr lang="en-US" altLang="zh-CN" sz="2000" dirty="0"/>
              <a:t> attribute determines depth</a:t>
            </a:r>
          </a:p>
          <a:p>
            <a:pPr lvl="1" eaLnBrk="1" hangingPunct="1">
              <a:defRPr/>
            </a:pPr>
            <a:r>
              <a:rPr lang="en-US" altLang="zh-CN" sz="2000" dirty="0"/>
              <a:t>The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en-US" altLang="zh-CN" sz="2000" dirty="0"/>
              <a:t> attribute determines the numbering value</a:t>
            </a:r>
          </a:p>
          <a:p>
            <a:pPr lvl="1" eaLnBrk="1" hangingPunct="1">
              <a:defRPr/>
            </a:pPr>
            <a:r>
              <a:rPr lang="en-US" altLang="zh-CN" sz="2000" dirty="0"/>
              <a:t>The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en-US" altLang="zh-CN" sz="2000" dirty="0"/>
              <a:t> attribute determines which elements are counted</a:t>
            </a:r>
          </a:p>
          <a:p>
            <a:pPr lvl="1" eaLnBrk="1" hangingPunct="1">
              <a:defRPr/>
            </a:pPr>
            <a:r>
              <a:rPr lang="en-US" altLang="zh-CN" sz="2000" dirty="0"/>
              <a:t>The 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format</a:t>
            </a:r>
            <a:r>
              <a:rPr lang="en-US" altLang="zh-CN" sz="2000" dirty="0"/>
              <a:t> attribute determines how the numbers are formatted</a:t>
            </a:r>
          </a:p>
          <a:p>
            <a:pPr eaLnBrk="1" hangingPunct="1">
              <a:defRPr/>
            </a:pPr>
            <a:r>
              <a:rPr lang="en-US" altLang="zh-CN" sz="2400" dirty="0"/>
              <a:t>Number operations are applied to the result tree for the current node</a:t>
            </a:r>
          </a:p>
          <a:p>
            <a:pPr eaLnBrk="1" hangingPunct="1">
              <a:defRPr/>
            </a:pPr>
            <a:r>
              <a:rPr lang="en-US" altLang="zh-CN" sz="2400" dirty="0"/>
              <a:t>If numbering is applied after a sort, use </a:t>
            </a:r>
            <a:r>
              <a:rPr lang="en-US" alt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value="position()"</a:t>
            </a:r>
            <a:r>
              <a:rPr lang="en-US" altLang="zh-CN" sz="2400" dirty="0"/>
              <a:t>, otherwise the items may appear out of sequence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5">
            <a:extLst>
              <a:ext uri="{FF2B5EF4-FFF2-40B4-BE49-F238E27FC236}">
                <a16:creationId xmlns:a16="http://schemas.microsoft.com/office/drawing/2014/main" id="{8E47C687-8834-45DB-B9C1-9DA6E149B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79EFA74-1AF1-4833-99A9-2A00D49BCE3B}" type="slidenum">
              <a:rPr lang="en-US" altLang="zh-CN" smtClean="0"/>
              <a:pPr/>
              <a:t>34</a:t>
            </a:fld>
            <a:endParaRPr lang="en-US" altLang="zh-CN" sz="100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D63C6A41-DB52-45D3-A590-A17BAED307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zh-CN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3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xsl:number</a:t>
            </a:r>
            <a:r>
              <a:rPr lang="en-US" altLang="zh-CN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3400" dirty="0"/>
              <a:t>Element </a:t>
            </a:r>
            <a:r>
              <a:rPr lang="en-US" altLang="zh-CN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format</a:t>
            </a:r>
            <a:r>
              <a:rPr lang="en-US" altLang="zh-CN" sz="3400" dirty="0"/>
              <a:t> Attribute Values</a:t>
            </a:r>
          </a:p>
        </p:txBody>
      </p:sp>
      <p:pic>
        <p:nvPicPr>
          <p:cNvPr id="10244" name="Picture 4">
            <a:extLst>
              <a:ext uri="{FF2B5EF4-FFF2-40B4-BE49-F238E27FC236}">
                <a16:creationId xmlns:a16="http://schemas.microsoft.com/office/drawing/2014/main" id="{8CB7591B-DDA2-4BF7-B9AC-195876D66E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5613" y="1552575"/>
            <a:ext cx="5513387" cy="515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5">
            <a:extLst>
              <a:ext uri="{FF2B5EF4-FFF2-40B4-BE49-F238E27FC236}">
                <a16:creationId xmlns:a16="http://schemas.microsoft.com/office/drawing/2014/main" id="{0B2B83BC-3281-4876-B718-FDA2358A1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79EFA74-1AF1-4833-99A9-2A00D49BCE3B}" type="slidenum">
              <a:rPr lang="en-US" altLang="zh-CN" smtClean="0"/>
              <a:pPr/>
              <a:t>35</a:t>
            </a:fld>
            <a:endParaRPr lang="en-US" altLang="zh-CN" sz="1000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20601825-5535-495D-BC44-5582C166FE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&lt;xsl:number </a:t>
            </a:r>
            <a:r>
              <a:rPr lang="en-US" altLang="zh-CN"/>
              <a:t>Example</a:t>
            </a:r>
          </a:p>
        </p:txBody>
      </p:sp>
      <p:pic>
        <p:nvPicPr>
          <p:cNvPr id="12292" name="Picture 4">
            <a:extLst>
              <a:ext uri="{FF2B5EF4-FFF2-40B4-BE49-F238E27FC236}">
                <a16:creationId xmlns:a16="http://schemas.microsoft.com/office/drawing/2014/main" id="{8433E6CD-655C-4C4D-A555-EF542A103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143000"/>
            <a:ext cx="7359650" cy="526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5">
            <a:extLst>
              <a:ext uri="{FF2B5EF4-FFF2-40B4-BE49-F238E27FC236}">
                <a16:creationId xmlns:a16="http://schemas.microsoft.com/office/drawing/2014/main" id="{B8C367D1-8D5D-4069-8150-5153C17A0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79EFA74-1AF1-4833-99A9-2A00D49BCE3B}" type="slidenum">
              <a:rPr lang="en-US" altLang="zh-CN" smtClean="0"/>
              <a:pPr/>
              <a:t>36</a:t>
            </a:fld>
            <a:endParaRPr lang="en-US" altLang="zh-CN" sz="1000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8A3CB679-0464-4E87-8E2A-804F5A324F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&lt;xsl:sort </a:t>
            </a:r>
            <a:r>
              <a:rPr lang="en-US" altLang="zh-CN"/>
              <a:t>Element</a:t>
            </a:r>
          </a:p>
        </p:txBody>
      </p:sp>
      <p:sp>
        <p:nvSpPr>
          <p:cNvPr id="140292" name="Rectangle 3">
            <a:extLst>
              <a:ext uri="{FF2B5EF4-FFF2-40B4-BE49-F238E27FC236}">
                <a16:creationId xmlns:a16="http://schemas.microsoft.com/office/drawing/2014/main" id="{A7C4E43E-4D86-463A-95CC-76AAEE2967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defRPr/>
            </a:pPr>
            <a:endParaRPr lang="en-US" altLang="zh-CN" sz="2400" dirty="0"/>
          </a:p>
          <a:p>
            <a:pPr eaLnBrk="1" hangingPunct="1">
              <a:lnSpc>
                <a:spcPct val="90000"/>
              </a:lnSpc>
              <a:defRPr/>
            </a:pPr>
            <a:endParaRPr lang="en-US" altLang="zh-CN" sz="2400" dirty="0"/>
          </a:p>
          <a:p>
            <a:pPr eaLnBrk="1" hangingPunct="1">
              <a:lnSpc>
                <a:spcPct val="90000"/>
              </a:lnSpc>
              <a:defRPr/>
            </a:pPr>
            <a:endParaRPr lang="en-US" altLang="zh-CN" sz="2400" dirty="0"/>
          </a:p>
          <a:p>
            <a:pPr eaLnBrk="1" hangingPunct="1">
              <a:lnSpc>
                <a:spcPct val="90000"/>
              </a:lnSpc>
              <a:defRPr/>
            </a:pPr>
            <a:endParaRPr lang="en-US" altLang="zh-CN" sz="2400" dirty="0"/>
          </a:p>
          <a:p>
            <a:pPr eaLnBrk="1" hangingPunct="1">
              <a:lnSpc>
                <a:spcPct val="90000"/>
              </a:lnSpc>
              <a:defRPr/>
            </a:pPr>
            <a:endParaRPr lang="en-US" altLang="zh-CN" sz="2400" dirty="0"/>
          </a:p>
          <a:p>
            <a:pPr eaLnBrk="1" hangingPunct="1">
              <a:lnSpc>
                <a:spcPct val="110000"/>
              </a:lnSpc>
              <a:defRPr/>
            </a:pPr>
            <a:endParaRPr lang="en-US" altLang="zh-CN" sz="2800" dirty="0"/>
          </a:p>
          <a:p>
            <a:pPr eaLnBrk="1" hangingPunct="1">
              <a:lnSpc>
                <a:spcPct val="110000"/>
              </a:lnSpc>
              <a:defRPr/>
            </a:pPr>
            <a:r>
              <a:rPr lang="en-US" altLang="zh-CN" sz="2800" dirty="0"/>
              <a:t>A means to sort a collection of nodes in ascending or descending order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en-US" altLang="zh-CN" sz="2800" dirty="0"/>
              <a:t>Provides alphabetic or numeric sorting.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en-US" altLang="zh-CN" sz="2800" dirty="0"/>
              <a:t>Used within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xsl:apply-templates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altLang="zh-CN" sz="2800" dirty="0"/>
              <a:t>or 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zh-CN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xsl:for-each</a:t>
            </a:r>
            <a:r>
              <a:rPr lang="en-US" altLang="zh-CN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en-US" altLang="zh-CN" sz="2800" dirty="0"/>
              <a:t>Sort before numbering!</a:t>
            </a:r>
            <a:endParaRPr lang="en-US" altLang="zh-CN" sz="2800" b="1" dirty="0"/>
          </a:p>
        </p:txBody>
      </p:sp>
      <p:pic>
        <p:nvPicPr>
          <p:cNvPr id="14341" name="Picture 4">
            <a:extLst>
              <a:ext uri="{FF2B5EF4-FFF2-40B4-BE49-F238E27FC236}">
                <a16:creationId xmlns:a16="http://schemas.microsoft.com/office/drawing/2014/main" id="{10CE2FFD-166E-4D30-8525-D3F2778511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676400"/>
            <a:ext cx="7456488" cy="172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5">
            <a:extLst>
              <a:ext uri="{FF2B5EF4-FFF2-40B4-BE49-F238E27FC236}">
                <a16:creationId xmlns:a16="http://schemas.microsoft.com/office/drawing/2014/main" id="{3FEC16FE-DE61-4A7D-B52F-CBA2EE96C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79EFA74-1AF1-4833-99A9-2A00D49BCE3B}" type="slidenum">
              <a:rPr lang="en-US" altLang="zh-CN" smtClean="0"/>
              <a:pPr/>
              <a:t>37</a:t>
            </a:fld>
            <a:endParaRPr lang="en-US" altLang="zh-CN" sz="1000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497F9FA4-9A29-4A1E-ACBD-C7C7D9E4FF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&lt;xsl:sort </a:t>
            </a:r>
            <a:r>
              <a:rPr lang="en-US" altLang="zh-CN"/>
              <a:t>Attributes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7111DAD2-0571-447A-B710-FF4C98F0B8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>
                <a:latin typeface="Courier New" panose="02070309020205020404" pitchFamily="49" charset="0"/>
                <a:cs typeface="Courier New" panose="02070309020205020404" pitchFamily="49" charset="0"/>
              </a:rPr>
              <a:t>order</a:t>
            </a:r>
            <a:r>
              <a:rPr lang="en-US" altLang="zh-CN" sz="2800"/>
              <a:t> (establishes the sorting order)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300"/>
              <a:t>Value: </a:t>
            </a:r>
            <a:r>
              <a:rPr lang="en-US" altLang="zh-CN" sz="2300">
                <a:latin typeface="Courier New" panose="02070309020205020404" pitchFamily="49" charset="0"/>
                <a:cs typeface="Courier New" panose="02070309020205020404" pitchFamily="49" charset="0"/>
              </a:rPr>
              <a:t>ascending</a:t>
            </a:r>
            <a:r>
              <a:rPr lang="en-US" altLang="zh-CN" sz="2300"/>
              <a:t> | </a:t>
            </a:r>
            <a:r>
              <a:rPr lang="en-US" altLang="zh-CN" sz="2300">
                <a:latin typeface="Courier New" panose="02070309020205020404" pitchFamily="49" charset="0"/>
                <a:cs typeface="Courier New" panose="02070309020205020404" pitchFamily="49" charset="0"/>
              </a:rPr>
              <a:t>descending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>
                <a:latin typeface="Courier New" panose="02070309020205020404" pitchFamily="49" charset="0"/>
                <a:cs typeface="Courier New" panose="02070309020205020404" pitchFamily="49" charset="0"/>
              </a:rPr>
              <a:t>lang</a:t>
            </a:r>
            <a:r>
              <a:rPr lang="en-US" altLang="zh-CN" sz="2800"/>
              <a:t> (language encoding, per </a:t>
            </a:r>
            <a:r>
              <a:rPr lang="en-US" altLang="zh-CN" sz="2800">
                <a:latin typeface="Courier New" panose="02070309020205020404" pitchFamily="49" charset="0"/>
                <a:cs typeface="Courier New" panose="02070309020205020404" pitchFamily="49" charset="0"/>
              </a:rPr>
              <a:t>xml:lang</a:t>
            </a:r>
            <a:r>
              <a:rPr lang="en-US" altLang="zh-CN" sz="2800"/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300"/>
              <a:t>Default: </a:t>
            </a:r>
            <a:r>
              <a:rPr lang="en-US" altLang="zh-CN" sz="2300">
                <a:latin typeface="Courier New" panose="02070309020205020404" pitchFamily="49" charset="0"/>
                <a:cs typeface="Courier New" panose="02070309020205020404" pitchFamily="49" charset="0"/>
              </a:rPr>
              <a:t>EN-us</a:t>
            </a:r>
            <a:r>
              <a:rPr lang="en-US" altLang="zh-CN" sz="2300"/>
              <a:t> (is of type </a:t>
            </a:r>
            <a:r>
              <a:rPr lang="en-US" altLang="zh-CN" sz="2300">
                <a:latin typeface="Courier New" panose="02070309020205020404" pitchFamily="49" charset="0"/>
                <a:cs typeface="Courier New" panose="02070309020205020404" pitchFamily="49" charset="0"/>
              </a:rPr>
              <a:t>nmtoken</a:t>
            </a:r>
            <a:r>
              <a:rPr lang="en-US" altLang="zh-CN" sz="2300"/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>
                <a:latin typeface="Courier New" panose="02070309020205020404" pitchFamily="49" charset="0"/>
                <a:cs typeface="Courier New" panose="02070309020205020404" pitchFamily="49" charset="0"/>
              </a:rPr>
              <a:t>data-type</a:t>
            </a:r>
            <a:r>
              <a:rPr lang="en-US" altLang="zh-CN" sz="2800"/>
              <a:t> (assigns data types to node strings)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300"/>
              <a:t>Value: </a:t>
            </a:r>
            <a:r>
              <a:rPr lang="en-US" altLang="zh-CN" sz="2300"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en-US" altLang="zh-CN" sz="2300"/>
              <a:t> | </a:t>
            </a:r>
            <a:r>
              <a:rPr lang="en-US" altLang="zh-CN" sz="2300">
                <a:latin typeface="Courier New" panose="02070309020205020404" pitchFamily="49" charset="0"/>
                <a:cs typeface="Courier New" panose="02070309020205020404" pitchFamily="49" charset="0"/>
              </a:rPr>
              <a:t>number</a:t>
            </a:r>
            <a:r>
              <a:rPr lang="en-US" altLang="zh-CN" sz="2300"/>
              <a:t> | </a:t>
            </a:r>
            <a:r>
              <a:rPr lang="en-US" altLang="zh-CN" sz="2300">
                <a:latin typeface="Courier New" panose="02070309020205020404" pitchFamily="49" charset="0"/>
                <a:cs typeface="Courier New" panose="02070309020205020404" pitchFamily="49" charset="0"/>
              </a:rPr>
              <a:t>QName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>
                <a:latin typeface="Courier New" panose="02070309020205020404" pitchFamily="49" charset="0"/>
                <a:cs typeface="Courier New" panose="02070309020205020404" pitchFamily="49" charset="0"/>
              </a:rPr>
              <a:t>case-order</a:t>
            </a:r>
            <a:r>
              <a:rPr lang="en-US" altLang="zh-CN" sz="2800"/>
              <a:t> (sets precedence for upper or lower case)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300"/>
              <a:t>Value: </a:t>
            </a:r>
            <a:r>
              <a:rPr lang="en-US" altLang="zh-CN" sz="2300">
                <a:latin typeface="Courier New" panose="02070309020205020404" pitchFamily="49" charset="0"/>
                <a:cs typeface="Courier New" panose="02070309020205020404" pitchFamily="49" charset="0"/>
              </a:rPr>
              <a:t>upper-first</a:t>
            </a:r>
            <a:r>
              <a:rPr lang="en-US" altLang="zh-CN" sz="2300"/>
              <a:t> | </a:t>
            </a:r>
            <a:r>
              <a:rPr lang="en-US" altLang="zh-CN" sz="2300">
                <a:latin typeface="Courier New" panose="02070309020205020404" pitchFamily="49" charset="0"/>
                <a:cs typeface="Courier New" panose="02070309020205020404" pitchFamily="49" charset="0"/>
              </a:rPr>
              <a:t>lower-first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300"/>
              <a:t>Default: </a:t>
            </a:r>
            <a:r>
              <a:rPr lang="en-US" altLang="zh-CN" sz="2300">
                <a:latin typeface="Courier New" panose="02070309020205020404" pitchFamily="49" charset="0"/>
                <a:cs typeface="Courier New" panose="02070309020205020404" pitchFamily="49" charset="0"/>
              </a:rPr>
              <a:t>lower-first</a:t>
            </a:r>
            <a:r>
              <a:rPr lang="en-US" altLang="zh-CN" sz="2300"/>
              <a:t> (for US English)</a:t>
            </a:r>
            <a:endParaRPr lang="en-US" altLang="zh-CN" sz="2300" b="1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5">
            <a:extLst>
              <a:ext uri="{FF2B5EF4-FFF2-40B4-BE49-F238E27FC236}">
                <a16:creationId xmlns:a16="http://schemas.microsoft.com/office/drawing/2014/main" id="{5F43A18C-C571-4180-8639-0938E80C0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79EFA74-1AF1-4833-99A9-2A00D49BCE3B}" type="slidenum">
              <a:rPr lang="en-US" altLang="zh-CN" smtClean="0"/>
              <a:pPr/>
              <a:t>38</a:t>
            </a:fld>
            <a:endParaRPr lang="en-US" altLang="zh-CN" sz="10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B66742F8-232A-42EE-9307-0C79BC6096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Sort Example</a:t>
            </a:r>
          </a:p>
        </p:txBody>
      </p:sp>
      <p:pic>
        <p:nvPicPr>
          <p:cNvPr id="18436" name="Picture 4">
            <a:extLst>
              <a:ext uri="{FF2B5EF4-FFF2-40B4-BE49-F238E27FC236}">
                <a16:creationId xmlns:a16="http://schemas.microsoft.com/office/drawing/2014/main" id="{C1912423-E055-4AD8-9E61-BB4678893E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528763"/>
            <a:ext cx="7696200" cy="5176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7" name="Picture 4">
            <a:extLst>
              <a:ext uri="{FF2B5EF4-FFF2-40B4-BE49-F238E27FC236}">
                <a16:creationId xmlns:a16="http://schemas.microsoft.com/office/drawing/2014/main" id="{7F4DAF45-056E-402B-B777-876F58CCF5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" y="1143000"/>
            <a:ext cx="7696200" cy="5176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5">
            <a:extLst>
              <a:ext uri="{FF2B5EF4-FFF2-40B4-BE49-F238E27FC236}">
                <a16:creationId xmlns:a16="http://schemas.microsoft.com/office/drawing/2014/main" id="{D636B0B5-E270-4BBD-90C6-A66124A79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79EFA74-1AF1-4833-99A9-2A00D49BCE3B}" type="slidenum">
              <a:rPr lang="en-US" altLang="zh-CN" smtClean="0"/>
              <a:pPr/>
              <a:t>39</a:t>
            </a:fld>
            <a:endParaRPr lang="en-US" altLang="zh-CN" sz="1000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0B164BD0-01BF-40A4-BCC8-C6D1EED5AF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XPath/XSLT Functions</a:t>
            </a:r>
          </a:p>
        </p:txBody>
      </p:sp>
      <p:pic>
        <p:nvPicPr>
          <p:cNvPr id="20484" name="Picture 4">
            <a:extLst>
              <a:ext uri="{FF2B5EF4-FFF2-40B4-BE49-F238E27FC236}">
                <a16:creationId xmlns:a16="http://schemas.microsoft.com/office/drawing/2014/main" id="{7224611E-D6C5-4258-900C-688F6D45E6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219200"/>
            <a:ext cx="7253287" cy="5103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5">
            <a:extLst>
              <a:ext uri="{FF2B5EF4-FFF2-40B4-BE49-F238E27FC236}">
                <a16:creationId xmlns:a16="http://schemas.microsoft.com/office/drawing/2014/main" id="{360076D3-52E7-4767-8787-5DBE1F0A0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79EFA74-1AF1-4833-99A9-2A00D49BCE3B}" type="slidenum">
              <a:rPr lang="en-US" altLang="zh-CN" smtClean="0"/>
              <a:pPr/>
              <a:t>40</a:t>
            </a:fld>
            <a:endParaRPr lang="en-US" altLang="zh-CN" sz="10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976AAB2C-F9D1-4E85-9761-7D4F587A51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Other Elements</a:t>
            </a: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330C7FFF-E457-4458-B51F-83FDE58429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Attribute value templates</a:t>
            </a:r>
          </a:p>
          <a:p>
            <a:pPr eaLnBrk="1" hangingPunct="1"/>
            <a:r>
              <a:rPr lang="en-US" altLang="zh-CN"/>
              <a:t>Variable</a:t>
            </a:r>
          </a:p>
          <a:p>
            <a:pPr eaLnBrk="1" hangingPunct="1"/>
            <a:r>
              <a:rPr lang="en-US" altLang="zh-CN"/>
              <a:t>Parameter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Not Covered</a:t>
            </a:r>
          </a:p>
          <a:p>
            <a:pPr eaLnBrk="1" hangingPunct="1"/>
            <a:r>
              <a:rPr lang="en-US" altLang="zh-CN"/>
              <a:t>Key</a:t>
            </a:r>
          </a:p>
          <a:p>
            <a:pPr eaLnBrk="1" hangingPunct="1"/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&lt;xsl:apply-imports&gt;</a:t>
            </a:r>
          </a:p>
          <a:p>
            <a:pPr lvl="1" eaLnBrk="1" hangingPunct="1"/>
            <a:r>
              <a:rPr lang="en-US" altLang="zh-CN"/>
              <a:t>Applies imported stylesheet templates against the current node and its children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5">
            <a:extLst>
              <a:ext uri="{FF2B5EF4-FFF2-40B4-BE49-F238E27FC236}">
                <a16:creationId xmlns:a16="http://schemas.microsoft.com/office/drawing/2014/main" id="{65B3C45B-9B86-4A1D-B610-63B79BE41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79EFA74-1AF1-4833-99A9-2A00D49BCE3B}" type="slidenum">
              <a:rPr lang="en-US" altLang="zh-CN" smtClean="0"/>
              <a:pPr/>
              <a:t>41</a:t>
            </a:fld>
            <a:endParaRPr lang="en-US" altLang="zh-CN" sz="1000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DF924EE9-871B-49CE-A042-968C78FF27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Attribute Value Templates</a:t>
            </a: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9C530AE1-3582-46F3-9B2C-C5B4055DDC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Uses the curly brace characters "{" and "}"</a:t>
            </a:r>
          </a:p>
          <a:p>
            <a:pPr eaLnBrk="1" hangingPunct="1"/>
            <a:r>
              <a:rPr lang="en-US" altLang="zh-CN"/>
              <a:t>Match attribute values in result-tree elements</a:t>
            </a:r>
          </a:p>
          <a:p>
            <a:pPr eaLnBrk="1" hangingPunct="1"/>
            <a:r>
              <a:rPr lang="en-US" altLang="zh-CN"/>
              <a:t>Evaluated while processing</a:t>
            </a:r>
          </a:p>
          <a:p>
            <a:pPr eaLnBrk="1" hangingPunct="1"/>
            <a:r>
              <a:rPr lang="en-US" altLang="zh-CN"/>
              <a:t>Replaced immediately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5">
            <a:extLst>
              <a:ext uri="{FF2B5EF4-FFF2-40B4-BE49-F238E27FC236}">
                <a16:creationId xmlns:a16="http://schemas.microsoft.com/office/drawing/2014/main" id="{A7AC44A2-2CD4-47CE-B766-65CDDA648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79EFA74-1AF1-4833-99A9-2A00D49BCE3B}" type="slidenum">
              <a:rPr lang="en-US" altLang="zh-CN" smtClean="0"/>
              <a:pPr/>
              <a:t>42</a:t>
            </a:fld>
            <a:endParaRPr lang="en-US" altLang="zh-CN" sz="100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E7E36D29-6288-4B6D-B707-1277559B33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zh-CN" sz="3400" dirty="0"/>
              <a:t>Attribute Value Templates Example</a:t>
            </a:r>
          </a:p>
        </p:txBody>
      </p:sp>
      <p:pic>
        <p:nvPicPr>
          <p:cNvPr id="26628" name="Picture 4">
            <a:extLst>
              <a:ext uri="{FF2B5EF4-FFF2-40B4-BE49-F238E27FC236}">
                <a16:creationId xmlns:a16="http://schemas.microsoft.com/office/drawing/2014/main" id="{9B805437-4182-4C59-B2FE-F668F4FCC8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9519" y="1143000"/>
            <a:ext cx="6684962" cy="5227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5">
            <a:extLst>
              <a:ext uri="{FF2B5EF4-FFF2-40B4-BE49-F238E27FC236}">
                <a16:creationId xmlns:a16="http://schemas.microsoft.com/office/drawing/2014/main" id="{F23532AB-19D1-47E0-92CB-4490CE222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79EFA74-1AF1-4833-99A9-2A00D49BCE3B}" type="slidenum">
              <a:rPr lang="en-US" altLang="zh-CN" smtClean="0"/>
              <a:pPr/>
              <a:t>43</a:t>
            </a:fld>
            <a:endParaRPr lang="en-US" altLang="zh-CN" sz="10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8D192E2D-47FB-442A-935A-83E51372AA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Variables and Parameters</a:t>
            </a: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0576ECB2-C0CA-463C-A58A-00CC847B36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/>
              <a:t>Variables</a:t>
            </a:r>
          </a:p>
          <a:p>
            <a:pPr lvl="1" eaLnBrk="1" hangingPunct="1"/>
            <a:r>
              <a:rPr lang="en-US" altLang="zh-CN" sz="2300"/>
              <a:t>Use </a:t>
            </a:r>
            <a:r>
              <a:rPr lang="en-US" altLang="zh-CN" sz="2300" i="1">
                <a:latin typeface="Courier New" panose="02070309020205020404" pitchFamily="49" charset="0"/>
                <a:cs typeface="Courier New" panose="02070309020205020404" pitchFamily="49" charset="0"/>
              </a:rPr>
              <a:t>$varName </a:t>
            </a:r>
            <a:r>
              <a:rPr lang="en-US" altLang="zh-CN" sz="2300"/>
              <a:t>to retrieve content</a:t>
            </a:r>
          </a:p>
          <a:p>
            <a:pPr lvl="1" eaLnBrk="1" hangingPunct="1"/>
            <a:endParaRPr lang="en-US" altLang="zh-CN" sz="2300"/>
          </a:p>
          <a:p>
            <a:pPr lvl="1" eaLnBrk="1" hangingPunct="1"/>
            <a:endParaRPr lang="en-US" altLang="zh-CN" sz="2300"/>
          </a:p>
          <a:p>
            <a:pPr lvl="1" eaLnBrk="1" hangingPunct="1"/>
            <a:endParaRPr lang="en-US" altLang="zh-CN" sz="2300"/>
          </a:p>
          <a:p>
            <a:pPr eaLnBrk="1" hangingPunct="1"/>
            <a:r>
              <a:rPr lang="en-US" altLang="zh-CN" sz="2800"/>
              <a:t>Parameters</a:t>
            </a:r>
          </a:p>
          <a:p>
            <a:pPr lvl="1" eaLnBrk="1" hangingPunct="1"/>
            <a:r>
              <a:rPr lang="en-US" altLang="zh-CN" sz="2300"/>
              <a:t>Mainly used to call named templates.</a:t>
            </a:r>
          </a:p>
          <a:p>
            <a:pPr lvl="1" eaLnBrk="1" hangingPunct="1"/>
            <a:endParaRPr lang="en-US" altLang="zh-CN" sz="2300"/>
          </a:p>
          <a:p>
            <a:pPr lvl="1" eaLnBrk="1" hangingPunct="1"/>
            <a:endParaRPr lang="en-US" altLang="zh-CN" sz="2300"/>
          </a:p>
          <a:p>
            <a:pPr lvl="1" eaLnBrk="1" hangingPunct="1"/>
            <a:endParaRPr lang="en-US" altLang="zh-CN" sz="2300"/>
          </a:p>
        </p:txBody>
      </p:sp>
      <p:pic>
        <p:nvPicPr>
          <p:cNvPr id="28677" name="Picture 5">
            <a:extLst>
              <a:ext uri="{FF2B5EF4-FFF2-40B4-BE49-F238E27FC236}">
                <a16:creationId xmlns:a16="http://schemas.microsoft.com/office/drawing/2014/main" id="{D69A76EA-87A4-41A0-B4E2-BF6AA1B0BA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910138"/>
            <a:ext cx="750887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8" name="Picture 4">
            <a:extLst>
              <a:ext uri="{FF2B5EF4-FFF2-40B4-BE49-F238E27FC236}">
                <a16:creationId xmlns:a16="http://schemas.microsoft.com/office/drawing/2014/main" id="{36F817ED-623B-4774-9F12-0232267C70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88" y="2743200"/>
            <a:ext cx="8326437" cy="84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5">
            <a:extLst>
              <a:ext uri="{FF2B5EF4-FFF2-40B4-BE49-F238E27FC236}">
                <a16:creationId xmlns:a16="http://schemas.microsoft.com/office/drawing/2014/main" id="{3DF4999D-73E0-4C64-A1E0-C1B68EE16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79EFA74-1AF1-4833-99A9-2A00D49BCE3B}" type="slidenum">
              <a:rPr lang="en-US" altLang="zh-CN" smtClean="0"/>
              <a:pPr/>
              <a:t>44</a:t>
            </a:fld>
            <a:endParaRPr lang="en-US" altLang="zh-CN" sz="100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E7BD7940-DA4E-4FBC-B82E-58CADCACE1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Parameters Example</a:t>
            </a:r>
          </a:p>
        </p:txBody>
      </p:sp>
      <p:pic>
        <p:nvPicPr>
          <p:cNvPr id="30724" name="图片 1">
            <a:extLst>
              <a:ext uri="{FF2B5EF4-FFF2-40B4-BE49-F238E27FC236}">
                <a16:creationId xmlns:a16="http://schemas.microsoft.com/office/drawing/2014/main" id="{47025769-BD0D-4039-A828-EFCCF705B2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075" y="1295400"/>
            <a:ext cx="7181850" cy="502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5">
            <a:extLst>
              <a:ext uri="{FF2B5EF4-FFF2-40B4-BE49-F238E27FC236}">
                <a16:creationId xmlns:a16="http://schemas.microsoft.com/office/drawing/2014/main" id="{928FBDD7-C8B9-43C0-8651-BE692AEDC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79EFA74-1AF1-4833-99A9-2A00D49BCE3B}" type="slidenum">
              <a:rPr lang="en-US" altLang="zh-CN" smtClean="0"/>
              <a:pPr/>
              <a:t>45</a:t>
            </a:fld>
            <a:endParaRPr lang="en-US" altLang="zh-CN" sz="1000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494388D9-EBB2-4358-B9A8-91BEBCFA8B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Variable Example</a:t>
            </a:r>
          </a:p>
        </p:txBody>
      </p:sp>
      <p:pic>
        <p:nvPicPr>
          <p:cNvPr id="32772" name="Picture 4">
            <a:extLst>
              <a:ext uri="{FF2B5EF4-FFF2-40B4-BE49-F238E27FC236}">
                <a16:creationId xmlns:a16="http://schemas.microsoft.com/office/drawing/2014/main" id="{C061A7FD-82EA-46BE-A41C-71E37A91CB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047937"/>
            <a:ext cx="7729538" cy="541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5">
            <a:extLst>
              <a:ext uri="{FF2B5EF4-FFF2-40B4-BE49-F238E27FC236}">
                <a16:creationId xmlns:a16="http://schemas.microsoft.com/office/drawing/2014/main" id="{79C38901-B536-4CE7-B9A2-623503157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79EFA74-1AF1-4833-99A9-2A00D49BCE3B}" type="slidenum">
              <a:rPr lang="en-US" altLang="zh-CN" smtClean="0"/>
              <a:pPr/>
              <a:t>46</a:t>
            </a:fld>
            <a:endParaRPr lang="en-US" altLang="zh-CN" sz="1000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8910FC70-6188-424E-BFBA-110DED883C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No Reassigning Variables</a:t>
            </a:r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5ABF15ED-F394-40AC-8B13-AB81B81B15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1800"/>
              <a:t>Variables cannot be reassigned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1600"/>
              <a:t>We want pure, side-effect free functions which are not dependent upon order of execution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1800"/>
              <a:t>Conditional Initialization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1600"/>
              <a:t>Want to assign a variable based on a condition</a:t>
            </a:r>
          </a:p>
          <a:p>
            <a:pPr eaLnBrk="1" hangingPunct="1">
              <a:lnSpc>
                <a:spcPct val="80000"/>
              </a:lnSpc>
            </a:pPr>
            <a:endParaRPr lang="en-US" altLang="zh-CN" sz="1800" b="1"/>
          </a:p>
          <a:p>
            <a:pPr eaLnBrk="1" hangingPunct="1">
              <a:lnSpc>
                <a:spcPct val="80000"/>
              </a:lnSpc>
            </a:pPr>
            <a:endParaRPr lang="en-US" altLang="zh-CN" sz="1800" b="1"/>
          </a:p>
          <a:p>
            <a:pPr eaLnBrk="1" hangingPunct="1">
              <a:lnSpc>
                <a:spcPct val="80000"/>
              </a:lnSpc>
            </a:pPr>
            <a:endParaRPr lang="en-US" altLang="zh-CN" sz="1800" b="1"/>
          </a:p>
          <a:p>
            <a:pPr eaLnBrk="1" hangingPunct="1">
              <a:lnSpc>
                <a:spcPct val="80000"/>
              </a:lnSpc>
            </a:pPr>
            <a:endParaRPr lang="en-US" altLang="zh-CN" sz="1800" b="1"/>
          </a:p>
          <a:p>
            <a:pPr eaLnBrk="1" hangingPunct="1">
              <a:lnSpc>
                <a:spcPct val="80000"/>
              </a:lnSpc>
            </a:pPr>
            <a:endParaRPr lang="en-US" altLang="zh-CN" sz="1800" b="1"/>
          </a:p>
          <a:p>
            <a:pPr eaLnBrk="1" hangingPunct="1">
              <a:lnSpc>
                <a:spcPct val="80000"/>
              </a:lnSpc>
            </a:pPr>
            <a:endParaRPr lang="en-US" altLang="zh-CN" sz="1800" b="1"/>
          </a:p>
          <a:p>
            <a:pPr eaLnBrk="1" hangingPunct="1">
              <a:lnSpc>
                <a:spcPct val="80000"/>
              </a:lnSpc>
            </a:pPr>
            <a:endParaRPr lang="en-US" altLang="zh-CN" sz="1800" b="1"/>
          </a:p>
          <a:p>
            <a:pPr eaLnBrk="1" hangingPunct="1">
              <a:lnSpc>
                <a:spcPct val="80000"/>
              </a:lnSpc>
            </a:pPr>
            <a:r>
              <a:rPr lang="en-US" altLang="zh-CN" sz="1800"/>
              <a:t>Often variables are used for doing two tasks at once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1600"/>
              <a:t>Divide the templates into two templates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1600"/>
              <a:t>Example, calculate min and max of a list of nodes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1800"/>
              <a:t>No counters or counted for-loops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1600"/>
              <a:t>Write recursive template instead</a:t>
            </a:r>
          </a:p>
        </p:txBody>
      </p:sp>
      <p:pic>
        <p:nvPicPr>
          <p:cNvPr id="34821" name="Picture 4">
            <a:extLst>
              <a:ext uri="{FF2B5EF4-FFF2-40B4-BE49-F238E27FC236}">
                <a16:creationId xmlns:a16="http://schemas.microsoft.com/office/drawing/2014/main" id="{8D301551-61CC-414A-AB50-EE195D2AF5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832212"/>
            <a:ext cx="7772400" cy="163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5">
            <a:extLst>
              <a:ext uri="{FF2B5EF4-FFF2-40B4-BE49-F238E27FC236}">
                <a16:creationId xmlns:a16="http://schemas.microsoft.com/office/drawing/2014/main" id="{FC30A500-E9E9-49F9-AFE4-EC76411A5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79EFA74-1AF1-4833-99A9-2A00D49BCE3B}" type="slidenum">
              <a:rPr lang="en-US" altLang="zh-CN" smtClean="0"/>
              <a:pPr/>
              <a:t>47</a:t>
            </a:fld>
            <a:endParaRPr lang="en-US" altLang="zh-CN" sz="1000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1D34D6B2-732F-4865-95E3-AFF2DD3212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>
              <a:defRPr/>
            </a:pPr>
            <a:r>
              <a:rPr lang="en-US" altLang="zh-CN" sz="2800" dirty="0"/>
              <a:t>Common Named Template Example (1/2)</a:t>
            </a:r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647A30A3-7710-4EC5-8929-FB99C65977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052737"/>
            <a:ext cx="8229600" cy="1690463"/>
          </a:xfrm>
        </p:spPr>
        <p:txBody>
          <a:bodyPr/>
          <a:lstStyle/>
          <a:p>
            <a:pPr eaLnBrk="1" hangingPunct="1"/>
            <a:r>
              <a:rPr lang="en-US" altLang="zh-CN" sz="1800" dirty="0"/>
              <a:t>You have an order page which is editable at times and read-only at other times.  Add a </a:t>
            </a:r>
            <a:r>
              <a:rPr lang="en-US" altLang="zh-CN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readOnly</a:t>
            </a:r>
            <a:r>
              <a:rPr lang="en-US" altLang="zh-CN" sz="1800" dirty="0"/>
              <a:t> attribute to your "page" XML tag</a:t>
            </a:r>
          </a:p>
          <a:p>
            <a:pPr lvl="1" eaLnBrk="1" hangingPunct="1"/>
            <a:r>
              <a:rPr lang="en-US" altLang="zh-CN" sz="1700" dirty="0"/>
              <a:t>Option1: write 2 separate XSLT files</a:t>
            </a:r>
          </a:p>
          <a:p>
            <a:pPr lvl="1" eaLnBrk="1" hangingPunct="1"/>
            <a:r>
              <a:rPr lang="en-US" altLang="zh-CN" sz="1700" dirty="0"/>
              <a:t>Option2: have common templates which have choose logic which evaluates the </a:t>
            </a:r>
            <a:r>
              <a:rPr lang="en-US" altLang="zh-CN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readOnly</a:t>
            </a:r>
            <a:r>
              <a:rPr lang="en-US" altLang="zh-CN" sz="1700" dirty="0"/>
              <a:t> attribute and determines the appropriate output</a:t>
            </a:r>
          </a:p>
        </p:txBody>
      </p:sp>
      <p:pic>
        <p:nvPicPr>
          <p:cNvPr id="36869" name="Picture 4">
            <a:extLst>
              <a:ext uri="{FF2B5EF4-FFF2-40B4-BE49-F238E27FC236}">
                <a16:creationId xmlns:a16="http://schemas.microsoft.com/office/drawing/2014/main" id="{FAFF9C6D-9201-4E04-874A-E3B70203F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823266"/>
            <a:ext cx="7467600" cy="340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5">
            <a:extLst>
              <a:ext uri="{FF2B5EF4-FFF2-40B4-BE49-F238E27FC236}">
                <a16:creationId xmlns:a16="http://schemas.microsoft.com/office/drawing/2014/main" id="{3E78F5D8-E245-43EE-9CCA-92D6E948B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79EFA74-1AF1-4833-99A9-2A00D49BCE3B}" type="slidenum">
              <a:rPr lang="en-US" altLang="zh-CN" smtClean="0"/>
              <a:pPr/>
              <a:t>48</a:t>
            </a:fld>
            <a:endParaRPr lang="en-US" altLang="zh-CN" sz="1000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5196C068-117C-4F21-A790-0F4BCC451B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>
              <a:defRPr/>
            </a:pPr>
            <a:r>
              <a:rPr lang="en-US" altLang="zh-CN" sz="2800" dirty="0"/>
              <a:t>Common Named Template Example (2/2)</a:t>
            </a:r>
          </a:p>
        </p:txBody>
      </p:sp>
      <p:pic>
        <p:nvPicPr>
          <p:cNvPr id="38916" name="Picture 4">
            <a:extLst>
              <a:ext uri="{FF2B5EF4-FFF2-40B4-BE49-F238E27FC236}">
                <a16:creationId xmlns:a16="http://schemas.microsoft.com/office/drawing/2014/main" id="{0B164D55-046F-4536-A399-75A0868251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837" y="1066800"/>
            <a:ext cx="7426325" cy="5331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oftware">
  <a:themeElements>
    <a:clrScheme name="sample 1">
      <a:dk1>
        <a:srgbClr val="163794"/>
      </a:dk1>
      <a:lt1>
        <a:srgbClr val="FFFFFF"/>
      </a:lt1>
      <a:dk2>
        <a:srgbClr val="000000"/>
      </a:dk2>
      <a:lt2>
        <a:srgbClr val="C0C0C0"/>
      </a:lt2>
      <a:accent1>
        <a:srgbClr val="009999"/>
      </a:accent1>
      <a:accent2>
        <a:srgbClr val="990000"/>
      </a:accent2>
      <a:accent3>
        <a:srgbClr val="FFFFFF"/>
      </a:accent3>
      <a:accent4>
        <a:srgbClr val="112D7E"/>
      </a:accent4>
      <a:accent5>
        <a:srgbClr val="AACACA"/>
      </a:accent5>
      <a:accent6>
        <a:srgbClr val="8A0000"/>
      </a:accent6>
      <a:hlink>
        <a:srgbClr val="6699FF"/>
      </a:hlink>
      <a:folHlink>
        <a:srgbClr val="969696"/>
      </a:folHlink>
    </a:clrScheme>
    <a:fontScheme name="sample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163794"/>
        </a:dk1>
        <a:lt1>
          <a:srgbClr val="FFFFFF"/>
        </a:lt1>
        <a:dk2>
          <a:srgbClr val="000000"/>
        </a:dk2>
        <a:lt2>
          <a:srgbClr val="C0C0C0"/>
        </a:lt2>
        <a:accent1>
          <a:srgbClr val="009999"/>
        </a:accent1>
        <a:accent2>
          <a:srgbClr val="990000"/>
        </a:accent2>
        <a:accent3>
          <a:srgbClr val="FFFFFF"/>
        </a:accent3>
        <a:accent4>
          <a:srgbClr val="112D7E"/>
        </a:accent4>
        <a:accent5>
          <a:srgbClr val="AACACA"/>
        </a:accent5>
        <a:accent6>
          <a:srgbClr val="8A0000"/>
        </a:accent6>
        <a:hlink>
          <a:srgbClr val="66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29698D"/>
        </a:dk1>
        <a:lt1>
          <a:srgbClr val="FFFFFF"/>
        </a:lt1>
        <a:dk2>
          <a:srgbClr val="000000"/>
        </a:dk2>
        <a:lt2>
          <a:srgbClr val="A1BABD"/>
        </a:lt2>
        <a:accent1>
          <a:srgbClr val="FF5050"/>
        </a:accent1>
        <a:accent2>
          <a:srgbClr val="FF9933"/>
        </a:accent2>
        <a:accent3>
          <a:srgbClr val="FFFFFF"/>
        </a:accent3>
        <a:accent4>
          <a:srgbClr val="215978"/>
        </a:accent4>
        <a:accent5>
          <a:srgbClr val="FFB3B3"/>
        </a:accent5>
        <a:accent6>
          <a:srgbClr val="E78A2D"/>
        </a:accent6>
        <a:hlink>
          <a:srgbClr val="00CC99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99"/>
        </a:dk1>
        <a:lt1>
          <a:srgbClr val="FFFFFF"/>
        </a:lt1>
        <a:dk2>
          <a:srgbClr val="000000"/>
        </a:dk2>
        <a:lt2>
          <a:srgbClr val="C0C0C0"/>
        </a:lt2>
        <a:accent1>
          <a:srgbClr val="72B88E"/>
        </a:accent1>
        <a:accent2>
          <a:srgbClr val="C78DD7"/>
        </a:accent2>
        <a:accent3>
          <a:srgbClr val="FFFFFF"/>
        </a:accent3>
        <a:accent4>
          <a:srgbClr val="565682"/>
        </a:accent4>
        <a:accent5>
          <a:srgbClr val="BCD8C6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4474</TotalTime>
  <Words>1557</Words>
  <Application>Microsoft Office PowerPoint</Application>
  <PresentationFormat>全屏显示(4:3)</PresentationFormat>
  <Paragraphs>348</Paragraphs>
  <Slides>48</Slides>
  <Notes>48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53" baseType="lpstr">
      <vt:lpstr>Arial</vt:lpstr>
      <vt:lpstr>Courier New</vt:lpstr>
      <vt:lpstr>Verdana</vt:lpstr>
      <vt:lpstr>Wingdings</vt:lpstr>
      <vt:lpstr>software</vt:lpstr>
      <vt:lpstr>XSLT Service-Oriented Software Engineering</vt:lpstr>
      <vt:lpstr>XSL Transformations (XSLT) Overview</vt:lpstr>
      <vt:lpstr>The XSLT Process</vt:lpstr>
      <vt:lpstr>Anatomy of a Stylesheet</vt:lpstr>
      <vt:lpstr>&lt;xsl:stylesheet Element</vt:lpstr>
      <vt:lpstr>XSL Optional Elements</vt:lpstr>
      <vt:lpstr>&lt;xsl:template Element </vt:lpstr>
      <vt:lpstr>Pattern Matching (XPath) Examples</vt:lpstr>
      <vt:lpstr>Control Elements</vt:lpstr>
      <vt:lpstr>&lt;xsl:apply-templates Element</vt:lpstr>
      <vt:lpstr>&lt;xsl:call-template Element</vt:lpstr>
      <vt:lpstr>&lt;xsl:for-each Element</vt:lpstr>
      <vt:lpstr>&lt;xsl:if Element</vt:lpstr>
      <vt:lpstr>&lt;xsl:choose Element</vt:lpstr>
      <vt:lpstr>&lt;xsl:choose Element</vt:lpstr>
      <vt:lpstr>Elements to Generate Output</vt:lpstr>
      <vt:lpstr>&lt;xsl:value-of Element</vt:lpstr>
      <vt:lpstr>Default of &lt;xsl:apply-templates/&gt;</vt:lpstr>
      <vt:lpstr>Elements to Generate XML Output</vt:lpstr>
      <vt:lpstr>&lt;xsl:element Element</vt:lpstr>
      <vt:lpstr>&lt;xsl:attribute Element</vt:lpstr>
      <vt:lpstr>XML Input As a Tree</vt:lpstr>
      <vt:lpstr>Desired HTML Output</vt:lpstr>
      <vt:lpstr>XML to HTML (1/5)</vt:lpstr>
      <vt:lpstr>XML to HTML (2/5)</vt:lpstr>
      <vt:lpstr>XML to HTML (3/5)</vt:lpstr>
      <vt:lpstr>XML to HTML (4/5)</vt:lpstr>
      <vt:lpstr>XML to HTML (5/5) </vt:lpstr>
      <vt:lpstr>Calling &lt;xsl:apply-templates/&gt;</vt:lpstr>
      <vt:lpstr>XML to XML Example (1/2)</vt:lpstr>
      <vt:lpstr>XML to XML Example (2/2)</vt:lpstr>
      <vt:lpstr>Numbers, Sorting, and Functions</vt:lpstr>
      <vt:lpstr>Working with Numbering in XSLT</vt:lpstr>
      <vt:lpstr>&lt;xsl:number Element format Attribute Values</vt:lpstr>
      <vt:lpstr>&lt;xsl:number Example</vt:lpstr>
      <vt:lpstr>&lt;xsl:sort Element</vt:lpstr>
      <vt:lpstr>&lt;xsl:sort Attributes</vt:lpstr>
      <vt:lpstr>Sort Example</vt:lpstr>
      <vt:lpstr>XPath/XSLT Functions</vt:lpstr>
      <vt:lpstr>Other Elements</vt:lpstr>
      <vt:lpstr>Attribute Value Templates</vt:lpstr>
      <vt:lpstr>Attribute Value Templates Example</vt:lpstr>
      <vt:lpstr>Variables and Parameters</vt:lpstr>
      <vt:lpstr>Parameters Example</vt:lpstr>
      <vt:lpstr>Variable Example</vt:lpstr>
      <vt:lpstr>No Reassigning Variables</vt:lpstr>
      <vt:lpstr>Common Named Template Example (1/2)</vt:lpstr>
      <vt:lpstr>Common Named Template Example (2/2)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beijia</dc:creator>
  <cp:lastModifiedBy>jia bei</cp:lastModifiedBy>
  <cp:revision>147</cp:revision>
  <cp:lastPrinted>1601-01-01T00:00:00Z</cp:lastPrinted>
  <dcterms:created xsi:type="dcterms:W3CDTF">1601-01-01T00:00:00Z</dcterms:created>
  <dcterms:modified xsi:type="dcterms:W3CDTF">2023-10-12T04:39:29Z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