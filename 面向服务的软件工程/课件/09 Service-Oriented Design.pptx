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2.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3.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tags/tag4.xml" ContentType="application/vnd.openxmlformats-officedocument.presentationml.tags+xml"/>
  <Override PartName="/ppt/notesSlides/notesSlide46.xml" ContentType="application/vnd.openxmlformats-officedocument.presentationml.notesSlide+xml"/>
  <Override PartName="/ppt/tags/tag5.xml" ContentType="application/vnd.openxmlformats-officedocument.presentationml.tags+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tags/tag6.xml" ContentType="application/vnd.openxmlformats-officedocument.presentationml.tags+xml"/>
  <Override PartName="/ppt/notesSlides/notesSlide58.xml" ContentType="application/vnd.openxmlformats-officedocument.presentationml.notesSlide+xml"/>
  <Override PartName="/ppt/tags/tag7.xml" ContentType="application/vnd.openxmlformats-officedocument.presentationml.tags+xml"/>
  <Override PartName="/ppt/notesSlides/notesSlide59.xml" ContentType="application/vnd.openxmlformats-officedocument.presentationml.notesSlide+xml"/>
  <Override PartName="/ppt/tags/tag8.xml" ContentType="application/vnd.openxmlformats-officedocument.presentationml.tags+xml"/>
  <Override PartName="/ppt/notesSlides/notesSlide60.xml" ContentType="application/vnd.openxmlformats-officedocument.presentationml.notesSlide+xml"/>
  <Override PartName="/ppt/tags/tag9.xml" ContentType="application/vnd.openxmlformats-officedocument.presentationml.tags+xml"/>
  <Override PartName="/ppt/notesSlides/notesSlide61.xml" ContentType="application/vnd.openxmlformats-officedocument.presentationml.notesSlide+xml"/>
  <Override PartName="/ppt/tags/tag10.xml" ContentType="application/vnd.openxmlformats-officedocument.presentationml.tags+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tags/tag11.xml" ContentType="application/vnd.openxmlformats-officedocument.presentationml.tags+xml"/>
  <Override PartName="/ppt/notesSlides/notesSlide7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107" r:id="rId1"/>
  </p:sldMasterIdLst>
  <p:notesMasterIdLst>
    <p:notesMasterId r:id="rId79"/>
  </p:notesMasterIdLst>
  <p:sldIdLst>
    <p:sldId id="256" r:id="rId2"/>
    <p:sldId id="257" r:id="rId3"/>
    <p:sldId id="258" r:id="rId4"/>
    <p:sldId id="259" r:id="rId5"/>
    <p:sldId id="260" r:id="rId6"/>
    <p:sldId id="261" r:id="rId7"/>
    <p:sldId id="262" r:id="rId8"/>
    <p:sldId id="264" r:id="rId9"/>
    <p:sldId id="335" r:id="rId10"/>
    <p:sldId id="336" r:id="rId11"/>
    <p:sldId id="272" r:id="rId12"/>
    <p:sldId id="273" r:id="rId13"/>
    <p:sldId id="265" r:id="rId14"/>
    <p:sldId id="266" r:id="rId15"/>
    <p:sldId id="267" r:id="rId16"/>
    <p:sldId id="268" r:id="rId17"/>
    <p:sldId id="269"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31" r:id="rId49"/>
    <p:sldId id="304" r:id="rId50"/>
    <p:sldId id="305" r:id="rId51"/>
    <p:sldId id="306" r:id="rId52"/>
    <p:sldId id="307" r:id="rId53"/>
    <p:sldId id="308" r:id="rId54"/>
    <p:sldId id="309" r:id="rId55"/>
    <p:sldId id="310" r:id="rId56"/>
    <p:sldId id="311" r:id="rId57"/>
    <p:sldId id="312" r:id="rId58"/>
    <p:sldId id="313" r:id="rId59"/>
    <p:sldId id="314" r:id="rId60"/>
    <p:sldId id="332" r:id="rId61"/>
    <p:sldId id="333" r:id="rId62"/>
    <p:sldId id="334" r:id="rId63"/>
    <p:sldId id="315" r:id="rId64"/>
    <p:sldId id="316" r:id="rId65"/>
    <p:sldId id="317" r:id="rId66"/>
    <p:sldId id="318" r:id="rId67"/>
    <p:sldId id="319" r:id="rId68"/>
    <p:sldId id="320" r:id="rId69"/>
    <p:sldId id="321" r:id="rId70"/>
    <p:sldId id="322" r:id="rId71"/>
    <p:sldId id="323" r:id="rId72"/>
    <p:sldId id="338" r:id="rId73"/>
    <p:sldId id="325" r:id="rId74"/>
    <p:sldId id="326" r:id="rId75"/>
    <p:sldId id="339" r:id="rId76"/>
    <p:sldId id="328" r:id="rId77"/>
    <p:sldId id="337" r:id="rId78"/>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78" autoAdjust="0"/>
    <p:restoredTop sz="95773" autoAdjust="0"/>
  </p:normalViewPr>
  <p:slideViewPr>
    <p:cSldViewPr>
      <p:cViewPr varScale="1">
        <p:scale>
          <a:sx n="110" d="100"/>
          <a:sy n="110" d="100"/>
        </p:scale>
        <p:origin x="1536" y="5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宋体" pitchFamily="2" charset="-122"/>
              </a:defRPr>
            </a:lvl1pPr>
          </a:lstStyle>
          <a:p>
            <a:pPr>
              <a:defRPr/>
            </a:pPr>
            <a:endParaRPr lang="en-US" altLang="zh-CN"/>
          </a:p>
        </p:txBody>
      </p:sp>
      <p:sp>
        <p:nvSpPr>
          <p:cNvPr id="4301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宋体" pitchFamily="2" charset="-122"/>
              </a:defRPr>
            </a:lvl1pPr>
          </a:lstStyle>
          <a:p>
            <a:pPr>
              <a:defRPr/>
            </a:pPr>
            <a:endParaRPr lang="en-US" altLang="zh-CN"/>
          </a:p>
        </p:txBody>
      </p:sp>
      <p:sp>
        <p:nvSpPr>
          <p:cNvPr id="7578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301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宋体" pitchFamily="2" charset="-122"/>
              </a:defRPr>
            </a:lvl1pPr>
          </a:lstStyle>
          <a:p>
            <a:pPr>
              <a:defRPr/>
            </a:pPr>
            <a:endParaRPr lang="en-US" altLang="zh-CN"/>
          </a:p>
        </p:txBody>
      </p:sp>
      <p:sp>
        <p:nvSpPr>
          <p:cNvPr id="4301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ea typeface="宋体" pitchFamily="2" charset="-122"/>
              </a:defRPr>
            </a:lvl1pPr>
          </a:lstStyle>
          <a:p>
            <a:pPr>
              <a:defRPr/>
            </a:pPr>
            <a:fld id="{6C2A6323-2337-4CC7-B686-9864C18DDD87}" type="slidenum">
              <a:rPr lang="en-US" altLang="zh-CN"/>
              <a:pPr>
                <a:defRPr/>
              </a:pPr>
              <a:t>‹#›</a:t>
            </a:fld>
            <a:endParaRPr lang="en-US" altLang="zh-CN" dirty="0"/>
          </a:p>
        </p:txBody>
      </p:sp>
    </p:spTree>
    <p:extLst>
      <p:ext uri="{BB962C8B-B14F-4D97-AF65-F5344CB8AC3E}">
        <p14:creationId xmlns:p14="http://schemas.microsoft.com/office/powerpoint/2010/main" val="67379672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幻灯片图像占位符 1"/>
          <p:cNvSpPr>
            <a:spLocks noGrp="1" noRot="1" noChangeAspect="1" noTextEdit="1"/>
          </p:cNvSpPr>
          <p:nvPr>
            <p:ph type="sldImg"/>
          </p:nvPr>
        </p:nvSpPr>
        <p:spPr>
          <a:ln/>
        </p:spPr>
      </p:sp>
      <p:sp>
        <p:nvSpPr>
          <p:cNvPr id="7680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680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2380722-8649-4617-BFB8-F29FA2A390B6}" type="slidenum">
              <a:rPr lang="en-US" altLang="zh-CN" smtClean="0"/>
              <a:pPr eaLnBrk="1" hangingPunct="1"/>
              <a:t>1</a:t>
            </a:fld>
            <a:endParaRPr lang="en-US" altLang="zh-CN"/>
          </a:p>
        </p:txBody>
      </p:sp>
    </p:spTree>
    <p:extLst>
      <p:ext uri="{BB962C8B-B14F-4D97-AF65-F5344CB8AC3E}">
        <p14:creationId xmlns:p14="http://schemas.microsoft.com/office/powerpoint/2010/main" val="41197283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幻灯片图像占位符 1"/>
          <p:cNvSpPr>
            <a:spLocks noGrp="1" noRot="1" noChangeAspect="1" noTextEdit="1"/>
          </p:cNvSpPr>
          <p:nvPr>
            <p:ph type="sldImg"/>
          </p:nvPr>
        </p:nvSpPr>
        <p:spPr>
          <a:ln/>
        </p:spPr>
      </p:sp>
      <p:sp>
        <p:nvSpPr>
          <p:cNvPr id="7782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782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E48E5810-88E8-41EB-8C28-3FC815A9A48D}" type="slidenum">
              <a:rPr lang="en-US" altLang="zh-CN" smtClean="0"/>
              <a:pPr eaLnBrk="1" hangingPunct="1"/>
              <a:t>2</a:t>
            </a:fld>
            <a:endParaRPr lang="en-US" altLang="zh-CN"/>
          </a:p>
        </p:txBody>
      </p:sp>
    </p:spTree>
    <p:extLst>
      <p:ext uri="{BB962C8B-B14F-4D97-AF65-F5344CB8AC3E}">
        <p14:creationId xmlns:p14="http://schemas.microsoft.com/office/powerpoint/2010/main" val="21252669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p:cNvSpPr>
            <a:spLocks noGrp="1" noRot="1" noChangeAspect="1" noTextEdit="1"/>
          </p:cNvSpPr>
          <p:nvPr>
            <p:ph type="sldImg"/>
          </p:nvPr>
        </p:nvSpPr>
        <p:spPr>
          <a:ln/>
        </p:spPr>
      </p:sp>
      <p:sp>
        <p:nvSpPr>
          <p:cNvPr id="7885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885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6AECDE1C-09C4-4770-AF8D-8BECEAF9AB16}" type="slidenum">
              <a:rPr lang="en-US" altLang="zh-CN" smtClean="0"/>
              <a:pPr eaLnBrk="1" hangingPunct="1"/>
              <a:t>3</a:t>
            </a:fld>
            <a:endParaRPr lang="en-US" altLang="zh-CN"/>
          </a:p>
        </p:txBody>
      </p:sp>
    </p:spTree>
    <p:extLst>
      <p:ext uri="{BB962C8B-B14F-4D97-AF65-F5344CB8AC3E}">
        <p14:creationId xmlns:p14="http://schemas.microsoft.com/office/powerpoint/2010/main" val="29029112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幻灯片图像占位符 1"/>
          <p:cNvSpPr>
            <a:spLocks noGrp="1" noRot="1" noChangeAspect="1" noTextEdit="1"/>
          </p:cNvSpPr>
          <p:nvPr>
            <p:ph type="sldImg"/>
          </p:nvPr>
        </p:nvSpPr>
        <p:spPr>
          <a:ln/>
        </p:spPr>
      </p:sp>
      <p:sp>
        <p:nvSpPr>
          <p:cNvPr id="7987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987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B0AFE66-7C3B-481A-B9E8-2E456397A60B}" type="slidenum">
              <a:rPr lang="en-US" altLang="zh-CN" smtClean="0"/>
              <a:pPr eaLnBrk="1" hangingPunct="1"/>
              <a:t>4</a:t>
            </a:fld>
            <a:endParaRPr lang="en-US" altLang="zh-CN"/>
          </a:p>
        </p:txBody>
      </p:sp>
    </p:spTree>
    <p:extLst>
      <p:ext uri="{BB962C8B-B14F-4D97-AF65-F5344CB8AC3E}">
        <p14:creationId xmlns:p14="http://schemas.microsoft.com/office/powerpoint/2010/main" val="23378924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p:cNvSpPr>
            <a:spLocks noGrp="1" noRot="1" noChangeAspect="1" noTextEdit="1"/>
          </p:cNvSpPr>
          <p:nvPr>
            <p:ph type="sldImg"/>
          </p:nvPr>
        </p:nvSpPr>
        <p:spPr>
          <a:ln/>
        </p:spPr>
      </p:sp>
      <p:sp>
        <p:nvSpPr>
          <p:cNvPr id="8089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090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96324DF0-E745-4579-A711-967BE44CD86F}" type="slidenum">
              <a:rPr lang="en-US" altLang="zh-CN" smtClean="0"/>
              <a:pPr eaLnBrk="1" hangingPunct="1"/>
              <a:t>5</a:t>
            </a:fld>
            <a:endParaRPr lang="en-US" altLang="zh-CN"/>
          </a:p>
        </p:txBody>
      </p:sp>
    </p:spTree>
    <p:extLst>
      <p:ext uri="{BB962C8B-B14F-4D97-AF65-F5344CB8AC3E}">
        <p14:creationId xmlns:p14="http://schemas.microsoft.com/office/powerpoint/2010/main" val="42147592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幻灯片图像占位符 1"/>
          <p:cNvSpPr>
            <a:spLocks noGrp="1" noRot="1" noChangeAspect="1" noTextEdit="1"/>
          </p:cNvSpPr>
          <p:nvPr>
            <p:ph type="sldImg"/>
          </p:nvPr>
        </p:nvSpPr>
        <p:spPr>
          <a:ln/>
        </p:spPr>
      </p:sp>
      <p:sp>
        <p:nvSpPr>
          <p:cNvPr id="8294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294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B044BEB1-0528-4AFD-94E5-E327FC84C840}" type="slidenum">
              <a:rPr lang="en-US" altLang="zh-CN" smtClean="0"/>
              <a:pPr eaLnBrk="1" hangingPunct="1"/>
              <a:t>6</a:t>
            </a:fld>
            <a:endParaRPr lang="en-US" altLang="zh-CN"/>
          </a:p>
        </p:txBody>
      </p:sp>
    </p:spTree>
    <p:extLst>
      <p:ext uri="{BB962C8B-B14F-4D97-AF65-F5344CB8AC3E}">
        <p14:creationId xmlns:p14="http://schemas.microsoft.com/office/powerpoint/2010/main" val="40466923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幻灯片图像占位符 1"/>
          <p:cNvSpPr>
            <a:spLocks noGrp="1" noRot="1" noChangeAspect="1" noTextEdit="1"/>
          </p:cNvSpPr>
          <p:nvPr>
            <p:ph type="sldImg"/>
          </p:nvPr>
        </p:nvSpPr>
        <p:spPr>
          <a:ln/>
        </p:spPr>
      </p:sp>
      <p:sp>
        <p:nvSpPr>
          <p:cNvPr id="8397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397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7FCB12B0-62B6-40CA-B3B3-ECC5C0318718}" type="slidenum">
              <a:rPr lang="en-US" altLang="zh-CN" smtClean="0"/>
              <a:pPr eaLnBrk="1" hangingPunct="1"/>
              <a:t>7</a:t>
            </a:fld>
            <a:endParaRPr lang="en-US" altLang="zh-CN"/>
          </a:p>
        </p:txBody>
      </p:sp>
    </p:spTree>
    <p:extLst>
      <p:ext uri="{BB962C8B-B14F-4D97-AF65-F5344CB8AC3E}">
        <p14:creationId xmlns:p14="http://schemas.microsoft.com/office/powerpoint/2010/main" val="36094553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幻灯片图像占位符 1"/>
          <p:cNvSpPr>
            <a:spLocks noGrp="1" noRot="1" noChangeAspect="1" noTextEdit="1"/>
          </p:cNvSpPr>
          <p:nvPr>
            <p:ph type="sldImg"/>
          </p:nvPr>
        </p:nvSpPr>
        <p:spPr>
          <a:ln/>
        </p:spPr>
      </p:sp>
      <p:sp>
        <p:nvSpPr>
          <p:cNvPr id="8192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192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C0BA9FD-0088-44BE-947E-E00CB572EEC4}" type="slidenum">
              <a:rPr lang="en-US" altLang="zh-CN" smtClean="0"/>
              <a:pPr eaLnBrk="1" hangingPunct="1"/>
              <a:t>8</a:t>
            </a:fld>
            <a:endParaRPr lang="en-US" altLang="zh-CN"/>
          </a:p>
        </p:txBody>
      </p:sp>
    </p:spTree>
    <p:extLst>
      <p:ext uri="{BB962C8B-B14F-4D97-AF65-F5344CB8AC3E}">
        <p14:creationId xmlns:p14="http://schemas.microsoft.com/office/powerpoint/2010/main" val="13680601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p:cNvSpPr>
            <a:spLocks noGrp="1" noRot="1" noChangeAspect="1" noTextEdit="1"/>
          </p:cNvSpPr>
          <p:nvPr>
            <p:ph type="sldImg"/>
          </p:nvPr>
        </p:nvSpPr>
        <p:spPr>
          <a:ln/>
        </p:spPr>
      </p:sp>
      <p:sp>
        <p:nvSpPr>
          <p:cNvPr id="8499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499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C357B933-2D22-4302-A1AE-10FD1AAE5410}" type="slidenum">
              <a:rPr lang="en-US" altLang="zh-CN" smtClean="0"/>
              <a:pPr eaLnBrk="1" hangingPunct="1"/>
              <a:t>9</a:t>
            </a:fld>
            <a:endParaRPr lang="en-US" altLang="zh-CN"/>
          </a:p>
        </p:txBody>
      </p:sp>
    </p:spTree>
    <p:extLst>
      <p:ext uri="{BB962C8B-B14F-4D97-AF65-F5344CB8AC3E}">
        <p14:creationId xmlns:p14="http://schemas.microsoft.com/office/powerpoint/2010/main" val="16847578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a:ln/>
        </p:spPr>
      </p:sp>
      <p:sp>
        <p:nvSpPr>
          <p:cNvPr id="860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60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4F42EFE-AF33-4B10-BBC5-B05D26CA06DF}" type="slidenum">
              <a:rPr lang="en-US" altLang="zh-CN" smtClean="0"/>
              <a:pPr eaLnBrk="1" hangingPunct="1"/>
              <a:t>11</a:t>
            </a:fld>
            <a:endParaRPr lang="en-US" altLang="zh-CN"/>
          </a:p>
        </p:txBody>
      </p:sp>
    </p:spTree>
    <p:extLst>
      <p:ext uri="{BB962C8B-B14F-4D97-AF65-F5344CB8AC3E}">
        <p14:creationId xmlns:p14="http://schemas.microsoft.com/office/powerpoint/2010/main" val="38181365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幻灯片图像占位符 1"/>
          <p:cNvSpPr>
            <a:spLocks noGrp="1" noRot="1" noChangeAspect="1" noTextEdit="1"/>
          </p:cNvSpPr>
          <p:nvPr>
            <p:ph type="sldImg"/>
          </p:nvPr>
        </p:nvSpPr>
        <p:spPr>
          <a:ln/>
        </p:spPr>
      </p:sp>
      <p:sp>
        <p:nvSpPr>
          <p:cNvPr id="8704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704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85FB0837-A582-4141-A723-023430160B36}" type="slidenum">
              <a:rPr lang="en-US" altLang="zh-CN" smtClean="0"/>
              <a:pPr eaLnBrk="1" hangingPunct="1"/>
              <a:t>12</a:t>
            </a:fld>
            <a:endParaRPr lang="en-US" altLang="zh-CN"/>
          </a:p>
        </p:txBody>
      </p:sp>
    </p:spTree>
    <p:extLst>
      <p:ext uri="{BB962C8B-B14F-4D97-AF65-F5344CB8AC3E}">
        <p14:creationId xmlns:p14="http://schemas.microsoft.com/office/powerpoint/2010/main" val="34012273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幻灯片图像占位符 1"/>
          <p:cNvSpPr>
            <a:spLocks noGrp="1" noRot="1" noChangeAspect="1" noTextEdit="1"/>
          </p:cNvSpPr>
          <p:nvPr>
            <p:ph type="sldImg"/>
          </p:nvPr>
        </p:nvSpPr>
        <p:spPr>
          <a:ln/>
        </p:spPr>
      </p:sp>
      <p:sp>
        <p:nvSpPr>
          <p:cNvPr id="8806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806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9D4A6DD1-F555-411D-BC55-049926F014D5}" type="slidenum">
              <a:rPr lang="en-US" altLang="zh-CN" smtClean="0"/>
              <a:pPr eaLnBrk="1" hangingPunct="1"/>
              <a:t>13</a:t>
            </a:fld>
            <a:endParaRPr lang="en-US" altLang="zh-CN"/>
          </a:p>
        </p:txBody>
      </p:sp>
    </p:spTree>
    <p:extLst>
      <p:ext uri="{BB962C8B-B14F-4D97-AF65-F5344CB8AC3E}">
        <p14:creationId xmlns:p14="http://schemas.microsoft.com/office/powerpoint/2010/main" val="15631666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p:cNvSpPr>
            <a:spLocks noGrp="1" noRot="1" noChangeAspect="1" noTextEdit="1"/>
          </p:cNvSpPr>
          <p:nvPr>
            <p:ph type="sldImg"/>
          </p:nvPr>
        </p:nvSpPr>
        <p:spPr>
          <a:ln/>
        </p:spPr>
      </p:sp>
      <p:sp>
        <p:nvSpPr>
          <p:cNvPr id="8909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909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A7152933-DEB1-458C-B5ED-520D466DDAC8}" type="slidenum">
              <a:rPr lang="en-US" altLang="zh-CN" smtClean="0"/>
              <a:pPr eaLnBrk="1" hangingPunct="1"/>
              <a:t>14</a:t>
            </a:fld>
            <a:endParaRPr lang="en-US" altLang="zh-CN"/>
          </a:p>
        </p:txBody>
      </p:sp>
    </p:spTree>
    <p:extLst>
      <p:ext uri="{BB962C8B-B14F-4D97-AF65-F5344CB8AC3E}">
        <p14:creationId xmlns:p14="http://schemas.microsoft.com/office/powerpoint/2010/main" val="10006872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幻灯片图像占位符 1"/>
          <p:cNvSpPr>
            <a:spLocks noGrp="1" noRot="1" noChangeAspect="1" noTextEdit="1"/>
          </p:cNvSpPr>
          <p:nvPr>
            <p:ph type="sldImg"/>
          </p:nvPr>
        </p:nvSpPr>
        <p:spPr>
          <a:ln/>
        </p:spPr>
      </p:sp>
      <p:sp>
        <p:nvSpPr>
          <p:cNvPr id="9011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011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C6150EDA-0EE2-4E32-B71D-F62B034CCE1B}" type="slidenum">
              <a:rPr lang="en-US" altLang="zh-CN" smtClean="0"/>
              <a:pPr eaLnBrk="1" hangingPunct="1"/>
              <a:t>15</a:t>
            </a:fld>
            <a:endParaRPr lang="en-US" altLang="zh-CN"/>
          </a:p>
        </p:txBody>
      </p:sp>
    </p:spTree>
    <p:extLst>
      <p:ext uri="{BB962C8B-B14F-4D97-AF65-F5344CB8AC3E}">
        <p14:creationId xmlns:p14="http://schemas.microsoft.com/office/powerpoint/2010/main" val="14572766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幻灯片图像占位符 1"/>
          <p:cNvSpPr>
            <a:spLocks noGrp="1" noRot="1" noChangeAspect="1" noTextEdit="1"/>
          </p:cNvSpPr>
          <p:nvPr>
            <p:ph type="sldImg"/>
          </p:nvPr>
        </p:nvSpPr>
        <p:spPr>
          <a:ln/>
        </p:spPr>
      </p:sp>
      <p:sp>
        <p:nvSpPr>
          <p:cNvPr id="9113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114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7307F6AD-2D9B-4FE0-BF17-91D00264676A}" type="slidenum">
              <a:rPr lang="en-US" altLang="zh-CN" smtClean="0"/>
              <a:pPr eaLnBrk="1" hangingPunct="1"/>
              <a:t>16</a:t>
            </a:fld>
            <a:endParaRPr lang="en-US" altLang="zh-CN"/>
          </a:p>
        </p:txBody>
      </p:sp>
    </p:spTree>
    <p:extLst>
      <p:ext uri="{BB962C8B-B14F-4D97-AF65-F5344CB8AC3E}">
        <p14:creationId xmlns:p14="http://schemas.microsoft.com/office/powerpoint/2010/main" val="22120866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幻灯片图像占位符 1"/>
          <p:cNvSpPr>
            <a:spLocks noGrp="1" noRot="1" noChangeAspect="1" noTextEdit="1"/>
          </p:cNvSpPr>
          <p:nvPr>
            <p:ph type="sldImg"/>
          </p:nvPr>
        </p:nvSpPr>
        <p:spPr>
          <a:ln/>
        </p:spPr>
      </p:sp>
      <p:sp>
        <p:nvSpPr>
          <p:cNvPr id="9216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216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9A5A0B0E-CB96-45BF-97C7-103F414B9655}" type="slidenum">
              <a:rPr lang="en-US" altLang="zh-CN" smtClean="0"/>
              <a:pPr eaLnBrk="1" hangingPunct="1"/>
              <a:t>17</a:t>
            </a:fld>
            <a:endParaRPr lang="en-US" altLang="zh-CN"/>
          </a:p>
        </p:txBody>
      </p:sp>
    </p:spTree>
    <p:extLst>
      <p:ext uri="{BB962C8B-B14F-4D97-AF65-F5344CB8AC3E}">
        <p14:creationId xmlns:p14="http://schemas.microsoft.com/office/powerpoint/2010/main" val="1534945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幻灯片图像占位符 1"/>
          <p:cNvSpPr>
            <a:spLocks noGrp="1" noRot="1" noChangeAspect="1" noTextEdit="1"/>
          </p:cNvSpPr>
          <p:nvPr>
            <p:ph type="sldImg"/>
          </p:nvPr>
        </p:nvSpPr>
        <p:spPr>
          <a:ln/>
        </p:spPr>
      </p:sp>
      <p:sp>
        <p:nvSpPr>
          <p:cNvPr id="9318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318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A9196F21-4F8A-4FAF-9810-04D6758D1DAE}" type="slidenum">
              <a:rPr lang="en-US" altLang="zh-CN" smtClean="0"/>
              <a:pPr eaLnBrk="1" hangingPunct="1"/>
              <a:t>18</a:t>
            </a:fld>
            <a:endParaRPr lang="en-US" altLang="zh-CN"/>
          </a:p>
        </p:txBody>
      </p:sp>
    </p:spTree>
    <p:extLst>
      <p:ext uri="{BB962C8B-B14F-4D97-AF65-F5344CB8AC3E}">
        <p14:creationId xmlns:p14="http://schemas.microsoft.com/office/powerpoint/2010/main" val="17129128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幻灯片图像占位符 1"/>
          <p:cNvSpPr>
            <a:spLocks noGrp="1" noRot="1" noChangeAspect="1" noTextEdit="1"/>
          </p:cNvSpPr>
          <p:nvPr>
            <p:ph type="sldImg"/>
          </p:nvPr>
        </p:nvSpPr>
        <p:spPr>
          <a:ln/>
        </p:spPr>
      </p:sp>
      <p:sp>
        <p:nvSpPr>
          <p:cNvPr id="9421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421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207580BD-415A-4C98-9A29-52BD48C6D340}" type="slidenum">
              <a:rPr lang="en-US" altLang="zh-CN" smtClean="0"/>
              <a:pPr eaLnBrk="1" hangingPunct="1"/>
              <a:t>19</a:t>
            </a:fld>
            <a:endParaRPr lang="en-US" altLang="zh-CN"/>
          </a:p>
        </p:txBody>
      </p:sp>
    </p:spTree>
    <p:extLst>
      <p:ext uri="{BB962C8B-B14F-4D97-AF65-F5344CB8AC3E}">
        <p14:creationId xmlns:p14="http://schemas.microsoft.com/office/powerpoint/2010/main" val="2079746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幻灯片图像占位符 1"/>
          <p:cNvSpPr>
            <a:spLocks noGrp="1" noRot="1" noChangeAspect="1" noTextEdit="1"/>
          </p:cNvSpPr>
          <p:nvPr>
            <p:ph type="sldImg"/>
          </p:nvPr>
        </p:nvSpPr>
        <p:spPr>
          <a:ln/>
        </p:spPr>
      </p:sp>
      <p:sp>
        <p:nvSpPr>
          <p:cNvPr id="9523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523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856C681-900C-4D03-9F8B-882685D9C19A}" type="slidenum">
              <a:rPr lang="en-US" altLang="zh-CN" smtClean="0"/>
              <a:pPr eaLnBrk="1" hangingPunct="1"/>
              <a:t>20</a:t>
            </a:fld>
            <a:endParaRPr lang="en-US" altLang="zh-CN"/>
          </a:p>
        </p:txBody>
      </p:sp>
    </p:spTree>
    <p:extLst>
      <p:ext uri="{BB962C8B-B14F-4D97-AF65-F5344CB8AC3E}">
        <p14:creationId xmlns:p14="http://schemas.microsoft.com/office/powerpoint/2010/main" val="3291134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幻灯片图像占位符 1"/>
          <p:cNvSpPr>
            <a:spLocks noGrp="1" noRot="1" noChangeAspect="1" noTextEdit="1"/>
          </p:cNvSpPr>
          <p:nvPr>
            <p:ph type="sldImg"/>
          </p:nvPr>
        </p:nvSpPr>
        <p:spPr>
          <a:ln/>
        </p:spPr>
      </p:sp>
      <p:sp>
        <p:nvSpPr>
          <p:cNvPr id="9625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626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E6F85E71-7840-442E-B808-148444E5E6D7}" type="slidenum">
              <a:rPr lang="en-US" altLang="zh-CN" smtClean="0"/>
              <a:pPr eaLnBrk="1" hangingPunct="1"/>
              <a:t>21</a:t>
            </a:fld>
            <a:endParaRPr lang="en-US" altLang="zh-CN"/>
          </a:p>
        </p:txBody>
      </p:sp>
    </p:spTree>
    <p:extLst>
      <p:ext uri="{BB962C8B-B14F-4D97-AF65-F5344CB8AC3E}">
        <p14:creationId xmlns:p14="http://schemas.microsoft.com/office/powerpoint/2010/main" val="33150018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幻灯片图像占位符 1"/>
          <p:cNvSpPr>
            <a:spLocks noGrp="1" noRot="1" noChangeAspect="1" noTextEdit="1"/>
          </p:cNvSpPr>
          <p:nvPr>
            <p:ph type="sldImg"/>
          </p:nvPr>
        </p:nvSpPr>
        <p:spPr>
          <a:ln/>
        </p:spPr>
      </p:sp>
      <p:sp>
        <p:nvSpPr>
          <p:cNvPr id="9728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728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D0645905-1AAB-4A23-A906-64A988E23FEE}" type="slidenum">
              <a:rPr lang="en-US" altLang="zh-CN" smtClean="0"/>
              <a:pPr eaLnBrk="1" hangingPunct="1"/>
              <a:t>22</a:t>
            </a:fld>
            <a:endParaRPr lang="en-US" altLang="zh-CN"/>
          </a:p>
        </p:txBody>
      </p:sp>
    </p:spTree>
    <p:extLst>
      <p:ext uri="{BB962C8B-B14F-4D97-AF65-F5344CB8AC3E}">
        <p14:creationId xmlns:p14="http://schemas.microsoft.com/office/powerpoint/2010/main" val="4551219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幻灯片图像占位符 1"/>
          <p:cNvSpPr>
            <a:spLocks noGrp="1" noRot="1" noChangeAspect="1" noTextEdit="1"/>
          </p:cNvSpPr>
          <p:nvPr>
            <p:ph type="sldImg"/>
          </p:nvPr>
        </p:nvSpPr>
        <p:spPr>
          <a:ln/>
        </p:spPr>
      </p:sp>
      <p:sp>
        <p:nvSpPr>
          <p:cNvPr id="9830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830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897808A3-6CC7-42F2-B7CB-B55B0E3F884E}" type="slidenum">
              <a:rPr lang="en-US" altLang="zh-CN" smtClean="0"/>
              <a:pPr eaLnBrk="1" hangingPunct="1"/>
              <a:t>23</a:t>
            </a:fld>
            <a:endParaRPr lang="en-US" altLang="zh-CN"/>
          </a:p>
        </p:txBody>
      </p:sp>
    </p:spTree>
    <p:extLst>
      <p:ext uri="{BB962C8B-B14F-4D97-AF65-F5344CB8AC3E}">
        <p14:creationId xmlns:p14="http://schemas.microsoft.com/office/powerpoint/2010/main" val="16044687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幻灯片图像占位符 1"/>
          <p:cNvSpPr>
            <a:spLocks noGrp="1" noRot="1" noChangeAspect="1" noTextEdit="1"/>
          </p:cNvSpPr>
          <p:nvPr>
            <p:ph type="sldImg"/>
          </p:nvPr>
        </p:nvSpPr>
        <p:spPr>
          <a:ln/>
        </p:spPr>
      </p:sp>
      <p:sp>
        <p:nvSpPr>
          <p:cNvPr id="9933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933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C625A3C3-5048-44F6-B92A-BB751BD410AD}" type="slidenum">
              <a:rPr lang="en-US" altLang="zh-CN" smtClean="0"/>
              <a:pPr eaLnBrk="1" hangingPunct="1"/>
              <a:t>24</a:t>
            </a:fld>
            <a:endParaRPr lang="en-US" altLang="zh-CN"/>
          </a:p>
        </p:txBody>
      </p:sp>
    </p:spTree>
    <p:extLst>
      <p:ext uri="{BB962C8B-B14F-4D97-AF65-F5344CB8AC3E}">
        <p14:creationId xmlns:p14="http://schemas.microsoft.com/office/powerpoint/2010/main" val="14906760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幻灯片图像占位符 1"/>
          <p:cNvSpPr>
            <a:spLocks noGrp="1" noRot="1" noChangeAspect="1" noTextEdit="1"/>
          </p:cNvSpPr>
          <p:nvPr>
            <p:ph type="sldImg"/>
          </p:nvPr>
        </p:nvSpPr>
        <p:spPr>
          <a:ln/>
        </p:spPr>
      </p:sp>
      <p:sp>
        <p:nvSpPr>
          <p:cNvPr id="10035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035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2FDD00E4-0962-4B7B-AE3B-B898F52C1FD0}" type="slidenum">
              <a:rPr lang="en-US" altLang="zh-CN" smtClean="0"/>
              <a:pPr eaLnBrk="1" hangingPunct="1"/>
              <a:t>25</a:t>
            </a:fld>
            <a:endParaRPr lang="en-US" altLang="zh-CN"/>
          </a:p>
        </p:txBody>
      </p:sp>
    </p:spTree>
    <p:extLst>
      <p:ext uri="{BB962C8B-B14F-4D97-AF65-F5344CB8AC3E}">
        <p14:creationId xmlns:p14="http://schemas.microsoft.com/office/powerpoint/2010/main" val="25683926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幻灯片图像占位符 1"/>
          <p:cNvSpPr>
            <a:spLocks noGrp="1" noRot="1" noChangeAspect="1" noTextEdit="1"/>
          </p:cNvSpPr>
          <p:nvPr>
            <p:ph type="sldImg"/>
          </p:nvPr>
        </p:nvSpPr>
        <p:spPr>
          <a:ln/>
        </p:spPr>
      </p:sp>
      <p:sp>
        <p:nvSpPr>
          <p:cNvPr id="10137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138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05F33D41-FDCA-4102-9822-BB37B0971B25}" type="slidenum">
              <a:rPr lang="en-US" altLang="zh-CN" smtClean="0"/>
              <a:pPr eaLnBrk="1" hangingPunct="1"/>
              <a:t>26</a:t>
            </a:fld>
            <a:endParaRPr lang="en-US" altLang="zh-CN"/>
          </a:p>
        </p:txBody>
      </p:sp>
    </p:spTree>
    <p:extLst>
      <p:ext uri="{BB962C8B-B14F-4D97-AF65-F5344CB8AC3E}">
        <p14:creationId xmlns:p14="http://schemas.microsoft.com/office/powerpoint/2010/main" val="41599260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幻灯片图像占位符 1"/>
          <p:cNvSpPr>
            <a:spLocks noGrp="1" noRot="1" noChangeAspect="1" noTextEdit="1"/>
          </p:cNvSpPr>
          <p:nvPr>
            <p:ph type="sldImg"/>
          </p:nvPr>
        </p:nvSpPr>
        <p:spPr>
          <a:ln/>
        </p:spPr>
      </p:sp>
      <p:sp>
        <p:nvSpPr>
          <p:cNvPr id="10240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240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69F8345E-1372-4F72-80EC-855D989FCC19}" type="slidenum">
              <a:rPr lang="en-US" altLang="zh-CN" smtClean="0"/>
              <a:pPr eaLnBrk="1" hangingPunct="1"/>
              <a:t>27</a:t>
            </a:fld>
            <a:endParaRPr lang="en-US" altLang="zh-CN"/>
          </a:p>
        </p:txBody>
      </p:sp>
    </p:spTree>
    <p:extLst>
      <p:ext uri="{BB962C8B-B14F-4D97-AF65-F5344CB8AC3E}">
        <p14:creationId xmlns:p14="http://schemas.microsoft.com/office/powerpoint/2010/main" val="65587491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幻灯片图像占位符 1"/>
          <p:cNvSpPr>
            <a:spLocks noGrp="1" noRot="1" noChangeAspect="1" noTextEdit="1"/>
          </p:cNvSpPr>
          <p:nvPr>
            <p:ph type="sldImg"/>
          </p:nvPr>
        </p:nvSpPr>
        <p:spPr>
          <a:ln/>
        </p:spPr>
      </p:sp>
      <p:sp>
        <p:nvSpPr>
          <p:cNvPr id="10342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42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E2924C38-32CE-4397-B312-B9728E6D8779}" type="slidenum">
              <a:rPr lang="en-US" altLang="zh-CN" smtClean="0"/>
              <a:pPr eaLnBrk="1" hangingPunct="1"/>
              <a:t>28</a:t>
            </a:fld>
            <a:endParaRPr lang="en-US" altLang="zh-CN"/>
          </a:p>
        </p:txBody>
      </p:sp>
    </p:spTree>
    <p:extLst>
      <p:ext uri="{BB962C8B-B14F-4D97-AF65-F5344CB8AC3E}">
        <p14:creationId xmlns:p14="http://schemas.microsoft.com/office/powerpoint/2010/main" val="27361337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幻灯片图像占位符 1"/>
          <p:cNvSpPr>
            <a:spLocks noGrp="1" noRot="1" noChangeAspect="1" noTextEdit="1"/>
          </p:cNvSpPr>
          <p:nvPr>
            <p:ph type="sldImg"/>
          </p:nvPr>
        </p:nvSpPr>
        <p:spPr>
          <a:ln/>
        </p:spPr>
      </p:sp>
      <p:sp>
        <p:nvSpPr>
          <p:cNvPr id="10445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445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2D61CCA-51FE-4C79-A193-5809BA529E0F}" type="slidenum">
              <a:rPr lang="en-US" altLang="zh-CN" smtClean="0"/>
              <a:pPr eaLnBrk="1" hangingPunct="1"/>
              <a:t>29</a:t>
            </a:fld>
            <a:endParaRPr lang="en-US" altLang="zh-CN"/>
          </a:p>
        </p:txBody>
      </p:sp>
    </p:spTree>
    <p:extLst>
      <p:ext uri="{BB962C8B-B14F-4D97-AF65-F5344CB8AC3E}">
        <p14:creationId xmlns:p14="http://schemas.microsoft.com/office/powerpoint/2010/main" val="360640886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幻灯片图像占位符 1"/>
          <p:cNvSpPr>
            <a:spLocks noGrp="1" noRot="1" noChangeAspect="1" noTextEdit="1"/>
          </p:cNvSpPr>
          <p:nvPr>
            <p:ph type="sldImg"/>
          </p:nvPr>
        </p:nvSpPr>
        <p:spPr>
          <a:ln/>
        </p:spPr>
      </p:sp>
      <p:sp>
        <p:nvSpPr>
          <p:cNvPr id="10547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547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FCAFBEC-4220-4A47-BC98-FD3C538E1D44}" type="slidenum">
              <a:rPr lang="en-US" altLang="zh-CN" smtClean="0"/>
              <a:pPr eaLnBrk="1" hangingPunct="1"/>
              <a:t>30</a:t>
            </a:fld>
            <a:endParaRPr lang="en-US" altLang="zh-CN"/>
          </a:p>
        </p:txBody>
      </p:sp>
    </p:spTree>
    <p:extLst>
      <p:ext uri="{BB962C8B-B14F-4D97-AF65-F5344CB8AC3E}">
        <p14:creationId xmlns:p14="http://schemas.microsoft.com/office/powerpoint/2010/main" val="24133936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幻灯片图像占位符 1"/>
          <p:cNvSpPr>
            <a:spLocks noGrp="1" noRot="1" noChangeAspect="1" noTextEdit="1"/>
          </p:cNvSpPr>
          <p:nvPr>
            <p:ph type="sldImg"/>
          </p:nvPr>
        </p:nvSpPr>
        <p:spPr>
          <a:ln/>
        </p:spPr>
      </p:sp>
      <p:sp>
        <p:nvSpPr>
          <p:cNvPr id="10649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650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45AD8351-33F7-428B-B37F-05DC50E3390C}" type="slidenum">
              <a:rPr lang="en-US" altLang="zh-CN" smtClean="0"/>
              <a:pPr eaLnBrk="1" hangingPunct="1"/>
              <a:t>31</a:t>
            </a:fld>
            <a:endParaRPr lang="en-US" altLang="zh-CN"/>
          </a:p>
        </p:txBody>
      </p:sp>
    </p:spTree>
    <p:extLst>
      <p:ext uri="{BB962C8B-B14F-4D97-AF65-F5344CB8AC3E}">
        <p14:creationId xmlns:p14="http://schemas.microsoft.com/office/powerpoint/2010/main" val="273224308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p:cNvSpPr>
            <a:spLocks noGrp="1" noRot="1" noChangeAspect="1" noTextEdit="1"/>
          </p:cNvSpPr>
          <p:nvPr>
            <p:ph type="sldImg"/>
          </p:nvPr>
        </p:nvSpPr>
        <p:spPr>
          <a:ln/>
        </p:spPr>
      </p:sp>
      <p:sp>
        <p:nvSpPr>
          <p:cNvPr id="10752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752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DEFEDF18-DEC9-4E84-8D3F-3FAA311FB7F9}" type="slidenum">
              <a:rPr lang="en-US" altLang="zh-CN" smtClean="0"/>
              <a:pPr eaLnBrk="1" hangingPunct="1"/>
              <a:t>32</a:t>
            </a:fld>
            <a:endParaRPr lang="en-US" altLang="zh-CN"/>
          </a:p>
        </p:txBody>
      </p:sp>
    </p:spTree>
    <p:extLst>
      <p:ext uri="{BB962C8B-B14F-4D97-AF65-F5344CB8AC3E}">
        <p14:creationId xmlns:p14="http://schemas.microsoft.com/office/powerpoint/2010/main" val="22327661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幻灯片图像占位符 1"/>
          <p:cNvSpPr>
            <a:spLocks noGrp="1" noRot="1" noChangeAspect="1" noTextEdit="1"/>
          </p:cNvSpPr>
          <p:nvPr>
            <p:ph type="sldImg"/>
          </p:nvPr>
        </p:nvSpPr>
        <p:spPr>
          <a:ln/>
        </p:spPr>
      </p:sp>
      <p:sp>
        <p:nvSpPr>
          <p:cNvPr id="10854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854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19E83CB8-CEDE-4047-B4F2-881172B0F267}" type="slidenum">
              <a:rPr lang="en-US" altLang="zh-CN" smtClean="0"/>
              <a:pPr eaLnBrk="1" hangingPunct="1"/>
              <a:t>33</a:t>
            </a:fld>
            <a:endParaRPr lang="en-US" altLang="zh-CN"/>
          </a:p>
        </p:txBody>
      </p:sp>
    </p:spTree>
    <p:extLst>
      <p:ext uri="{BB962C8B-B14F-4D97-AF65-F5344CB8AC3E}">
        <p14:creationId xmlns:p14="http://schemas.microsoft.com/office/powerpoint/2010/main" val="242581145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幻灯片图像占位符 1"/>
          <p:cNvSpPr>
            <a:spLocks noGrp="1" noRot="1" noChangeAspect="1" noTextEdit="1"/>
          </p:cNvSpPr>
          <p:nvPr>
            <p:ph type="sldImg"/>
          </p:nvPr>
        </p:nvSpPr>
        <p:spPr>
          <a:ln/>
        </p:spPr>
      </p:sp>
      <p:sp>
        <p:nvSpPr>
          <p:cNvPr id="10957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957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11536EA0-D90D-4425-BFBC-1B8F42602611}" type="slidenum">
              <a:rPr lang="en-US" altLang="zh-CN" smtClean="0"/>
              <a:pPr eaLnBrk="1" hangingPunct="1"/>
              <a:t>34</a:t>
            </a:fld>
            <a:endParaRPr lang="en-US" altLang="zh-CN"/>
          </a:p>
        </p:txBody>
      </p:sp>
    </p:spTree>
    <p:extLst>
      <p:ext uri="{BB962C8B-B14F-4D97-AF65-F5344CB8AC3E}">
        <p14:creationId xmlns:p14="http://schemas.microsoft.com/office/powerpoint/2010/main" val="289888272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幻灯片图像占位符 1"/>
          <p:cNvSpPr>
            <a:spLocks noGrp="1" noRot="1" noChangeAspect="1" noTextEdit="1"/>
          </p:cNvSpPr>
          <p:nvPr>
            <p:ph type="sldImg"/>
          </p:nvPr>
        </p:nvSpPr>
        <p:spPr>
          <a:ln/>
        </p:spPr>
      </p:sp>
      <p:sp>
        <p:nvSpPr>
          <p:cNvPr id="11059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059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0301FFE4-7D3F-45F6-8162-27A2FEB938FE}" type="slidenum">
              <a:rPr lang="en-US" altLang="zh-CN" smtClean="0"/>
              <a:pPr eaLnBrk="1" hangingPunct="1"/>
              <a:t>35</a:t>
            </a:fld>
            <a:endParaRPr lang="en-US" altLang="zh-CN"/>
          </a:p>
        </p:txBody>
      </p:sp>
    </p:spTree>
    <p:extLst>
      <p:ext uri="{BB962C8B-B14F-4D97-AF65-F5344CB8AC3E}">
        <p14:creationId xmlns:p14="http://schemas.microsoft.com/office/powerpoint/2010/main" val="16169736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幻灯片图像占位符 1"/>
          <p:cNvSpPr>
            <a:spLocks noGrp="1" noRot="1" noChangeAspect="1" noTextEdit="1"/>
          </p:cNvSpPr>
          <p:nvPr>
            <p:ph type="sldImg"/>
          </p:nvPr>
        </p:nvSpPr>
        <p:spPr>
          <a:ln/>
        </p:spPr>
      </p:sp>
      <p:sp>
        <p:nvSpPr>
          <p:cNvPr id="1116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16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61AB4A4D-2C8E-4F5D-8056-4D0E8C94A1B6}" type="slidenum">
              <a:rPr lang="en-US" altLang="zh-CN" smtClean="0"/>
              <a:pPr eaLnBrk="1" hangingPunct="1"/>
              <a:t>36</a:t>
            </a:fld>
            <a:endParaRPr lang="en-US" altLang="zh-CN"/>
          </a:p>
        </p:txBody>
      </p:sp>
    </p:spTree>
    <p:extLst>
      <p:ext uri="{BB962C8B-B14F-4D97-AF65-F5344CB8AC3E}">
        <p14:creationId xmlns:p14="http://schemas.microsoft.com/office/powerpoint/2010/main" val="86311452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幻灯片图像占位符 1"/>
          <p:cNvSpPr>
            <a:spLocks noGrp="1" noRot="1" noChangeAspect="1" noTextEdit="1"/>
          </p:cNvSpPr>
          <p:nvPr>
            <p:ph type="sldImg"/>
          </p:nvPr>
        </p:nvSpPr>
        <p:spPr>
          <a:ln/>
        </p:spPr>
      </p:sp>
      <p:sp>
        <p:nvSpPr>
          <p:cNvPr id="11264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264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63E850A-22AB-42D3-8B15-19F342C26EAF}" type="slidenum">
              <a:rPr lang="en-US" altLang="zh-CN" smtClean="0"/>
              <a:pPr eaLnBrk="1" hangingPunct="1"/>
              <a:t>37</a:t>
            </a:fld>
            <a:endParaRPr lang="en-US" altLang="zh-CN"/>
          </a:p>
        </p:txBody>
      </p:sp>
    </p:spTree>
    <p:extLst>
      <p:ext uri="{BB962C8B-B14F-4D97-AF65-F5344CB8AC3E}">
        <p14:creationId xmlns:p14="http://schemas.microsoft.com/office/powerpoint/2010/main" val="2092561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幻灯片图像占位符 1"/>
          <p:cNvSpPr>
            <a:spLocks noGrp="1" noRot="1" noChangeAspect="1" noTextEdit="1"/>
          </p:cNvSpPr>
          <p:nvPr>
            <p:ph type="sldImg"/>
          </p:nvPr>
        </p:nvSpPr>
        <p:spPr>
          <a:ln/>
        </p:spPr>
      </p:sp>
      <p:sp>
        <p:nvSpPr>
          <p:cNvPr id="11366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366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BCA4F31E-2A81-4B55-B2D0-FBADB2F03966}" type="slidenum">
              <a:rPr lang="en-US" altLang="zh-CN" smtClean="0"/>
              <a:pPr eaLnBrk="1" hangingPunct="1"/>
              <a:t>38</a:t>
            </a:fld>
            <a:endParaRPr lang="en-US" altLang="zh-CN"/>
          </a:p>
        </p:txBody>
      </p:sp>
    </p:spTree>
    <p:extLst>
      <p:ext uri="{BB962C8B-B14F-4D97-AF65-F5344CB8AC3E}">
        <p14:creationId xmlns:p14="http://schemas.microsoft.com/office/powerpoint/2010/main" val="245002117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幻灯片图像占位符 1"/>
          <p:cNvSpPr>
            <a:spLocks noGrp="1" noRot="1" noChangeAspect="1" noTextEdit="1"/>
          </p:cNvSpPr>
          <p:nvPr>
            <p:ph type="sldImg"/>
          </p:nvPr>
        </p:nvSpPr>
        <p:spPr>
          <a:ln/>
        </p:spPr>
      </p:sp>
      <p:sp>
        <p:nvSpPr>
          <p:cNvPr id="11469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469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0B5EB0EB-D2B8-43DC-A600-FD5A02A55BB2}" type="slidenum">
              <a:rPr lang="en-US" altLang="zh-CN" smtClean="0"/>
              <a:pPr eaLnBrk="1" hangingPunct="1"/>
              <a:t>39</a:t>
            </a:fld>
            <a:endParaRPr lang="en-US" altLang="zh-CN"/>
          </a:p>
        </p:txBody>
      </p:sp>
    </p:spTree>
    <p:extLst>
      <p:ext uri="{BB962C8B-B14F-4D97-AF65-F5344CB8AC3E}">
        <p14:creationId xmlns:p14="http://schemas.microsoft.com/office/powerpoint/2010/main" val="163458323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幻灯片图像占位符 1"/>
          <p:cNvSpPr>
            <a:spLocks noGrp="1" noRot="1" noChangeAspect="1" noTextEdit="1"/>
          </p:cNvSpPr>
          <p:nvPr>
            <p:ph type="sldImg"/>
          </p:nvPr>
        </p:nvSpPr>
        <p:spPr>
          <a:ln/>
        </p:spPr>
      </p:sp>
      <p:sp>
        <p:nvSpPr>
          <p:cNvPr id="11571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571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20A0E51-5253-4636-BC13-5561F21E9415}" type="slidenum">
              <a:rPr lang="en-US" altLang="zh-CN" smtClean="0"/>
              <a:pPr eaLnBrk="1" hangingPunct="1"/>
              <a:t>40</a:t>
            </a:fld>
            <a:endParaRPr lang="en-US" altLang="zh-CN"/>
          </a:p>
        </p:txBody>
      </p:sp>
    </p:spTree>
    <p:extLst>
      <p:ext uri="{BB962C8B-B14F-4D97-AF65-F5344CB8AC3E}">
        <p14:creationId xmlns:p14="http://schemas.microsoft.com/office/powerpoint/2010/main" val="132434527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幻灯片图像占位符 1"/>
          <p:cNvSpPr>
            <a:spLocks noGrp="1" noRot="1" noChangeAspect="1" noTextEdit="1"/>
          </p:cNvSpPr>
          <p:nvPr>
            <p:ph type="sldImg"/>
          </p:nvPr>
        </p:nvSpPr>
        <p:spPr>
          <a:ln/>
        </p:spPr>
      </p:sp>
      <p:sp>
        <p:nvSpPr>
          <p:cNvPr id="11673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674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72B42115-73EA-4356-A649-9E46425CD4F3}" type="slidenum">
              <a:rPr lang="en-US" altLang="zh-CN" smtClean="0"/>
              <a:pPr eaLnBrk="1" hangingPunct="1"/>
              <a:t>41</a:t>
            </a:fld>
            <a:endParaRPr lang="en-US" altLang="zh-CN"/>
          </a:p>
        </p:txBody>
      </p:sp>
    </p:spTree>
    <p:extLst>
      <p:ext uri="{BB962C8B-B14F-4D97-AF65-F5344CB8AC3E}">
        <p14:creationId xmlns:p14="http://schemas.microsoft.com/office/powerpoint/2010/main" val="228957048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幻灯片图像占位符 1"/>
          <p:cNvSpPr>
            <a:spLocks noGrp="1" noRot="1" noChangeAspect="1" noTextEdit="1"/>
          </p:cNvSpPr>
          <p:nvPr>
            <p:ph type="sldImg"/>
          </p:nvPr>
        </p:nvSpPr>
        <p:spPr>
          <a:ln/>
        </p:spPr>
      </p:sp>
      <p:sp>
        <p:nvSpPr>
          <p:cNvPr id="11776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76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0894B51E-128D-4F2B-A2B9-44B8C3194C34}" type="slidenum">
              <a:rPr lang="en-US" altLang="zh-CN" smtClean="0"/>
              <a:pPr eaLnBrk="1" hangingPunct="1"/>
              <a:t>42</a:t>
            </a:fld>
            <a:endParaRPr lang="en-US" altLang="zh-CN"/>
          </a:p>
        </p:txBody>
      </p:sp>
    </p:spTree>
    <p:extLst>
      <p:ext uri="{BB962C8B-B14F-4D97-AF65-F5344CB8AC3E}">
        <p14:creationId xmlns:p14="http://schemas.microsoft.com/office/powerpoint/2010/main" val="410372523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幻灯片图像占位符 1"/>
          <p:cNvSpPr>
            <a:spLocks noGrp="1" noRot="1" noChangeAspect="1" noTextEdit="1"/>
          </p:cNvSpPr>
          <p:nvPr>
            <p:ph type="sldImg"/>
          </p:nvPr>
        </p:nvSpPr>
        <p:spPr>
          <a:ln/>
        </p:spPr>
      </p:sp>
      <p:sp>
        <p:nvSpPr>
          <p:cNvPr id="11878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878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3D3BBFBB-C36D-4D62-BEC0-1B99DE948EEC}" type="slidenum">
              <a:rPr lang="en-US" altLang="zh-CN" smtClean="0"/>
              <a:pPr eaLnBrk="1" hangingPunct="1"/>
              <a:t>43</a:t>
            </a:fld>
            <a:endParaRPr lang="en-US" altLang="zh-CN"/>
          </a:p>
        </p:txBody>
      </p:sp>
    </p:spTree>
    <p:extLst>
      <p:ext uri="{BB962C8B-B14F-4D97-AF65-F5344CB8AC3E}">
        <p14:creationId xmlns:p14="http://schemas.microsoft.com/office/powerpoint/2010/main" val="18233937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p:cNvSpPr>
            <a:spLocks noGrp="1" noRot="1" noChangeAspect="1" noTextEdit="1"/>
          </p:cNvSpPr>
          <p:nvPr>
            <p:ph type="sldImg"/>
          </p:nvPr>
        </p:nvSpPr>
        <p:spPr>
          <a:ln/>
        </p:spPr>
      </p:sp>
      <p:sp>
        <p:nvSpPr>
          <p:cNvPr id="11981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981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41E3AFFE-B27E-4B61-8BCC-02F782DC5D90}" type="slidenum">
              <a:rPr lang="en-US" altLang="zh-CN" smtClean="0"/>
              <a:pPr eaLnBrk="1" hangingPunct="1"/>
              <a:t>44</a:t>
            </a:fld>
            <a:endParaRPr lang="en-US" altLang="zh-CN"/>
          </a:p>
        </p:txBody>
      </p:sp>
    </p:spTree>
    <p:extLst>
      <p:ext uri="{BB962C8B-B14F-4D97-AF65-F5344CB8AC3E}">
        <p14:creationId xmlns:p14="http://schemas.microsoft.com/office/powerpoint/2010/main" val="424521078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幻灯片图像占位符 1"/>
          <p:cNvSpPr>
            <a:spLocks noGrp="1" noRot="1" noChangeAspect="1" noTextEdit="1"/>
          </p:cNvSpPr>
          <p:nvPr>
            <p:ph type="sldImg"/>
          </p:nvPr>
        </p:nvSpPr>
        <p:spPr>
          <a:ln/>
        </p:spPr>
      </p:sp>
      <p:sp>
        <p:nvSpPr>
          <p:cNvPr id="12083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083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762FE8B5-278D-4274-A1C7-75E5FB7975E1}" type="slidenum">
              <a:rPr lang="en-US" altLang="zh-CN" smtClean="0"/>
              <a:pPr eaLnBrk="1" hangingPunct="1"/>
              <a:t>45</a:t>
            </a:fld>
            <a:endParaRPr lang="en-US" altLang="zh-CN"/>
          </a:p>
        </p:txBody>
      </p:sp>
    </p:spTree>
    <p:extLst>
      <p:ext uri="{BB962C8B-B14F-4D97-AF65-F5344CB8AC3E}">
        <p14:creationId xmlns:p14="http://schemas.microsoft.com/office/powerpoint/2010/main" val="41455010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幻灯片图像占位符 1"/>
          <p:cNvSpPr>
            <a:spLocks noGrp="1" noRot="1" noChangeAspect="1" noTextEdit="1"/>
          </p:cNvSpPr>
          <p:nvPr>
            <p:ph type="sldImg"/>
          </p:nvPr>
        </p:nvSpPr>
        <p:spPr>
          <a:ln/>
        </p:spPr>
      </p:sp>
      <p:sp>
        <p:nvSpPr>
          <p:cNvPr id="12185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186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70C8B4E-D699-40E5-B6BA-A48EF41267F6}" type="slidenum">
              <a:rPr lang="en-US" altLang="zh-CN" smtClean="0"/>
              <a:pPr eaLnBrk="1" hangingPunct="1"/>
              <a:t>46</a:t>
            </a:fld>
            <a:endParaRPr lang="en-US" altLang="zh-CN"/>
          </a:p>
        </p:txBody>
      </p:sp>
    </p:spTree>
    <p:extLst>
      <p:ext uri="{BB962C8B-B14F-4D97-AF65-F5344CB8AC3E}">
        <p14:creationId xmlns:p14="http://schemas.microsoft.com/office/powerpoint/2010/main" val="232959032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幻灯片图像占位符 1"/>
          <p:cNvSpPr>
            <a:spLocks noGrp="1" noRot="1" noChangeAspect="1" noTextEdit="1"/>
          </p:cNvSpPr>
          <p:nvPr>
            <p:ph type="sldImg"/>
          </p:nvPr>
        </p:nvSpPr>
        <p:spPr>
          <a:ln/>
        </p:spPr>
      </p:sp>
      <p:sp>
        <p:nvSpPr>
          <p:cNvPr id="12288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288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E9DE1267-FCE2-43AE-A9CA-65356004682F}" type="slidenum">
              <a:rPr lang="en-US" altLang="zh-CN" smtClean="0"/>
              <a:pPr eaLnBrk="1" hangingPunct="1"/>
              <a:t>47</a:t>
            </a:fld>
            <a:endParaRPr lang="en-US" altLang="zh-CN"/>
          </a:p>
        </p:txBody>
      </p:sp>
    </p:spTree>
    <p:extLst>
      <p:ext uri="{BB962C8B-B14F-4D97-AF65-F5344CB8AC3E}">
        <p14:creationId xmlns:p14="http://schemas.microsoft.com/office/powerpoint/2010/main" val="261224798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幻灯片图像占位符 1"/>
          <p:cNvSpPr>
            <a:spLocks noGrp="1" noRot="1" noChangeAspect="1" noTextEdit="1"/>
          </p:cNvSpPr>
          <p:nvPr>
            <p:ph type="sldImg"/>
          </p:nvPr>
        </p:nvSpPr>
        <p:spPr>
          <a:ln/>
        </p:spPr>
      </p:sp>
      <p:sp>
        <p:nvSpPr>
          <p:cNvPr id="12288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288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E9DE1267-FCE2-43AE-A9CA-65356004682F}" type="slidenum">
              <a:rPr lang="en-US" altLang="zh-CN" smtClean="0"/>
              <a:pPr eaLnBrk="1" hangingPunct="1"/>
              <a:t>48</a:t>
            </a:fld>
            <a:endParaRPr lang="en-US" altLang="zh-CN"/>
          </a:p>
        </p:txBody>
      </p:sp>
    </p:spTree>
    <p:extLst>
      <p:ext uri="{BB962C8B-B14F-4D97-AF65-F5344CB8AC3E}">
        <p14:creationId xmlns:p14="http://schemas.microsoft.com/office/powerpoint/2010/main" val="300596003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幻灯片图像占位符 1"/>
          <p:cNvSpPr>
            <a:spLocks noGrp="1" noRot="1" noChangeAspect="1" noTextEdit="1"/>
          </p:cNvSpPr>
          <p:nvPr>
            <p:ph type="sldImg"/>
          </p:nvPr>
        </p:nvSpPr>
        <p:spPr>
          <a:ln/>
        </p:spPr>
      </p:sp>
      <p:sp>
        <p:nvSpPr>
          <p:cNvPr id="12390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390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16BAACEC-7A7C-43E1-99A8-999A9851C585}" type="slidenum">
              <a:rPr lang="en-US" altLang="zh-CN" smtClean="0"/>
              <a:pPr eaLnBrk="1" hangingPunct="1"/>
              <a:t>49</a:t>
            </a:fld>
            <a:endParaRPr lang="en-US" altLang="zh-CN"/>
          </a:p>
        </p:txBody>
      </p:sp>
    </p:spTree>
    <p:extLst>
      <p:ext uri="{BB962C8B-B14F-4D97-AF65-F5344CB8AC3E}">
        <p14:creationId xmlns:p14="http://schemas.microsoft.com/office/powerpoint/2010/main" val="125496185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幻灯片图像占位符 1"/>
          <p:cNvSpPr>
            <a:spLocks noGrp="1" noRot="1" noChangeAspect="1" noTextEdit="1"/>
          </p:cNvSpPr>
          <p:nvPr>
            <p:ph type="sldImg"/>
          </p:nvPr>
        </p:nvSpPr>
        <p:spPr>
          <a:ln/>
        </p:spPr>
      </p:sp>
      <p:sp>
        <p:nvSpPr>
          <p:cNvPr id="12493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493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067F5982-89B3-4D44-9833-3C5E2A3C67B4}" type="slidenum">
              <a:rPr lang="en-US" altLang="zh-CN" smtClean="0"/>
              <a:pPr eaLnBrk="1" hangingPunct="1"/>
              <a:t>50</a:t>
            </a:fld>
            <a:endParaRPr lang="en-US" altLang="zh-CN"/>
          </a:p>
        </p:txBody>
      </p:sp>
    </p:spTree>
    <p:extLst>
      <p:ext uri="{BB962C8B-B14F-4D97-AF65-F5344CB8AC3E}">
        <p14:creationId xmlns:p14="http://schemas.microsoft.com/office/powerpoint/2010/main" val="371505134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幻灯片图像占位符 1"/>
          <p:cNvSpPr>
            <a:spLocks noGrp="1" noRot="1" noChangeAspect="1" noTextEdit="1"/>
          </p:cNvSpPr>
          <p:nvPr>
            <p:ph type="sldImg"/>
          </p:nvPr>
        </p:nvSpPr>
        <p:spPr>
          <a:ln/>
        </p:spPr>
      </p:sp>
      <p:sp>
        <p:nvSpPr>
          <p:cNvPr id="12595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595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BC4798DB-0F87-46F2-88A8-245C84D1DD48}" type="slidenum">
              <a:rPr lang="en-US" altLang="zh-CN" smtClean="0"/>
              <a:pPr eaLnBrk="1" hangingPunct="1"/>
              <a:t>51</a:t>
            </a:fld>
            <a:endParaRPr lang="en-US" altLang="zh-CN"/>
          </a:p>
        </p:txBody>
      </p:sp>
    </p:spTree>
    <p:extLst>
      <p:ext uri="{BB962C8B-B14F-4D97-AF65-F5344CB8AC3E}">
        <p14:creationId xmlns:p14="http://schemas.microsoft.com/office/powerpoint/2010/main" val="132452457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幻灯片图像占位符 1"/>
          <p:cNvSpPr>
            <a:spLocks noGrp="1" noRot="1" noChangeAspect="1" noTextEdit="1"/>
          </p:cNvSpPr>
          <p:nvPr>
            <p:ph type="sldImg"/>
          </p:nvPr>
        </p:nvSpPr>
        <p:spPr>
          <a:ln/>
        </p:spPr>
      </p:sp>
      <p:sp>
        <p:nvSpPr>
          <p:cNvPr id="12697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698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7284AF62-2713-42A4-987E-41F5CC7E8ED2}" type="slidenum">
              <a:rPr lang="en-US" altLang="zh-CN" smtClean="0"/>
              <a:pPr eaLnBrk="1" hangingPunct="1"/>
              <a:t>52</a:t>
            </a:fld>
            <a:endParaRPr lang="en-US" altLang="zh-CN"/>
          </a:p>
        </p:txBody>
      </p:sp>
    </p:spTree>
    <p:extLst>
      <p:ext uri="{BB962C8B-B14F-4D97-AF65-F5344CB8AC3E}">
        <p14:creationId xmlns:p14="http://schemas.microsoft.com/office/powerpoint/2010/main" val="48977625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幻灯片图像占位符 1"/>
          <p:cNvSpPr>
            <a:spLocks noGrp="1" noRot="1" noChangeAspect="1" noTextEdit="1"/>
          </p:cNvSpPr>
          <p:nvPr>
            <p:ph type="sldImg"/>
          </p:nvPr>
        </p:nvSpPr>
        <p:spPr>
          <a:ln/>
        </p:spPr>
      </p:sp>
      <p:sp>
        <p:nvSpPr>
          <p:cNvPr id="12800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800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4B8D4B5-7F6A-446C-81D0-8E95D0A6A278}" type="slidenum">
              <a:rPr lang="en-US" altLang="zh-CN" smtClean="0"/>
              <a:pPr eaLnBrk="1" hangingPunct="1"/>
              <a:t>53</a:t>
            </a:fld>
            <a:endParaRPr lang="en-US" altLang="zh-CN"/>
          </a:p>
        </p:txBody>
      </p:sp>
    </p:spTree>
    <p:extLst>
      <p:ext uri="{BB962C8B-B14F-4D97-AF65-F5344CB8AC3E}">
        <p14:creationId xmlns:p14="http://schemas.microsoft.com/office/powerpoint/2010/main" val="215473852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幻灯片图像占位符 1"/>
          <p:cNvSpPr>
            <a:spLocks noGrp="1" noRot="1" noChangeAspect="1" noTextEdit="1"/>
          </p:cNvSpPr>
          <p:nvPr>
            <p:ph type="sldImg"/>
          </p:nvPr>
        </p:nvSpPr>
        <p:spPr>
          <a:ln/>
        </p:spPr>
      </p:sp>
      <p:sp>
        <p:nvSpPr>
          <p:cNvPr id="12902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902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D4E33850-4641-48B7-B359-5F7AE144E306}" type="slidenum">
              <a:rPr lang="en-US" altLang="zh-CN" smtClean="0"/>
              <a:pPr eaLnBrk="1" hangingPunct="1"/>
              <a:t>54</a:t>
            </a:fld>
            <a:endParaRPr lang="en-US" altLang="zh-CN"/>
          </a:p>
        </p:txBody>
      </p:sp>
    </p:spTree>
    <p:extLst>
      <p:ext uri="{BB962C8B-B14F-4D97-AF65-F5344CB8AC3E}">
        <p14:creationId xmlns:p14="http://schemas.microsoft.com/office/powerpoint/2010/main" val="406611888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幻灯片图像占位符 1"/>
          <p:cNvSpPr>
            <a:spLocks noGrp="1" noRot="1" noChangeAspect="1" noTextEdit="1"/>
          </p:cNvSpPr>
          <p:nvPr>
            <p:ph type="sldImg"/>
          </p:nvPr>
        </p:nvSpPr>
        <p:spPr>
          <a:ln/>
        </p:spPr>
      </p:sp>
      <p:sp>
        <p:nvSpPr>
          <p:cNvPr id="13005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005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6852786B-520B-41B3-A8D8-2B336AA65FB9}" type="slidenum">
              <a:rPr lang="en-US" altLang="zh-CN" smtClean="0"/>
              <a:pPr eaLnBrk="1" hangingPunct="1"/>
              <a:t>55</a:t>
            </a:fld>
            <a:endParaRPr lang="en-US" altLang="zh-CN"/>
          </a:p>
        </p:txBody>
      </p:sp>
    </p:spTree>
    <p:extLst>
      <p:ext uri="{BB962C8B-B14F-4D97-AF65-F5344CB8AC3E}">
        <p14:creationId xmlns:p14="http://schemas.microsoft.com/office/powerpoint/2010/main" val="378484147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幻灯片图像占位符 1"/>
          <p:cNvSpPr>
            <a:spLocks noGrp="1" noRot="1" noChangeAspect="1" noTextEdit="1"/>
          </p:cNvSpPr>
          <p:nvPr>
            <p:ph type="sldImg"/>
          </p:nvPr>
        </p:nvSpPr>
        <p:spPr>
          <a:ln/>
        </p:spPr>
      </p:sp>
      <p:sp>
        <p:nvSpPr>
          <p:cNvPr id="13107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107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855157B-0B0A-476C-840D-45EA4FCD5372}" type="slidenum">
              <a:rPr lang="en-US" altLang="zh-CN" smtClean="0"/>
              <a:pPr eaLnBrk="1" hangingPunct="1"/>
              <a:t>56</a:t>
            </a:fld>
            <a:endParaRPr lang="en-US" altLang="zh-CN"/>
          </a:p>
        </p:txBody>
      </p:sp>
    </p:spTree>
    <p:extLst>
      <p:ext uri="{BB962C8B-B14F-4D97-AF65-F5344CB8AC3E}">
        <p14:creationId xmlns:p14="http://schemas.microsoft.com/office/powerpoint/2010/main" val="15021644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幻灯片图像占位符 1"/>
          <p:cNvSpPr>
            <a:spLocks noGrp="1" noRot="1" noChangeAspect="1" noTextEdit="1"/>
          </p:cNvSpPr>
          <p:nvPr>
            <p:ph type="sldImg"/>
          </p:nvPr>
        </p:nvSpPr>
        <p:spPr>
          <a:ln/>
        </p:spPr>
      </p:sp>
      <p:sp>
        <p:nvSpPr>
          <p:cNvPr id="13209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210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0E42F2DC-24A5-45E4-9BFC-73569C7AAEFD}" type="slidenum">
              <a:rPr lang="en-US" altLang="zh-CN" smtClean="0"/>
              <a:pPr eaLnBrk="1" hangingPunct="1"/>
              <a:t>57</a:t>
            </a:fld>
            <a:endParaRPr lang="en-US" altLang="zh-CN"/>
          </a:p>
        </p:txBody>
      </p:sp>
    </p:spTree>
    <p:extLst>
      <p:ext uri="{BB962C8B-B14F-4D97-AF65-F5344CB8AC3E}">
        <p14:creationId xmlns:p14="http://schemas.microsoft.com/office/powerpoint/2010/main" val="252296481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幻灯片图像占位符 1"/>
          <p:cNvSpPr>
            <a:spLocks noGrp="1" noRot="1" noChangeAspect="1" noTextEdit="1"/>
          </p:cNvSpPr>
          <p:nvPr>
            <p:ph type="sldImg"/>
          </p:nvPr>
        </p:nvSpPr>
        <p:spPr>
          <a:ln/>
        </p:spPr>
      </p:sp>
      <p:sp>
        <p:nvSpPr>
          <p:cNvPr id="13312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312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DAD56C75-9F50-4605-8DE0-16F69ECEA454}" type="slidenum">
              <a:rPr lang="en-US" altLang="zh-CN" smtClean="0"/>
              <a:pPr eaLnBrk="1" hangingPunct="1"/>
              <a:t>58</a:t>
            </a:fld>
            <a:endParaRPr lang="en-US" altLang="zh-CN"/>
          </a:p>
        </p:txBody>
      </p:sp>
    </p:spTree>
    <p:extLst>
      <p:ext uri="{BB962C8B-B14F-4D97-AF65-F5344CB8AC3E}">
        <p14:creationId xmlns:p14="http://schemas.microsoft.com/office/powerpoint/2010/main" val="174489706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幻灯片图像占位符 1"/>
          <p:cNvSpPr>
            <a:spLocks noGrp="1" noRot="1" noChangeAspect="1" noTextEdit="1"/>
          </p:cNvSpPr>
          <p:nvPr>
            <p:ph type="sldImg"/>
          </p:nvPr>
        </p:nvSpPr>
        <p:spPr>
          <a:ln/>
        </p:spPr>
      </p:sp>
      <p:sp>
        <p:nvSpPr>
          <p:cNvPr id="13414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414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81511F9B-4EDB-4BD0-943B-41F4C02D0347}" type="slidenum">
              <a:rPr lang="en-US" altLang="zh-CN" smtClean="0"/>
              <a:pPr eaLnBrk="1" hangingPunct="1"/>
              <a:t>59</a:t>
            </a:fld>
            <a:endParaRPr lang="en-US" altLang="zh-CN"/>
          </a:p>
        </p:txBody>
      </p:sp>
    </p:spTree>
    <p:extLst>
      <p:ext uri="{BB962C8B-B14F-4D97-AF65-F5344CB8AC3E}">
        <p14:creationId xmlns:p14="http://schemas.microsoft.com/office/powerpoint/2010/main" val="107165378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幻灯片图像占位符 1"/>
          <p:cNvSpPr>
            <a:spLocks noGrp="1" noRot="1" noChangeAspect="1" noTextEdit="1"/>
          </p:cNvSpPr>
          <p:nvPr>
            <p:ph type="sldImg"/>
          </p:nvPr>
        </p:nvSpPr>
        <p:spPr>
          <a:ln/>
        </p:spPr>
      </p:sp>
      <p:sp>
        <p:nvSpPr>
          <p:cNvPr id="13414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414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81511F9B-4EDB-4BD0-943B-41F4C02D0347}" type="slidenum">
              <a:rPr lang="en-US" altLang="zh-CN" smtClean="0"/>
              <a:pPr eaLnBrk="1" hangingPunct="1"/>
              <a:t>60</a:t>
            </a:fld>
            <a:endParaRPr lang="en-US" altLang="zh-CN"/>
          </a:p>
        </p:txBody>
      </p:sp>
    </p:spTree>
    <p:extLst>
      <p:ext uri="{BB962C8B-B14F-4D97-AF65-F5344CB8AC3E}">
        <p14:creationId xmlns:p14="http://schemas.microsoft.com/office/powerpoint/2010/main" val="12620402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幻灯片图像占位符 1"/>
          <p:cNvSpPr>
            <a:spLocks noGrp="1" noRot="1" noChangeAspect="1" noTextEdit="1"/>
          </p:cNvSpPr>
          <p:nvPr>
            <p:ph type="sldImg"/>
          </p:nvPr>
        </p:nvSpPr>
        <p:spPr>
          <a:ln/>
        </p:spPr>
      </p:sp>
      <p:sp>
        <p:nvSpPr>
          <p:cNvPr id="13414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414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81511F9B-4EDB-4BD0-943B-41F4C02D0347}" type="slidenum">
              <a:rPr lang="en-US" altLang="zh-CN" smtClean="0"/>
              <a:pPr eaLnBrk="1" hangingPunct="1"/>
              <a:t>61</a:t>
            </a:fld>
            <a:endParaRPr lang="en-US" altLang="zh-CN"/>
          </a:p>
        </p:txBody>
      </p:sp>
    </p:spTree>
    <p:extLst>
      <p:ext uri="{BB962C8B-B14F-4D97-AF65-F5344CB8AC3E}">
        <p14:creationId xmlns:p14="http://schemas.microsoft.com/office/powerpoint/2010/main" val="54291988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幻灯片图像占位符 1"/>
          <p:cNvSpPr>
            <a:spLocks noGrp="1" noRot="1" noChangeAspect="1" noTextEdit="1"/>
          </p:cNvSpPr>
          <p:nvPr>
            <p:ph type="sldImg"/>
          </p:nvPr>
        </p:nvSpPr>
        <p:spPr>
          <a:ln/>
        </p:spPr>
      </p:sp>
      <p:sp>
        <p:nvSpPr>
          <p:cNvPr id="13517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517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68EA24A-F408-4221-8E89-BD919387BACB}" type="slidenum">
              <a:rPr lang="en-US" altLang="zh-CN" smtClean="0"/>
              <a:pPr eaLnBrk="1" hangingPunct="1"/>
              <a:t>62</a:t>
            </a:fld>
            <a:endParaRPr lang="en-US" altLang="zh-CN"/>
          </a:p>
        </p:txBody>
      </p:sp>
    </p:spTree>
    <p:extLst>
      <p:ext uri="{BB962C8B-B14F-4D97-AF65-F5344CB8AC3E}">
        <p14:creationId xmlns:p14="http://schemas.microsoft.com/office/powerpoint/2010/main" val="281678403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幻灯片图像占位符 1"/>
          <p:cNvSpPr>
            <a:spLocks noGrp="1" noRot="1" noChangeAspect="1" noTextEdit="1"/>
          </p:cNvSpPr>
          <p:nvPr>
            <p:ph type="sldImg"/>
          </p:nvPr>
        </p:nvSpPr>
        <p:spPr>
          <a:ln/>
        </p:spPr>
      </p:sp>
      <p:sp>
        <p:nvSpPr>
          <p:cNvPr id="13517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517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68EA24A-F408-4221-8E89-BD919387BACB}" type="slidenum">
              <a:rPr lang="en-US" altLang="zh-CN" smtClean="0"/>
              <a:pPr eaLnBrk="1" hangingPunct="1"/>
              <a:t>63</a:t>
            </a:fld>
            <a:endParaRPr lang="en-US" altLang="zh-CN"/>
          </a:p>
        </p:txBody>
      </p:sp>
    </p:spTree>
    <p:extLst>
      <p:ext uri="{BB962C8B-B14F-4D97-AF65-F5344CB8AC3E}">
        <p14:creationId xmlns:p14="http://schemas.microsoft.com/office/powerpoint/2010/main" val="371136905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幻灯片图像占位符 1"/>
          <p:cNvSpPr>
            <a:spLocks noGrp="1" noRot="1" noChangeAspect="1" noTextEdit="1"/>
          </p:cNvSpPr>
          <p:nvPr>
            <p:ph type="sldImg"/>
          </p:nvPr>
        </p:nvSpPr>
        <p:spPr>
          <a:ln/>
        </p:spPr>
      </p:sp>
      <p:sp>
        <p:nvSpPr>
          <p:cNvPr id="13619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619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0F71F80D-5AB8-4A2D-BB82-014A80604DE2}" type="slidenum">
              <a:rPr lang="en-US" altLang="zh-CN" smtClean="0"/>
              <a:pPr eaLnBrk="1" hangingPunct="1"/>
              <a:t>64</a:t>
            </a:fld>
            <a:endParaRPr lang="en-US" altLang="zh-CN"/>
          </a:p>
        </p:txBody>
      </p:sp>
    </p:spTree>
    <p:extLst>
      <p:ext uri="{BB962C8B-B14F-4D97-AF65-F5344CB8AC3E}">
        <p14:creationId xmlns:p14="http://schemas.microsoft.com/office/powerpoint/2010/main" val="30130342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幻灯片图像占位符 1"/>
          <p:cNvSpPr>
            <a:spLocks noGrp="1" noRot="1" noChangeAspect="1" noTextEdit="1"/>
          </p:cNvSpPr>
          <p:nvPr>
            <p:ph type="sldImg"/>
          </p:nvPr>
        </p:nvSpPr>
        <p:spPr>
          <a:ln/>
        </p:spPr>
      </p:sp>
      <p:sp>
        <p:nvSpPr>
          <p:cNvPr id="1372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72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4426EFEC-E453-4782-9A56-9C252A862C31}" type="slidenum">
              <a:rPr lang="en-US" altLang="zh-CN" smtClean="0"/>
              <a:pPr eaLnBrk="1" hangingPunct="1"/>
              <a:t>65</a:t>
            </a:fld>
            <a:endParaRPr lang="en-US" altLang="zh-CN"/>
          </a:p>
        </p:txBody>
      </p:sp>
    </p:spTree>
    <p:extLst>
      <p:ext uri="{BB962C8B-B14F-4D97-AF65-F5344CB8AC3E}">
        <p14:creationId xmlns:p14="http://schemas.microsoft.com/office/powerpoint/2010/main" val="212244975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幻灯片图像占位符 1"/>
          <p:cNvSpPr>
            <a:spLocks noGrp="1" noRot="1" noChangeAspect="1" noTextEdit="1"/>
          </p:cNvSpPr>
          <p:nvPr>
            <p:ph type="sldImg"/>
          </p:nvPr>
        </p:nvSpPr>
        <p:spPr>
          <a:ln/>
        </p:spPr>
      </p:sp>
      <p:sp>
        <p:nvSpPr>
          <p:cNvPr id="13824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824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01C97F0B-2376-4BEE-81C1-01C0650B22D0}" type="slidenum">
              <a:rPr lang="en-US" altLang="zh-CN" smtClean="0"/>
              <a:pPr eaLnBrk="1" hangingPunct="1"/>
              <a:t>66</a:t>
            </a:fld>
            <a:endParaRPr lang="en-US" altLang="zh-CN"/>
          </a:p>
        </p:txBody>
      </p:sp>
    </p:spTree>
    <p:extLst>
      <p:ext uri="{BB962C8B-B14F-4D97-AF65-F5344CB8AC3E}">
        <p14:creationId xmlns:p14="http://schemas.microsoft.com/office/powerpoint/2010/main" val="369573560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幻灯片图像占位符 1"/>
          <p:cNvSpPr>
            <a:spLocks noGrp="1" noRot="1" noChangeAspect="1" noTextEdit="1"/>
          </p:cNvSpPr>
          <p:nvPr>
            <p:ph type="sldImg"/>
          </p:nvPr>
        </p:nvSpPr>
        <p:spPr>
          <a:ln/>
        </p:spPr>
      </p:sp>
      <p:sp>
        <p:nvSpPr>
          <p:cNvPr id="13926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926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727E492C-A572-4CA7-B409-C0A177507F59}" type="slidenum">
              <a:rPr lang="en-US" altLang="zh-CN" smtClean="0"/>
              <a:pPr eaLnBrk="1" hangingPunct="1"/>
              <a:t>67</a:t>
            </a:fld>
            <a:endParaRPr lang="en-US" altLang="zh-CN"/>
          </a:p>
        </p:txBody>
      </p:sp>
    </p:spTree>
    <p:extLst>
      <p:ext uri="{BB962C8B-B14F-4D97-AF65-F5344CB8AC3E}">
        <p14:creationId xmlns:p14="http://schemas.microsoft.com/office/powerpoint/2010/main" val="81348130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幻灯片图像占位符 1"/>
          <p:cNvSpPr>
            <a:spLocks noGrp="1" noRot="1" noChangeAspect="1" noTextEdit="1"/>
          </p:cNvSpPr>
          <p:nvPr>
            <p:ph type="sldImg"/>
          </p:nvPr>
        </p:nvSpPr>
        <p:spPr>
          <a:ln/>
        </p:spPr>
      </p:sp>
      <p:sp>
        <p:nvSpPr>
          <p:cNvPr id="14029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029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73DC001-9877-4F0A-9E55-DE48D3ACA8BF}" type="slidenum">
              <a:rPr lang="en-US" altLang="zh-CN" smtClean="0"/>
              <a:pPr eaLnBrk="1" hangingPunct="1"/>
              <a:t>68</a:t>
            </a:fld>
            <a:endParaRPr lang="en-US" altLang="zh-CN"/>
          </a:p>
        </p:txBody>
      </p:sp>
    </p:spTree>
    <p:extLst>
      <p:ext uri="{BB962C8B-B14F-4D97-AF65-F5344CB8AC3E}">
        <p14:creationId xmlns:p14="http://schemas.microsoft.com/office/powerpoint/2010/main" val="327489514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幻灯片图像占位符 1"/>
          <p:cNvSpPr>
            <a:spLocks noGrp="1" noRot="1" noChangeAspect="1" noTextEdit="1"/>
          </p:cNvSpPr>
          <p:nvPr>
            <p:ph type="sldImg"/>
          </p:nvPr>
        </p:nvSpPr>
        <p:spPr>
          <a:ln/>
        </p:spPr>
      </p:sp>
      <p:sp>
        <p:nvSpPr>
          <p:cNvPr id="14131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131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D9C0744C-8D6F-4569-B28E-E53ACF01214D}" type="slidenum">
              <a:rPr lang="en-US" altLang="zh-CN" smtClean="0"/>
              <a:pPr eaLnBrk="1" hangingPunct="1"/>
              <a:t>69</a:t>
            </a:fld>
            <a:endParaRPr lang="en-US" altLang="zh-CN"/>
          </a:p>
        </p:txBody>
      </p:sp>
    </p:spTree>
    <p:extLst>
      <p:ext uri="{BB962C8B-B14F-4D97-AF65-F5344CB8AC3E}">
        <p14:creationId xmlns:p14="http://schemas.microsoft.com/office/powerpoint/2010/main" val="289201578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幻灯片图像占位符 1"/>
          <p:cNvSpPr>
            <a:spLocks noGrp="1" noRot="1" noChangeAspect="1" noTextEdit="1"/>
          </p:cNvSpPr>
          <p:nvPr>
            <p:ph type="sldImg"/>
          </p:nvPr>
        </p:nvSpPr>
        <p:spPr>
          <a:ln/>
        </p:spPr>
      </p:sp>
      <p:sp>
        <p:nvSpPr>
          <p:cNvPr id="14233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234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2D9022D-1116-45DE-8B0F-512766111906}" type="slidenum">
              <a:rPr lang="en-US" altLang="zh-CN" smtClean="0"/>
              <a:pPr eaLnBrk="1" hangingPunct="1"/>
              <a:t>70</a:t>
            </a:fld>
            <a:endParaRPr lang="en-US" altLang="zh-CN"/>
          </a:p>
        </p:txBody>
      </p:sp>
    </p:spTree>
    <p:extLst>
      <p:ext uri="{BB962C8B-B14F-4D97-AF65-F5344CB8AC3E}">
        <p14:creationId xmlns:p14="http://schemas.microsoft.com/office/powerpoint/2010/main" val="119469604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幻灯片图像占位符 1"/>
          <p:cNvSpPr>
            <a:spLocks noGrp="1" noRot="1" noChangeAspect="1" noTextEdit="1"/>
          </p:cNvSpPr>
          <p:nvPr>
            <p:ph type="sldImg"/>
          </p:nvPr>
        </p:nvSpPr>
        <p:spPr>
          <a:ln/>
        </p:spPr>
      </p:sp>
      <p:sp>
        <p:nvSpPr>
          <p:cNvPr id="14336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336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FB58BF7-B95F-470B-B241-6F262C2968F8}" type="slidenum">
              <a:rPr lang="en-US" altLang="zh-CN" smtClean="0"/>
              <a:pPr eaLnBrk="1" hangingPunct="1"/>
              <a:t>71</a:t>
            </a:fld>
            <a:endParaRPr lang="en-US" altLang="zh-CN"/>
          </a:p>
        </p:txBody>
      </p:sp>
    </p:spTree>
    <p:extLst>
      <p:ext uri="{BB962C8B-B14F-4D97-AF65-F5344CB8AC3E}">
        <p14:creationId xmlns:p14="http://schemas.microsoft.com/office/powerpoint/2010/main" val="10913324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幻灯片图像占位符 1"/>
          <p:cNvSpPr>
            <a:spLocks noGrp="1" noRot="1" noChangeAspect="1" noTextEdit="1"/>
          </p:cNvSpPr>
          <p:nvPr>
            <p:ph type="sldImg"/>
          </p:nvPr>
        </p:nvSpPr>
        <p:spPr>
          <a:ln/>
        </p:spPr>
      </p:sp>
      <p:sp>
        <p:nvSpPr>
          <p:cNvPr id="14541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541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031D4565-BDDF-4656-98A7-AE8825162F62}" type="slidenum">
              <a:rPr lang="en-US" altLang="zh-CN" smtClean="0"/>
              <a:pPr eaLnBrk="1" hangingPunct="1"/>
              <a:t>73</a:t>
            </a:fld>
            <a:endParaRPr lang="en-US" altLang="zh-CN"/>
          </a:p>
        </p:txBody>
      </p:sp>
    </p:spTree>
    <p:extLst>
      <p:ext uri="{BB962C8B-B14F-4D97-AF65-F5344CB8AC3E}">
        <p14:creationId xmlns:p14="http://schemas.microsoft.com/office/powerpoint/2010/main" val="193814718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幻灯片图像占位符 1"/>
          <p:cNvSpPr>
            <a:spLocks noGrp="1" noRot="1" noChangeAspect="1" noTextEdit="1"/>
          </p:cNvSpPr>
          <p:nvPr>
            <p:ph type="sldImg"/>
          </p:nvPr>
        </p:nvSpPr>
        <p:spPr>
          <a:ln/>
        </p:spPr>
      </p:sp>
      <p:sp>
        <p:nvSpPr>
          <p:cNvPr id="14643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643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8E29A7F-982E-4673-B4DB-8C8EBD913AD2}" type="slidenum">
              <a:rPr lang="en-US" altLang="zh-CN" smtClean="0"/>
              <a:pPr eaLnBrk="1" hangingPunct="1"/>
              <a:t>74</a:t>
            </a:fld>
            <a:endParaRPr lang="en-US" altLang="zh-CN"/>
          </a:p>
        </p:txBody>
      </p:sp>
    </p:spTree>
    <p:extLst>
      <p:ext uri="{BB962C8B-B14F-4D97-AF65-F5344CB8AC3E}">
        <p14:creationId xmlns:p14="http://schemas.microsoft.com/office/powerpoint/2010/main" val="245525489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幻灯片图像占位符 1"/>
          <p:cNvSpPr>
            <a:spLocks noGrp="1" noRot="1" noChangeAspect="1" noTextEdit="1"/>
          </p:cNvSpPr>
          <p:nvPr>
            <p:ph type="sldImg"/>
          </p:nvPr>
        </p:nvSpPr>
        <p:spPr>
          <a:ln/>
        </p:spPr>
      </p:sp>
      <p:sp>
        <p:nvSpPr>
          <p:cNvPr id="14848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848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99056529-906F-45D0-8FC9-17091482097E}" type="slidenum">
              <a:rPr lang="en-US" altLang="zh-CN" smtClean="0"/>
              <a:pPr eaLnBrk="1" hangingPunct="1"/>
              <a:t>76</a:t>
            </a:fld>
            <a:endParaRPr lang="en-US" altLang="zh-CN"/>
          </a:p>
        </p:txBody>
      </p:sp>
    </p:spTree>
    <p:extLst>
      <p:ext uri="{BB962C8B-B14F-4D97-AF65-F5344CB8AC3E}">
        <p14:creationId xmlns:p14="http://schemas.microsoft.com/office/powerpoint/2010/main" val="80779743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8" name="Picture 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3" y="-2853"/>
            <a:ext cx="9144000" cy="5373688"/>
          </a:xfrm>
          <a:prstGeom prst="rect">
            <a:avLst/>
          </a:prstGeom>
          <a:noFill/>
          <a:extLst>
            <a:ext uri="{909E8E84-426E-40DD-AFC4-6F175D3DCCD1}">
              <a14:hiddenFill xmlns:a14="http://schemas.microsoft.com/office/drawing/2010/main">
                <a:solidFill>
                  <a:srgbClr val="FFFFFF"/>
                </a:solidFill>
              </a14:hiddenFill>
            </a:ext>
          </a:extLst>
        </p:spPr>
      </p:pic>
      <p:sp>
        <p:nvSpPr>
          <p:cNvPr id="3075" name="Rectangle 3"/>
          <p:cNvSpPr>
            <a:spLocks noGrp="1" noChangeArrowheads="1"/>
          </p:cNvSpPr>
          <p:nvPr>
            <p:ph type="subTitle" idx="1"/>
          </p:nvPr>
        </p:nvSpPr>
        <p:spPr bwMode="gray">
          <a:xfrm>
            <a:off x="1403648" y="5589240"/>
            <a:ext cx="6553200" cy="1268760"/>
          </a:xfrm>
        </p:spPr>
        <p:txBody>
          <a:bodyPr/>
          <a:lstStyle>
            <a:lvl1pPr marL="0" indent="0" algn="ctr">
              <a:buFont typeface="Wingdings" pitchFamily="2" charset="2"/>
              <a:buNone/>
              <a:defRPr sz="2400" b="1">
                <a:solidFill>
                  <a:schemeClr val="tx2"/>
                </a:solidFill>
                <a:latin typeface="Verdana" pitchFamily="34" charset="0"/>
              </a:defRPr>
            </a:lvl1pPr>
          </a:lstStyle>
          <a:p>
            <a:pPr lvl="0"/>
            <a:r>
              <a:rPr lang="zh-CN" altLang="en-US" noProof="0"/>
              <a:t>单击此处编辑母版副标题样式</a:t>
            </a:r>
            <a:endParaRPr lang="en-US" altLang="zh-CN" noProof="0" dirty="0"/>
          </a:p>
        </p:txBody>
      </p:sp>
      <p:sp>
        <p:nvSpPr>
          <p:cNvPr id="3093" name="Rectangle 21"/>
          <p:cNvSpPr>
            <a:spLocks noGrp="1" noChangeArrowheads="1"/>
          </p:cNvSpPr>
          <p:nvPr>
            <p:ph type="ctrTitle" sz="quarter"/>
          </p:nvPr>
        </p:nvSpPr>
        <p:spPr bwMode="gray">
          <a:xfrm>
            <a:off x="0" y="4077072"/>
            <a:ext cx="9144000" cy="1224137"/>
          </a:xfrm>
          <a:gradFill>
            <a:gsLst>
              <a:gs pos="0">
                <a:srgbClr val="00607A"/>
              </a:gs>
              <a:gs pos="100000">
                <a:srgbClr val="00607A"/>
              </a:gs>
            </a:gsLst>
            <a:lin ang="0" scaled="1"/>
          </a:gradFill>
          <a:effectLst/>
        </p:spPr>
        <p:txBody>
          <a:bodyPr/>
          <a:lstStyle>
            <a:lvl1pPr>
              <a:defRPr sz="4000"/>
            </a:lvl1pPr>
          </a:lstStyle>
          <a:p>
            <a:pPr lvl="0"/>
            <a:r>
              <a:rPr lang="zh-CN" altLang="en-US" noProof="0"/>
              <a:t>单击此处编辑母版标题样式</a:t>
            </a:r>
            <a:endParaRPr lang="en-US" altLang="ko-KR" noProof="0" dirty="0"/>
          </a:p>
        </p:txBody>
      </p:sp>
      <p:sp>
        <p:nvSpPr>
          <p:cNvPr id="7" name="Text Box 16"/>
          <p:cNvSpPr txBox="1">
            <a:spLocks noChangeArrowheads="1"/>
          </p:cNvSpPr>
          <p:nvPr/>
        </p:nvSpPr>
        <p:spPr bwMode="gray">
          <a:xfrm>
            <a:off x="0" y="5301209"/>
            <a:ext cx="9144000" cy="144000"/>
          </a:xfrm>
          <a:prstGeom prst="rect">
            <a:avLst/>
          </a:prstGeom>
          <a:solidFill>
            <a:srgbClr val="A9C6CC"/>
          </a:solidFill>
          <a:ln>
            <a:noFill/>
          </a:ln>
          <a:effectLst/>
        </p:spPr>
        <p:txBody>
          <a:bodyPr>
            <a:spAutoFit/>
          </a:bodyPr>
          <a:lstStyle/>
          <a:p>
            <a:pPr>
              <a:spcBef>
                <a:spcPct val="50000"/>
              </a:spcBef>
            </a:pPr>
            <a:endParaRPr lang="zh-CN" altLang="zh-CN" sz="1000" b="1">
              <a:solidFill>
                <a:schemeClr val="bg1"/>
              </a:solidFill>
              <a:latin typeface="Verdana" pitchFamily="34" charset="0"/>
            </a:endParaRPr>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0507" y="188640"/>
            <a:ext cx="3163002" cy="722219"/>
          </a:xfrm>
          <a:prstGeom prst="rect">
            <a:avLst/>
          </a:prstGeom>
          <a:effectLst>
            <a:outerShdw blurRad="50800" dist="38100" dir="2700000" algn="tl" rotWithShape="0">
              <a:prstClr val="black">
                <a:alpha val="40000"/>
              </a:prstClr>
            </a:outerShdw>
          </a:effectLst>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nchor="ctr"/>
          <a:lstStyle>
            <a:lvl1pPr>
              <a:defRPr>
                <a:solidFill>
                  <a:srgbClr val="00708E"/>
                </a:solidFill>
              </a:defRPr>
            </a:lvl1pPr>
            <a:lvl2pPr>
              <a:buClr>
                <a:srgbClr val="00607A"/>
              </a:buClr>
              <a:defRPr>
                <a:solidFill>
                  <a:srgbClr val="00708E"/>
                </a:solidFill>
                <a:latin typeface="+mn-ea"/>
                <a:ea typeface="+mn-ea"/>
              </a:defRPr>
            </a:lvl2pPr>
            <a:lvl3pPr>
              <a:buClr>
                <a:srgbClr val="00607A"/>
              </a:buClr>
              <a:defRPr>
                <a:solidFill>
                  <a:srgbClr val="00708E"/>
                </a:solidFill>
                <a:latin typeface="+mn-ea"/>
                <a:ea typeface="+mn-ea"/>
              </a:defRPr>
            </a:lvl3pPr>
            <a:lvl4pPr>
              <a:defRPr>
                <a:solidFill>
                  <a:srgbClr val="00708E"/>
                </a:solidFill>
                <a:latin typeface="+mn-ea"/>
                <a:ea typeface="+mn-ea"/>
              </a:defRPr>
            </a:lvl4pPr>
            <a:lvl5pPr>
              <a:defRPr>
                <a:solidFill>
                  <a:srgbClr val="00708E"/>
                </a:solidFill>
                <a:latin typeface="+mn-ea"/>
                <a:ea typeface="+mn-ea"/>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灯片编号占位符 4"/>
          <p:cNvSpPr>
            <a:spLocks noGrp="1"/>
          </p:cNvSpPr>
          <p:nvPr>
            <p:ph type="sldNum" sz="quarter" idx="11"/>
          </p:nvPr>
        </p:nvSpPr>
        <p:spPr/>
        <p:txBody>
          <a:bodyPr/>
          <a:lstStyle>
            <a:lvl1pPr>
              <a:defRPr/>
            </a:lvl1pPr>
          </a:lstStyle>
          <a:p>
            <a:pPr>
              <a:defRPr/>
            </a:pPr>
            <a:fld id="{D6B43046-653B-4A1E-BD7B-2DD1ED55A24A}" type="slidenum">
              <a:rPr lang="en-US" altLang="zh-CN" smtClean="0"/>
              <a:pPr>
                <a:defRPr/>
              </a:pPr>
              <a:t>‹#›</a:t>
            </a:fld>
            <a:endParaRPr lang="en-US" altLang="zh-CN" dirty="0"/>
          </a:p>
        </p:txBody>
      </p:sp>
    </p:spTree>
    <p:extLst>
      <p:ext uri="{BB962C8B-B14F-4D97-AF65-F5344CB8AC3E}">
        <p14:creationId xmlns:p14="http://schemas.microsoft.com/office/powerpoint/2010/main" val="3865151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灯片编号占位符 4"/>
          <p:cNvSpPr>
            <a:spLocks noGrp="1"/>
          </p:cNvSpPr>
          <p:nvPr>
            <p:ph type="sldNum" sz="quarter" idx="11"/>
          </p:nvPr>
        </p:nvSpPr>
        <p:spPr/>
        <p:txBody>
          <a:bodyPr/>
          <a:lstStyle>
            <a:lvl1pPr>
              <a:defRPr/>
            </a:lvl1pPr>
          </a:lstStyle>
          <a:p>
            <a:pPr>
              <a:defRPr/>
            </a:pPr>
            <a:fld id="{A2704E49-B04D-4B71-A92F-5C7FB7AEA52B}" type="slidenum">
              <a:rPr lang="en-US" altLang="zh-CN" smtClean="0"/>
              <a:pPr>
                <a:defRPr/>
              </a:pPr>
              <a:t>‹#›</a:t>
            </a:fld>
            <a:endParaRPr lang="en-US" altLang="zh-CN" dirty="0"/>
          </a:p>
        </p:txBody>
      </p:sp>
    </p:spTree>
    <p:extLst>
      <p:ext uri="{BB962C8B-B14F-4D97-AF65-F5344CB8AC3E}">
        <p14:creationId xmlns:p14="http://schemas.microsoft.com/office/powerpoint/2010/main" val="3529482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1525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灯片编号占位符 5"/>
          <p:cNvSpPr>
            <a:spLocks noGrp="1"/>
          </p:cNvSpPr>
          <p:nvPr>
            <p:ph type="sldNum" sz="quarter" idx="11"/>
          </p:nvPr>
        </p:nvSpPr>
        <p:spPr/>
        <p:txBody>
          <a:bodyPr/>
          <a:lstStyle>
            <a:lvl1pPr>
              <a:defRPr/>
            </a:lvl1pPr>
          </a:lstStyle>
          <a:p>
            <a:pPr>
              <a:defRPr/>
            </a:pPr>
            <a:fld id="{6B168874-03A2-4A43-9A06-67E08F6E294E}" type="slidenum">
              <a:rPr lang="en-US" altLang="zh-CN" smtClean="0"/>
              <a:pPr>
                <a:defRPr/>
              </a:pPr>
              <a:t>‹#›</a:t>
            </a:fld>
            <a:endParaRPr lang="en-US" altLang="zh-CN" dirty="0"/>
          </a:p>
        </p:txBody>
      </p:sp>
    </p:spTree>
    <p:extLst>
      <p:ext uri="{BB962C8B-B14F-4D97-AF65-F5344CB8AC3E}">
        <p14:creationId xmlns:p14="http://schemas.microsoft.com/office/powerpoint/2010/main" val="3882862002"/>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灯片编号占位符 7"/>
          <p:cNvSpPr>
            <a:spLocks noGrp="1"/>
          </p:cNvSpPr>
          <p:nvPr>
            <p:ph type="sldNum" sz="quarter" idx="11"/>
          </p:nvPr>
        </p:nvSpPr>
        <p:spPr/>
        <p:txBody>
          <a:bodyPr/>
          <a:lstStyle>
            <a:lvl1pPr>
              <a:defRPr/>
            </a:lvl1pPr>
          </a:lstStyle>
          <a:p>
            <a:pPr>
              <a:defRPr/>
            </a:pPr>
            <a:fld id="{E9C2D173-17AC-4AA2-BDF5-847AF53EC32E}" type="slidenum">
              <a:rPr lang="en-US" altLang="zh-CN" smtClean="0"/>
              <a:pPr>
                <a:defRPr/>
              </a:pPr>
              <a:t>‹#›</a:t>
            </a:fld>
            <a:endParaRPr lang="en-US" altLang="zh-CN" dirty="0"/>
          </a:p>
        </p:txBody>
      </p:sp>
      <p:sp>
        <p:nvSpPr>
          <p:cNvPr id="9" name="标题 1"/>
          <p:cNvSpPr>
            <a:spLocks noGrp="1"/>
          </p:cNvSpPr>
          <p:nvPr>
            <p:ph type="title"/>
          </p:nvPr>
        </p:nvSpPr>
        <p:spPr>
          <a:xfrm>
            <a:off x="304800" y="152400"/>
            <a:ext cx="8458200" cy="563563"/>
          </a:xfrm>
        </p:spPr>
        <p:txBody>
          <a:bodyPr/>
          <a:lstStyle/>
          <a:p>
            <a:r>
              <a:rPr lang="zh-CN" altLang="en-US"/>
              <a:t>单击此处编辑母版标题样式</a:t>
            </a:r>
          </a:p>
        </p:txBody>
      </p:sp>
    </p:spTree>
    <p:extLst>
      <p:ext uri="{BB962C8B-B14F-4D97-AF65-F5344CB8AC3E}">
        <p14:creationId xmlns:p14="http://schemas.microsoft.com/office/powerpoint/2010/main" val="33981346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4" name="灯片编号占位符 3"/>
          <p:cNvSpPr>
            <a:spLocks noGrp="1"/>
          </p:cNvSpPr>
          <p:nvPr>
            <p:ph type="sldNum" sz="quarter" idx="11"/>
          </p:nvPr>
        </p:nvSpPr>
        <p:spPr/>
        <p:txBody>
          <a:bodyPr/>
          <a:lstStyle>
            <a:lvl1pPr>
              <a:defRPr/>
            </a:lvl1pPr>
          </a:lstStyle>
          <a:p>
            <a:pPr>
              <a:defRPr/>
            </a:pPr>
            <a:fld id="{3A2C5C9F-4CAD-4D86-AE14-955A1D2031E6}" type="slidenum">
              <a:rPr lang="en-US" altLang="zh-CN" smtClean="0"/>
              <a:pPr>
                <a:defRPr/>
              </a:pPr>
              <a:t>‹#›</a:t>
            </a:fld>
            <a:endParaRPr lang="en-US" altLang="zh-CN" dirty="0"/>
          </a:p>
        </p:txBody>
      </p:sp>
    </p:spTree>
    <p:extLst>
      <p:ext uri="{BB962C8B-B14F-4D97-AF65-F5344CB8AC3E}">
        <p14:creationId xmlns:p14="http://schemas.microsoft.com/office/powerpoint/2010/main" val="2371171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lvl1pPr>
              <a:defRPr/>
            </a:lvl1pPr>
          </a:lstStyle>
          <a:p>
            <a:pPr>
              <a:defRPr/>
            </a:pPr>
            <a:fld id="{44E3B623-9E15-47E1-A644-AD5C3058CFB0}" type="slidenum">
              <a:rPr lang="en-US" altLang="zh-CN" smtClean="0"/>
              <a:pPr>
                <a:defRPr/>
              </a:pPr>
              <a:t>‹#›</a:t>
            </a:fld>
            <a:endParaRPr lang="en-US" altLang="zh-CN" dirty="0"/>
          </a:p>
        </p:txBody>
      </p:sp>
    </p:spTree>
    <p:extLst>
      <p:ext uri="{BB962C8B-B14F-4D97-AF65-F5344CB8AC3E}">
        <p14:creationId xmlns:p14="http://schemas.microsoft.com/office/powerpoint/2010/main" val="17289188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6" name="灯片编号占位符 5"/>
          <p:cNvSpPr>
            <a:spLocks noGrp="1"/>
          </p:cNvSpPr>
          <p:nvPr>
            <p:ph type="sldNum" sz="quarter" idx="11"/>
          </p:nvPr>
        </p:nvSpPr>
        <p:spPr/>
        <p:txBody>
          <a:bodyPr/>
          <a:lstStyle>
            <a:lvl1pPr>
              <a:defRPr/>
            </a:lvl1pPr>
          </a:lstStyle>
          <a:p>
            <a:pPr>
              <a:defRPr/>
            </a:pPr>
            <a:fld id="{8407B150-8C32-406D-A0E2-18B2620B8E88}" type="slidenum">
              <a:rPr lang="en-US" altLang="zh-CN" smtClean="0"/>
              <a:pPr>
                <a:defRPr/>
              </a:pPr>
              <a:t>‹#›</a:t>
            </a:fld>
            <a:endParaRPr lang="en-US" altLang="zh-CN" dirty="0"/>
          </a:p>
        </p:txBody>
      </p:sp>
    </p:spTree>
    <p:extLst>
      <p:ext uri="{BB962C8B-B14F-4D97-AF65-F5344CB8AC3E}">
        <p14:creationId xmlns:p14="http://schemas.microsoft.com/office/powerpoint/2010/main" val="39243960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6" name="灯片编号占位符 5"/>
          <p:cNvSpPr>
            <a:spLocks noGrp="1"/>
          </p:cNvSpPr>
          <p:nvPr>
            <p:ph type="sldNum" sz="quarter" idx="11"/>
          </p:nvPr>
        </p:nvSpPr>
        <p:spPr/>
        <p:txBody>
          <a:bodyPr/>
          <a:lstStyle>
            <a:lvl1pPr>
              <a:defRPr/>
            </a:lvl1pPr>
          </a:lstStyle>
          <a:p>
            <a:pPr>
              <a:defRPr/>
            </a:pPr>
            <a:fld id="{3B5DDDFC-C26B-4272-A526-13B6EFA0F845}" type="slidenum">
              <a:rPr lang="en-US" altLang="zh-CN" smtClean="0"/>
              <a:pPr>
                <a:defRPr/>
              </a:pPr>
              <a:t>‹#›</a:t>
            </a:fld>
            <a:endParaRPr lang="en-US" altLang="zh-CN" dirty="0"/>
          </a:p>
        </p:txBody>
      </p:sp>
    </p:spTree>
    <p:extLst>
      <p:ext uri="{BB962C8B-B14F-4D97-AF65-F5344CB8AC3E}">
        <p14:creationId xmlns:p14="http://schemas.microsoft.com/office/powerpoint/2010/main" val="13028304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灯片编号占位符 4"/>
          <p:cNvSpPr>
            <a:spLocks noGrp="1"/>
          </p:cNvSpPr>
          <p:nvPr>
            <p:ph type="sldNum" sz="quarter" idx="11"/>
          </p:nvPr>
        </p:nvSpPr>
        <p:spPr/>
        <p:txBody>
          <a:bodyPr/>
          <a:lstStyle>
            <a:lvl1pPr>
              <a:defRPr/>
            </a:lvl1pPr>
          </a:lstStyle>
          <a:p>
            <a:pPr>
              <a:defRPr/>
            </a:pPr>
            <a:fld id="{FD588281-A1C4-438B-B52A-DA26E361ADCD}" type="slidenum">
              <a:rPr lang="en-US" altLang="zh-CN" smtClean="0"/>
              <a:pPr>
                <a:defRPr/>
              </a:pPr>
              <a:t>‹#›</a:t>
            </a:fld>
            <a:endParaRPr lang="en-US" altLang="zh-CN" dirty="0"/>
          </a:p>
        </p:txBody>
      </p:sp>
    </p:spTree>
    <p:extLst>
      <p:ext uri="{BB962C8B-B14F-4D97-AF65-F5344CB8AC3E}">
        <p14:creationId xmlns:p14="http://schemas.microsoft.com/office/powerpoint/2010/main" val="1121530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48450" y="152400"/>
            <a:ext cx="2114550" cy="6248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4800" y="152400"/>
            <a:ext cx="6191250" cy="6248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灯片编号占位符 4"/>
          <p:cNvSpPr>
            <a:spLocks noGrp="1"/>
          </p:cNvSpPr>
          <p:nvPr>
            <p:ph type="sldNum" sz="quarter" idx="11"/>
          </p:nvPr>
        </p:nvSpPr>
        <p:spPr/>
        <p:txBody>
          <a:bodyPr/>
          <a:lstStyle>
            <a:lvl1pPr>
              <a:defRPr/>
            </a:lvl1pPr>
          </a:lstStyle>
          <a:p>
            <a:pPr>
              <a:defRPr/>
            </a:pPr>
            <a:fld id="{546289D2-BF90-4A38-AFC6-66AEFDD771F3}" type="slidenum">
              <a:rPr lang="en-US" altLang="zh-CN" smtClean="0"/>
              <a:pPr>
                <a:defRPr/>
              </a:pPr>
              <a:t>‹#›</a:t>
            </a:fld>
            <a:endParaRPr lang="en-US" altLang="zh-CN" dirty="0"/>
          </a:p>
        </p:txBody>
      </p:sp>
    </p:spTree>
    <p:extLst>
      <p:ext uri="{BB962C8B-B14F-4D97-AF65-F5344CB8AC3E}">
        <p14:creationId xmlns:p14="http://schemas.microsoft.com/office/powerpoint/2010/main" val="2342739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04800" y="152400"/>
            <a:ext cx="8458200" cy="563563"/>
          </a:xfrm>
        </p:spPr>
        <p:txBody>
          <a:bodyPr/>
          <a:lstStyle/>
          <a:p>
            <a:r>
              <a:rPr lang="zh-CN" altLang="en-US"/>
              <a:t>单击此处编辑母版标题样式</a:t>
            </a:r>
          </a:p>
        </p:txBody>
      </p:sp>
      <p:sp>
        <p:nvSpPr>
          <p:cNvPr id="3" name="表格占位符 2"/>
          <p:cNvSpPr>
            <a:spLocks noGrp="1"/>
          </p:cNvSpPr>
          <p:nvPr>
            <p:ph type="tbl" idx="1"/>
          </p:nvPr>
        </p:nvSpPr>
        <p:spPr>
          <a:xfrm>
            <a:off x="457200" y="1152525"/>
            <a:ext cx="8229600" cy="5248275"/>
          </a:xfrm>
        </p:spPr>
        <p:txBody>
          <a:bodyPr/>
          <a:lstStyle/>
          <a:p>
            <a:r>
              <a:rPr lang="zh-CN" altLang="en-US"/>
              <a:t>单击图标添加表格</a:t>
            </a:r>
          </a:p>
        </p:txBody>
      </p:sp>
      <p:sp>
        <p:nvSpPr>
          <p:cNvPr id="5" name="灯片编号占位符 4"/>
          <p:cNvSpPr>
            <a:spLocks noGrp="1"/>
          </p:cNvSpPr>
          <p:nvPr>
            <p:ph type="sldNum" sz="quarter" idx="11"/>
          </p:nvPr>
        </p:nvSpPr>
        <p:spPr>
          <a:xfrm>
            <a:off x="3505200" y="6461125"/>
            <a:ext cx="2133600" cy="320675"/>
          </a:xfrm>
        </p:spPr>
        <p:txBody>
          <a:bodyPr/>
          <a:lstStyle>
            <a:lvl1pPr>
              <a:defRPr/>
            </a:lvl1pPr>
          </a:lstStyle>
          <a:p>
            <a:pPr>
              <a:defRPr/>
            </a:pPr>
            <a:fld id="{6B168874-03A2-4A43-9A06-67E08F6E294E}" type="slidenum">
              <a:rPr lang="en-US" altLang="zh-CN" smtClean="0"/>
              <a:pPr>
                <a:defRPr/>
              </a:pPr>
              <a:t>‹#›</a:t>
            </a:fld>
            <a:endParaRPr lang="en-US" altLang="zh-CN" dirty="0"/>
          </a:p>
        </p:txBody>
      </p:sp>
    </p:spTree>
    <p:extLst>
      <p:ext uri="{BB962C8B-B14F-4D97-AF65-F5344CB8AC3E}">
        <p14:creationId xmlns:p14="http://schemas.microsoft.com/office/powerpoint/2010/main" val="858581211"/>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cSld name="1_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9"/>
          <p:cNvSpPr>
            <a:spLocks noGrp="1" noChangeArrowheads="1"/>
          </p:cNvSpPr>
          <p:nvPr>
            <p:ph type="dt" sz="half" idx="10"/>
          </p:nvPr>
        </p:nvSpPr>
        <p:spPr>
          <a:xfrm>
            <a:off x="457200" y="6248400"/>
            <a:ext cx="2133600" cy="457200"/>
          </a:xfrm>
          <a:prstGeom prst="rect">
            <a:avLst/>
          </a:prstGeom>
          <a:ln/>
        </p:spPr>
        <p:txBody>
          <a:bodyPr/>
          <a:lstStyle>
            <a:lvl1pPr>
              <a:defRPr/>
            </a:lvl1pPr>
          </a:lstStyle>
          <a:p>
            <a:pPr>
              <a:defRPr/>
            </a:pPr>
            <a:endParaRPr lang="en-US" altLang="zh-CN"/>
          </a:p>
        </p:txBody>
      </p:sp>
      <p:sp>
        <p:nvSpPr>
          <p:cNvPr id="6" name="Rectangle 10"/>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zh-CN"/>
          </a:p>
        </p:txBody>
      </p:sp>
      <p:sp>
        <p:nvSpPr>
          <p:cNvPr id="7" name="Rectangle 11"/>
          <p:cNvSpPr>
            <a:spLocks noGrp="1" noChangeArrowheads="1"/>
          </p:cNvSpPr>
          <p:nvPr>
            <p:ph type="sldNum" sz="quarter" idx="12"/>
          </p:nvPr>
        </p:nvSpPr>
        <p:spPr>
          <a:ln/>
        </p:spPr>
        <p:txBody>
          <a:bodyPr/>
          <a:lstStyle>
            <a:lvl1pPr>
              <a:defRPr/>
            </a:lvl1pPr>
          </a:lstStyle>
          <a:p>
            <a:pPr>
              <a:defRPr/>
            </a:pPr>
            <a:fld id="{0E782871-D973-4FCA-AE58-5DCA80823BAE}" type="slidenum">
              <a:rPr lang="en-US" altLang="zh-CN"/>
              <a:pPr>
                <a:defRPr/>
              </a:pPr>
              <a:t>‹#›</a:t>
            </a:fld>
            <a:endParaRPr lang="en-US" altLang="zh-CN" dirty="0"/>
          </a:p>
        </p:txBody>
      </p:sp>
    </p:spTree>
    <p:extLst>
      <p:ext uri="{BB962C8B-B14F-4D97-AF65-F5344CB8AC3E}">
        <p14:creationId xmlns:p14="http://schemas.microsoft.com/office/powerpoint/2010/main" val="1302994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9" name="Rectangle 15"/>
          <p:cNvSpPr>
            <a:spLocks noChangeArrowheads="1"/>
          </p:cNvSpPr>
          <p:nvPr/>
        </p:nvSpPr>
        <p:spPr bwMode="ltGray">
          <a:xfrm>
            <a:off x="0" y="0"/>
            <a:ext cx="9144000" cy="836613"/>
          </a:xfrm>
          <a:prstGeom prst="rect">
            <a:avLst/>
          </a:prstGeom>
          <a:solidFill>
            <a:srgbClr val="00607A"/>
          </a:solidFill>
          <a:ln>
            <a:noFill/>
          </a:ln>
          <a:effectLst/>
        </p:spPr>
        <p:txBody>
          <a:bodyPr wrap="none" anchor="ctr"/>
          <a:lstStyle/>
          <a:p>
            <a:endParaRPr lang="zh-CN" altLang="en-US"/>
          </a:p>
        </p:txBody>
      </p:sp>
      <p:sp>
        <p:nvSpPr>
          <p:cNvPr id="1027" name="Rectangle 3"/>
          <p:cNvSpPr>
            <a:spLocks noGrp="1" noChangeArrowheads="1"/>
          </p:cNvSpPr>
          <p:nvPr>
            <p:ph type="body" idx="1"/>
          </p:nvPr>
        </p:nvSpPr>
        <p:spPr bwMode="auto">
          <a:xfrm>
            <a:off x="457200" y="1052737"/>
            <a:ext cx="8229600" cy="5348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altLang="zh-CN" dirty="0"/>
          </a:p>
        </p:txBody>
      </p:sp>
      <p:sp>
        <p:nvSpPr>
          <p:cNvPr id="1030" name="Rectangle 6"/>
          <p:cNvSpPr>
            <a:spLocks noGrp="1" noChangeArrowheads="1"/>
          </p:cNvSpPr>
          <p:nvPr>
            <p:ph type="sldNum" sz="quarter" idx="4"/>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200">
                <a:latin typeface="+mj-lt"/>
                <a:ea typeface="宋体" charset="-122"/>
              </a:defRPr>
            </a:lvl1pPr>
          </a:lstStyle>
          <a:p>
            <a:pPr>
              <a:defRPr/>
            </a:pPr>
            <a:fld id="{6B168874-03A2-4A43-9A06-67E08F6E294E}" type="slidenum">
              <a:rPr lang="en-US" altLang="zh-CN" smtClean="0"/>
              <a:pPr>
                <a:defRPr/>
              </a:pPr>
              <a:t>‹#›</a:t>
            </a:fld>
            <a:endParaRPr lang="en-US" altLang="zh-CN" dirty="0"/>
          </a:p>
        </p:txBody>
      </p:sp>
      <p:sp>
        <p:nvSpPr>
          <p:cNvPr id="1026" name="Rectangle 2"/>
          <p:cNvSpPr>
            <a:spLocks noGrp="1" noChangeArrowheads="1"/>
          </p:cNvSpPr>
          <p:nvPr>
            <p:ph type="title"/>
          </p:nvPr>
        </p:nvSpPr>
        <p:spPr bwMode="white">
          <a:xfrm>
            <a:off x="304800" y="152400"/>
            <a:ext cx="8458200"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040" name="Text Box 16"/>
          <p:cNvSpPr txBox="1">
            <a:spLocks noChangeArrowheads="1"/>
          </p:cNvSpPr>
          <p:nvPr/>
        </p:nvSpPr>
        <p:spPr bwMode="gray">
          <a:xfrm>
            <a:off x="0" y="838200"/>
            <a:ext cx="9144000" cy="144000"/>
          </a:xfrm>
          <a:prstGeom prst="rect">
            <a:avLst/>
          </a:prstGeom>
          <a:solidFill>
            <a:srgbClr val="A9C6CC"/>
          </a:solidFill>
          <a:ln>
            <a:noFill/>
          </a:ln>
          <a:effectLst/>
        </p:spPr>
        <p:txBody>
          <a:bodyPr>
            <a:spAutoFit/>
          </a:bodyPr>
          <a:lstStyle/>
          <a:p>
            <a:pPr>
              <a:spcBef>
                <a:spcPct val="50000"/>
              </a:spcBef>
            </a:pPr>
            <a:endParaRPr lang="zh-CN" altLang="zh-CN" sz="1000" b="1">
              <a:solidFill>
                <a:schemeClr val="bg1"/>
              </a:solidFill>
              <a:latin typeface="Verdana" pitchFamily="34" charset="0"/>
            </a:endParaRPr>
          </a:p>
        </p:txBody>
      </p:sp>
      <p:pic>
        <p:nvPicPr>
          <p:cNvPr id="9" name="图片 8"/>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7380312" y="6453336"/>
            <a:ext cx="1578826" cy="360499"/>
          </a:xfrm>
          <a:prstGeom prst="rect">
            <a:avLst/>
          </a:prstGeom>
          <a:effectLst>
            <a:outerShdw blurRad="50800" dist="38100" dir="2700000" algn="tl" rotWithShape="0">
              <a:prstClr val="black">
                <a:alpha val="40000"/>
              </a:prstClr>
            </a:outerShdw>
          </a:effectLst>
        </p:spPr>
      </p:pic>
    </p:spTree>
  </p:cSld>
  <p:clrMap bg1="lt1" tx1="dk1" bg2="lt2" tx2="dk2" accent1="accent1" accent2="accent2" accent3="accent3" accent4="accent4" accent5="accent5" accent6="accent6" hlink="hlink" folHlink="folHlink"/>
  <p:sldLayoutIdLst>
    <p:sldLayoutId id="2147484108" r:id="rId1"/>
    <p:sldLayoutId id="2147484109" r:id="rId2"/>
    <p:sldLayoutId id="2147484110" r:id="rId3"/>
    <p:sldLayoutId id="2147484111" r:id="rId4"/>
    <p:sldLayoutId id="2147484112" r:id="rId5"/>
    <p:sldLayoutId id="2147484113" r:id="rId6"/>
    <p:sldLayoutId id="2147484114" r:id="rId7"/>
    <p:sldLayoutId id="2147484115" r:id="rId8"/>
    <p:sldLayoutId id="2147484116" r:id="rId9"/>
    <p:sldLayoutId id="2147484117" r:id="rId10"/>
    <p:sldLayoutId id="2147484118" r:id="rId11"/>
    <p:sldLayoutId id="2147484119" r:id="rId12"/>
    <p:sldLayoutId id="2147484120" r:id="rId13"/>
  </p:sldLayoutIdLst>
  <p:hf hdr="0" ftr="0" dt="0"/>
  <p:txStyles>
    <p:titleStyle>
      <a:lvl1pPr algn="ctr" rtl="0" eaLnBrk="1" fontAlgn="base" hangingPunct="1">
        <a:spcBef>
          <a:spcPct val="0"/>
        </a:spcBef>
        <a:spcAft>
          <a:spcPct val="0"/>
        </a:spcAft>
        <a:defRPr sz="3200" b="1">
          <a:solidFill>
            <a:schemeClr val="bg1"/>
          </a:solidFill>
          <a:latin typeface="+mj-lt"/>
          <a:ea typeface="+mj-ea"/>
          <a:cs typeface="+mj-cs"/>
        </a:defRPr>
      </a:lvl1pPr>
      <a:lvl2pPr algn="ctr" rtl="0" eaLnBrk="1" fontAlgn="base" hangingPunct="1">
        <a:spcBef>
          <a:spcPct val="0"/>
        </a:spcBef>
        <a:spcAft>
          <a:spcPct val="0"/>
        </a:spcAft>
        <a:defRPr sz="3200" b="1">
          <a:solidFill>
            <a:schemeClr val="bg1"/>
          </a:solidFill>
          <a:latin typeface="Verdana" pitchFamily="34" charset="0"/>
        </a:defRPr>
      </a:lvl2pPr>
      <a:lvl3pPr algn="ctr" rtl="0" eaLnBrk="1" fontAlgn="base" hangingPunct="1">
        <a:spcBef>
          <a:spcPct val="0"/>
        </a:spcBef>
        <a:spcAft>
          <a:spcPct val="0"/>
        </a:spcAft>
        <a:defRPr sz="3200" b="1">
          <a:solidFill>
            <a:schemeClr val="bg1"/>
          </a:solidFill>
          <a:latin typeface="Verdana" pitchFamily="34" charset="0"/>
        </a:defRPr>
      </a:lvl3pPr>
      <a:lvl4pPr algn="ctr" rtl="0" eaLnBrk="1" fontAlgn="base" hangingPunct="1">
        <a:spcBef>
          <a:spcPct val="0"/>
        </a:spcBef>
        <a:spcAft>
          <a:spcPct val="0"/>
        </a:spcAft>
        <a:defRPr sz="3200" b="1">
          <a:solidFill>
            <a:schemeClr val="bg1"/>
          </a:solidFill>
          <a:latin typeface="Verdana" pitchFamily="34" charset="0"/>
        </a:defRPr>
      </a:lvl4pPr>
      <a:lvl5pPr algn="ctr" rtl="0" eaLnBrk="1" fontAlgn="base" hangingPunct="1">
        <a:spcBef>
          <a:spcPct val="0"/>
        </a:spcBef>
        <a:spcAft>
          <a:spcPct val="0"/>
        </a:spcAft>
        <a:defRPr sz="3200" b="1">
          <a:solidFill>
            <a:schemeClr val="bg1"/>
          </a:solidFill>
          <a:latin typeface="Verdana" pitchFamily="34" charset="0"/>
        </a:defRPr>
      </a:lvl5pPr>
      <a:lvl6pPr marL="457200" algn="ctr" rtl="0" eaLnBrk="1" fontAlgn="base" hangingPunct="1">
        <a:spcBef>
          <a:spcPct val="0"/>
        </a:spcBef>
        <a:spcAft>
          <a:spcPct val="0"/>
        </a:spcAft>
        <a:defRPr sz="3200" b="1">
          <a:solidFill>
            <a:schemeClr val="bg1"/>
          </a:solidFill>
          <a:latin typeface="Verdana" pitchFamily="34" charset="0"/>
        </a:defRPr>
      </a:lvl6pPr>
      <a:lvl7pPr marL="914400" algn="ctr" rtl="0" eaLnBrk="1" fontAlgn="base" hangingPunct="1">
        <a:spcBef>
          <a:spcPct val="0"/>
        </a:spcBef>
        <a:spcAft>
          <a:spcPct val="0"/>
        </a:spcAft>
        <a:defRPr sz="3200" b="1">
          <a:solidFill>
            <a:schemeClr val="bg1"/>
          </a:solidFill>
          <a:latin typeface="Verdana" pitchFamily="34" charset="0"/>
        </a:defRPr>
      </a:lvl7pPr>
      <a:lvl8pPr marL="1371600" algn="ctr" rtl="0" eaLnBrk="1" fontAlgn="base" hangingPunct="1">
        <a:spcBef>
          <a:spcPct val="0"/>
        </a:spcBef>
        <a:spcAft>
          <a:spcPct val="0"/>
        </a:spcAft>
        <a:defRPr sz="3200" b="1">
          <a:solidFill>
            <a:schemeClr val="bg1"/>
          </a:solidFill>
          <a:latin typeface="Verdana" pitchFamily="34" charset="0"/>
        </a:defRPr>
      </a:lvl8pPr>
      <a:lvl9pPr marL="1828800" algn="ctr" rtl="0" eaLnBrk="1" fontAlgn="base" hangingPunct="1">
        <a:spcBef>
          <a:spcPct val="0"/>
        </a:spcBef>
        <a:spcAft>
          <a:spcPct val="0"/>
        </a:spcAft>
        <a:defRPr sz="3200" b="1">
          <a:solidFill>
            <a:schemeClr val="bg1"/>
          </a:solidFill>
          <a:latin typeface="Verdana" pitchFamily="34" charset="0"/>
        </a:defRPr>
      </a:lvl9pPr>
    </p:titleStyle>
    <p:bodyStyle>
      <a:lvl1pPr marL="363538" indent="-363538" algn="l" rtl="0" eaLnBrk="1" fontAlgn="base" hangingPunct="1">
        <a:spcBef>
          <a:spcPct val="20000"/>
        </a:spcBef>
        <a:spcAft>
          <a:spcPct val="0"/>
        </a:spcAft>
        <a:buClr>
          <a:srgbClr val="00607A"/>
        </a:buClr>
        <a:buFont typeface="Wingdings" pitchFamily="2" charset="2"/>
        <a:buChar char="l"/>
        <a:defRPr sz="3200">
          <a:solidFill>
            <a:srgbClr val="00607A"/>
          </a:solidFill>
          <a:latin typeface="+mn-lt"/>
          <a:ea typeface="+mn-ea"/>
          <a:cs typeface="+mn-cs"/>
        </a:defRPr>
      </a:lvl1pPr>
      <a:lvl2pPr marL="715963" indent="-352425" algn="l" rtl="0" eaLnBrk="1" fontAlgn="base" hangingPunct="1">
        <a:spcBef>
          <a:spcPct val="20000"/>
        </a:spcBef>
        <a:spcAft>
          <a:spcPct val="0"/>
        </a:spcAft>
        <a:buClr>
          <a:srgbClr val="00607A"/>
        </a:buClr>
        <a:buFont typeface="Wingdings" pitchFamily="2" charset="2"/>
        <a:buChar char="n"/>
        <a:defRPr sz="2800">
          <a:solidFill>
            <a:srgbClr val="00607A"/>
          </a:solidFill>
          <a:latin typeface="+mn-lt"/>
        </a:defRPr>
      </a:lvl2pPr>
      <a:lvl3pPr marL="1079500" indent="-363538" algn="l" rtl="0" eaLnBrk="1" fontAlgn="base" hangingPunct="1">
        <a:spcBef>
          <a:spcPct val="20000"/>
        </a:spcBef>
        <a:spcAft>
          <a:spcPct val="0"/>
        </a:spcAft>
        <a:buClr>
          <a:srgbClr val="00607A"/>
        </a:buClr>
        <a:buFont typeface="Wingdings" pitchFamily="2" charset="2"/>
        <a:buChar char="u"/>
        <a:defRPr sz="2400">
          <a:solidFill>
            <a:srgbClr val="00607A"/>
          </a:solidFill>
          <a:latin typeface="+mn-lt"/>
        </a:defRPr>
      </a:lvl3pPr>
      <a:lvl4pPr marL="1431925" indent="-352425" algn="l" rtl="0" eaLnBrk="1" fontAlgn="base" hangingPunct="1">
        <a:spcBef>
          <a:spcPct val="20000"/>
        </a:spcBef>
        <a:spcAft>
          <a:spcPct val="0"/>
        </a:spcAft>
        <a:buChar char="–"/>
        <a:defRPr sz="2000">
          <a:solidFill>
            <a:srgbClr val="00607A"/>
          </a:solidFill>
          <a:latin typeface="+mn-lt"/>
        </a:defRPr>
      </a:lvl4pPr>
      <a:lvl5pPr marL="1795463" indent="-363538" algn="l" rtl="0" eaLnBrk="1" fontAlgn="base" hangingPunct="1">
        <a:spcBef>
          <a:spcPct val="20000"/>
        </a:spcBef>
        <a:spcAft>
          <a:spcPct val="0"/>
        </a:spcAft>
        <a:buFont typeface="Wingdings" pitchFamily="2" charset="2"/>
        <a:buChar char="ü"/>
        <a:defRPr sz="2000">
          <a:solidFill>
            <a:srgbClr val="00607A"/>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5.xml"/><Relationship Id="rId1" Type="http://schemas.openxmlformats.org/officeDocument/2006/relationships/tags" Target="../tags/tag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www.xmltc.com/tls/employee/schema/hr/"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18.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19.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3.pn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2.xml"/><Relationship Id="rId1" Type="http://schemas.openxmlformats.org/officeDocument/2006/relationships/tags" Target="../tags/tag8.xml"/><Relationship Id="rId5" Type="http://schemas.openxmlformats.org/officeDocument/2006/relationships/image" Target="../media/image25.png"/><Relationship Id="rId4" Type="http://schemas.openxmlformats.org/officeDocument/2006/relationships/image" Target="../media/image24.pn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26.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2.xml"/><Relationship Id="rId1" Type="http://schemas.openxmlformats.org/officeDocument/2006/relationships/tags" Target="../tags/tag10.xml"/><Relationship Id="rId4" Type="http://schemas.openxmlformats.org/officeDocument/2006/relationships/image" Target="../media/image27.png"/></Relationships>
</file>

<file path=ppt/slides/_rels/slide6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77.xml.rels><?xml version="1.0" encoding="UTF-8" standalone="yes"?>
<Relationships xmlns="http://schemas.openxmlformats.org/package/2006/relationships"><Relationship Id="rId2" Type="http://schemas.openxmlformats.org/officeDocument/2006/relationships/hyperlink" Target="http://202.119.47.8:8080/opac/item.php?marc_no=0003275270"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3"/>
          <p:cNvSpPr>
            <a:spLocks noGrp="1" noChangeArrowheads="1"/>
          </p:cNvSpPr>
          <p:nvPr>
            <p:ph type="subTitle" idx="1"/>
          </p:nvPr>
        </p:nvSpPr>
        <p:spPr/>
        <p:txBody>
          <a:bodyPr/>
          <a:lstStyle/>
          <a:p>
            <a:pPr lvl="0"/>
            <a:r>
              <a:rPr lang="en-US" altLang="zh-CN" sz="2000" dirty="0">
                <a:solidFill>
                  <a:srgbClr val="595959"/>
                </a:solidFill>
                <a:ea typeface="宋体" pitchFamily="2" charset="-122"/>
              </a:rPr>
              <a:t>Software Institute</a:t>
            </a:r>
          </a:p>
          <a:p>
            <a:pPr lvl="0"/>
            <a:r>
              <a:rPr lang="en-US" altLang="zh-CN" sz="2000" dirty="0">
                <a:solidFill>
                  <a:srgbClr val="595959"/>
                </a:solidFill>
                <a:ea typeface="宋体" pitchFamily="2" charset="-122"/>
              </a:rPr>
              <a:t>Nanjing University</a:t>
            </a:r>
          </a:p>
          <a:p>
            <a:pPr lvl="0"/>
            <a:r>
              <a:rPr lang="en-US" altLang="zh-CN" sz="2000" dirty="0" err="1">
                <a:solidFill>
                  <a:srgbClr val="595959"/>
                </a:solidFill>
                <a:ea typeface="宋体" pitchFamily="2" charset="-122"/>
              </a:rPr>
              <a:t>Bei</a:t>
            </a:r>
            <a:r>
              <a:rPr lang="en-US" altLang="zh-CN" sz="2000" dirty="0">
                <a:solidFill>
                  <a:srgbClr val="595959"/>
                </a:solidFill>
                <a:ea typeface="宋体" pitchFamily="2" charset="-122"/>
              </a:rPr>
              <a:t> </a:t>
            </a:r>
            <a:r>
              <a:rPr lang="en-US" altLang="zh-CN" sz="2000" dirty="0" err="1">
                <a:solidFill>
                  <a:srgbClr val="595959"/>
                </a:solidFill>
                <a:ea typeface="宋体" pitchFamily="2" charset="-122"/>
              </a:rPr>
              <a:t>Jia</a:t>
            </a:r>
            <a:endParaRPr lang="en-US" altLang="zh-CN" sz="2000" dirty="0">
              <a:solidFill>
                <a:srgbClr val="595959"/>
              </a:solidFill>
              <a:ea typeface="宋体" pitchFamily="2" charset="-122"/>
            </a:endParaRPr>
          </a:p>
        </p:txBody>
      </p:sp>
      <p:sp>
        <p:nvSpPr>
          <p:cNvPr id="3074" name="Rectangle 2"/>
          <p:cNvSpPr>
            <a:spLocks noGrp="1" noChangeArrowheads="1"/>
          </p:cNvSpPr>
          <p:nvPr>
            <p:ph type="ctrTitle" sz="quarter"/>
          </p:nvPr>
        </p:nvSpPr>
        <p:spPr/>
        <p:txBody>
          <a:bodyPr/>
          <a:lstStyle/>
          <a:p>
            <a:r>
              <a:rPr lang="en-US" altLang="zh-CN" sz="3600" dirty="0"/>
              <a:t>Service-Oriented Design</a:t>
            </a:r>
            <a:br>
              <a:rPr lang="en-US" altLang="zh-CN" dirty="0"/>
            </a:br>
            <a:r>
              <a:rPr lang="en-US" altLang="zh-CN" sz="2000" dirty="0">
                <a:solidFill>
                  <a:srgbClr val="FFFFFF"/>
                </a:solidFill>
              </a:rPr>
              <a:t>Service-Oriented Software Engineering</a:t>
            </a:r>
            <a:endParaRPr lang="en-US" altLang="zh-CN" sz="2000" dirty="0"/>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p:cNvSpPr>
            <a:spLocks noGrp="1"/>
          </p:cNvSpPr>
          <p:nvPr>
            <p:ph type="title"/>
          </p:nvPr>
        </p:nvSpPr>
        <p:spPr/>
        <p:txBody>
          <a:bodyPr/>
          <a:lstStyle/>
          <a:p>
            <a:r>
              <a:rPr lang="zh-CN" altLang="en-US"/>
              <a:t>面向服务设计</a:t>
            </a:r>
          </a:p>
        </p:txBody>
      </p:sp>
      <p:sp>
        <p:nvSpPr>
          <p:cNvPr id="3" name="内容占位符 2"/>
          <p:cNvSpPr>
            <a:spLocks noGrp="1"/>
          </p:cNvSpPr>
          <p:nvPr>
            <p:ph idx="1"/>
          </p:nvPr>
        </p:nvSpPr>
        <p:spPr/>
        <p:txBody>
          <a:bodyPr>
            <a:normAutofit fontScale="92500" lnSpcReduction="10000"/>
          </a:bodyPr>
          <a:lstStyle/>
          <a:p>
            <a:pPr>
              <a:lnSpc>
                <a:spcPct val="110000"/>
              </a:lnSpc>
            </a:pPr>
            <a:r>
              <a:rPr lang="zh-CN" altLang="en-US" dirty="0"/>
              <a:t>在面向服务设计的过程中，通过从服务候选（逻辑）派生出具体的服务设计（物理），然后装配到实现业务流程的抽象组合中</a:t>
            </a:r>
            <a:endParaRPr lang="en-US" altLang="zh-CN" dirty="0"/>
          </a:p>
          <a:p>
            <a:pPr>
              <a:lnSpc>
                <a:spcPct val="110000"/>
              </a:lnSpc>
            </a:pPr>
            <a:r>
              <a:rPr lang="zh-CN" altLang="en-US" dirty="0"/>
              <a:t>面向服务设计的目标</a:t>
            </a:r>
            <a:endParaRPr lang="en-US" altLang="zh-CN" dirty="0"/>
          </a:p>
          <a:p>
            <a:pPr lvl="1">
              <a:lnSpc>
                <a:spcPct val="110000"/>
              </a:lnSpc>
            </a:pPr>
            <a:r>
              <a:rPr lang="zh-CN" altLang="en-US" dirty="0"/>
              <a:t>确定架构扩展的核心集合</a:t>
            </a:r>
          </a:p>
          <a:p>
            <a:pPr lvl="1">
              <a:lnSpc>
                <a:spcPct val="110000"/>
              </a:lnSpc>
            </a:pPr>
            <a:r>
              <a:rPr lang="zh-CN" altLang="en-US" dirty="0"/>
              <a:t>设定架构的边界</a:t>
            </a:r>
          </a:p>
          <a:p>
            <a:pPr lvl="1">
              <a:lnSpc>
                <a:spcPct val="110000"/>
              </a:lnSpc>
            </a:pPr>
            <a:r>
              <a:rPr lang="zh-CN" altLang="en-US" dirty="0"/>
              <a:t>识别所需的设计标准</a:t>
            </a:r>
            <a:endParaRPr lang="en-US" altLang="zh-CN" dirty="0"/>
          </a:p>
          <a:p>
            <a:pPr lvl="1">
              <a:lnSpc>
                <a:spcPct val="110000"/>
              </a:lnSpc>
            </a:pPr>
            <a:r>
              <a:rPr lang="zh-CN" altLang="en-US" dirty="0"/>
              <a:t>定义抽象服务接口设计</a:t>
            </a:r>
          </a:p>
          <a:p>
            <a:pPr lvl="1">
              <a:lnSpc>
                <a:spcPct val="110000"/>
              </a:lnSpc>
            </a:pPr>
            <a:r>
              <a:rPr lang="zh-CN" altLang="en-US" dirty="0"/>
              <a:t>识别潜在的服务组合</a:t>
            </a:r>
          </a:p>
          <a:p>
            <a:pPr lvl="1">
              <a:lnSpc>
                <a:spcPct val="110000"/>
              </a:lnSpc>
            </a:pPr>
            <a:r>
              <a:rPr lang="zh-CN" altLang="en-US" dirty="0"/>
              <a:t>评估面向服务原则的支持</a:t>
            </a:r>
          </a:p>
          <a:p>
            <a:pPr lvl="1">
              <a:lnSpc>
                <a:spcPct val="110000"/>
              </a:lnSpc>
            </a:pPr>
            <a:r>
              <a:rPr lang="zh-CN" altLang="en-US" dirty="0"/>
              <a:t>探究当代</a:t>
            </a:r>
            <a:r>
              <a:rPr lang="en-US" altLang="zh-CN" dirty="0"/>
              <a:t>SOA </a:t>
            </a:r>
            <a:r>
              <a:rPr lang="zh-CN" altLang="en-US" dirty="0"/>
              <a:t>特征的支持</a:t>
            </a:r>
          </a:p>
        </p:txBody>
      </p:sp>
      <p:sp>
        <p:nvSpPr>
          <p:cNvPr id="4100" name="灯片编号占位符 3"/>
          <p:cNvSpPr>
            <a:spLocks noGrp="1"/>
          </p:cNvSpPr>
          <p:nvPr>
            <p:ph type="sldNum" sz="quarter" idx="11"/>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20C8AF4D-8FAA-49BA-B9D4-FF24F25B071A}" type="slidenum">
              <a:rPr lang="en-US" altLang="zh-CN" smtClean="0"/>
              <a:pPr/>
              <a:t>2</a:t>
            </a:fld>
            <a:endParaRPr lang="en-US" altLang="zh-CN"/>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p:txBody>
          <a:bodyPr/>
          <a:lstStyle/>
          <a:p>
            <a:r>
              <a:rPr lang="zh-CN" altLang="en-US"/>
              <a:t>面向服务的设计过程</a:t>
            </a:r>
          </a:p>
        </p:txBody>
      </p:sp>
      <p:sp>
        <p:nvSpPr>
          <p:cNvPr id="3" name="内容占位符 2"/>
          <p:cNvSpPr>
            <a:spLocks noGrp="1"/>
          </p:cNvSpPr>
          <p:nvPr>
            <p:ph idx="1"/>
          </p:nvPr>
        </p:nvSpPr>
        <p:spPr/>
        <p:txBody>
          <a:bodyPr/>
          <a:lstStyle/>
          <a:p>
            <a:r>
              <a:rPr lang="zh-CN" altLang="en-US" dirty="0"/>
              <a:t>组合</a:t>
            </a:r>
            <a:r>
              <a:rPr lang="en-US" altLang="zh-CN" dirty="0"/>
              <a:t>SOA</a:t>
            </a:r>
          </a:p>
          <a:p>
            <a:pPr lvl="1"/>
            <a:r>
              <a:rPr lang="zh-CN" altLang="en-US" dirty="0"/>
              <a:t>选择服务层</a:t>
            </a:r>
            <a:endParaRPr lang="en-US" altLang="zh-CN" dirty="0"/>
          </a:p>
          <a:p>
            <a:pPr lvl="1"/>
            <a:r>
              <a:rPr lang="zh-CN" altLang="en-US" dirty="0"/>
              <a:t>定位核心的</a:t>
            </a:r>
            <a:r>
              <a:rPr lang="en-US" altLang="zh-CN" dirty="0"/>
              <a:t>SOA </a:t>
            </a:r>
            <a:r>
              <a:rPr lang="zh-CN" altLang="en-US" dirty="0"/>
              <a:t>标准</a:t>
            </a:r>
            <a:endParaRPr lang="en-US" altLang="zh-CN" dirty="0"/>
          </a:p>
          <a:p>
            <a:pPr lvl="1"/>
            <a:r>
              <a:rPr lang="zh-CN" altLang="en-US" dirty="0"/>
              <a:t>选择</a:t>
            </a:r>
            <a:r>
              <a:rPr lang="en-US" altLang="zh-CN" dirty="0"/>
              <a:t>SOA </a:t>
            </a:r>
            <a:r>
              <a:rPr lang="zh-CN" altLang="en-US" dirty="0"/>
              <a:t>扩展</a:t>
            </a:r>
            <a:endParaRPr lang="en-US" altLang="zh-CN" dirty="0"/>
          </a:p>
          <a:p>
            <a:r>
              <a:rPr lang="zh-CN" altLang="en-US" dirty="0"/>
              <a:t>设计服务</a:t>
            </a:r>
            <a:endParaRPr lang="en-US" altLang="zh-CN" dirty="0"/>
          </a:p>
          <a:p>
            <a:pPr lvl="1"/>
            <a:r>
              <a:rPr lang="zh-CN" altLang="en-US" dirty="0"/>
              <a:t>设计以实体为核心的业务服务</a:t>
            </a:r>
            <a:endParaRPr lang="en-US" altLang="zh-CN" dirty="0"/>
          </a:p>
          <a:p>
            <a:pPr lvl="1"/>
            <a:r>
              <a:rPr lang="zh-CN" altLang="en-US" dirty="0"/>
              <a:t>设计应用服务</a:t>
            </a:r>
            <a:endParaRPr lang="en-US" altLang="zh-CN" dirty="0"/>
          </a:p>
          <a:p>
            <a:pPr lvl="1"/>
            <a:r>
              <a:rPr lang="zh-CN" altLang="en-US" dirty="0"/>
              <a:t>设计以任务为核心的业务服务</a:t>
            </a:r>
            <a:endParaRPr lang="en-US" altLang="zh-CN" dirty="0"/>
          </a:p>
          <a:p>
            <a:r>
              <a:rPr lang="zh-CN" altLang="en-US" dirty="0"/>
              <a:t>设计面向服务业务过程</a:t>
            </a:r>
          </a:p>
        </p:txBody>
      </p:sp>
      <p:sp>
        <p:nvSpPr>
          <p:cNvPr id="5124" name="灯片编号占位符 3"/>
          <p:cNvSpPr>
            <a:spLocks noGrp="1"/>
          </p:cNvSpPr>
          <p:nvPr>
            <p:ph type="sldNum" sz="quarter" idx="11"/>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59BA762B-0E02-4E37-9456-A9DDBAE8DCAD}" type="slidenum">
              <a:rPr lang="en-US" altLang="zh-CN" smtClean="0"/>
              <a:pPr/>
              <a:t>3</a:t>
            </a:fld>
            <a:endParaRPr lang="en-US" altLang="zh-CN"/>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p:nvPr>
        </p:nvSpPr>
        <p:spPr/>
        <p:txBody>
          <a:bodyPr/>
          <a:lstStyle/>
          <a:p>
            <a:r>
              <a:rPr lang="zh-CN" altLang="en-US"/>
              <a:t>组合</a:t>
            </a:r>
            <a:r>
              <a:rPr lang="en-US" altLang="zh-CN"/>
              <a:t>SOA——</a:t>
            </a:r>
            <a:r>
              <a:rPr lang="zh-CN" altLang="en-US"/>
              <a:t>选择服务层</a:t>
            </a:r>
          </a:p>
        </p:txBody>
      </p:sp>
      <p:sp>
        <p:nvSpPr>
          <p:cNvPr id="3" name="内容占位符 2"/>
          <p:cNvSpPr>
            <a:spLocks noGrp="1"/>
          </p:cNvSpPr>
          <p:nvPr>
            <p:ph sz="half" idx="1"/>
          </p:nvPr>
        </p:nvSpPr>
        <p:spPr/>
        <p:txBody>
          <a:bodyPr/>
          <a:lstStyle/>
          <a:p>
            <a:r>
              <a:rPr lang="zh-CN" altLang="en-US" dirty="0"/>
              <a:t>讨论如何配置服务层</a:t>
            </a:r>
            <a:endParaRPr lang="en-US" altLang="zh-CN" dirty="0"/>
          </a:p>
          <a:p>
            <a:pPr lvl="1"/>
            <a:r>
              <a:rPr lang="zh-CN" altLang="en-US" sz="2200" dirty="0"/>
              <a:t>现有配置</a:t>
            </a:r>
            <a:r>
              <a:rPr lang="en-US" altLang="zh-CN" sz="2200" dirty="0"/>
              <a:t>(Existing configurations) </a:t>
            </a:r>
          </a:p>
          <a:p>
            <a:pPr lvl="2"/>
            <a:r>
              <a:rPr lang="zh-CN" altLang="en-US" sz="1900" dirty="0"/>
              <a:t>“如果服务层已经标准化”</a:t>
            </a:r>
            <a:endParaRPr lang="en-US" altLang="zh-CN" sz="1900" dirty="0"/>
          </a:p>
          <a:p>
            <a:pPr lvl="1"/>
            <a:r>
              <a:rPr lang="zh-CN" altLang="en-US" sz="2200" dirty="0"/>
              <a:t>必需的标准</a:t>
            </a:r>
            <a:r>
              <a:rPr lang="en-US" altLang="zh-CN" sz="2200" dirty="0"/>
              <a:t>(Required standards)</a:t>
            </a:r>
          </a:p>
          <a:p>
            <a:pPr lvl="2"/>
            <a:r>
              <a:rPr lang="zh-CN" altLang="en-US" dirty="0"/>
              <a:t>“</a:t>
            </a:r>
            <a:r>
              <a:rPr lang="zh-CN" altLang="en-US" sz="1900" dirty="0"/>
              <a:t>如果重新构建服务层”</a:t>
            </a:r>
            <a:endParaRPr lang="en-US" altLang="zh-CN" sz="1900" dirty="0"/>
          </a:p>
          <a:p>
            <a:pPr lvl="1"/>
            <a:r>
              <a:rPr lang="zh-CN" altLang="en-US" sz="2200" dirty="0"/>
              <a:t>服务组合性能</a:t>
            </a:r>
            <a:r>
              <a:rPr lang="en-US" altLang="zh-CN" sz="2200" dirty="0"/>
              <a:t>(Service composition performance) </a:t>
            </a:r>
          </a:p>
          <a:p>
            <a:pPr lvl="2"/>
            <a:r>
              <a:rPr lang="zh-CN" altLang="en-US" sz="1900" dirty="0"/>
              <a:t>“灵活”</a:t>
            </a:r>
            <a:r>
              <a:rPr lang="en-US" altLang="zh-CN" sz="1900" dirty="0"/>
              <a:t>vs. </a:t>
            </a:r>
            <a:r>
              <a:rPr lang="zh-CN" altLang="en-US" sz="1900" dirty="0"/>
              <a:t>“性能”</a:t>
            </a:r>
            <a:endParaRPr lang="en-US" altLang="zh-CN" sz="1900" dirty="0"/>
          </a:p>
          <a:p>
            <a:pPr lvl="2"/>
            <a:endParaRPr lang="en-US" altLang="zh-CN" dirty="0"/>
          </a:p>
        </p:txBody>
      </p:sp>
      <p:sp>
        <p:nvSpPr>
          <p:cNvPr id="5" name="内容占位符 4"/>
          <p:cNvSpPr>
            <a:spLocks noGrp="1"/>
          </p:cNvSpPr>
          <p:nvPr>
            <p:ph sz="half" idx="2"/>
          </p:nvPr>
        </p:nvSpPr>
        <p:spPr/>
        <p:txBody>
          <a:bodyPr>
            <a:normAutofit fontScale="92500" lnSpcReduction="10000"/>
          </a:bodyPr>
          <a:lstStyle/>
          <a:p>
            <a:pPr lvl="1"/>
            <a:r>
              <a:rPr lang="zh-CN" altLang="en-US" dirty="0"/>
              <a:t>服务部署</a:t>
            </a:r>
            <a:r>
              <a:rPr lang="en-US" altLang="zh-CN" dirty="0"/>
              <a:t>(Service deployment)</a:t>
            </a:r>
          </a:p>
          <a:p>
            <a:pPr lvl="2"/>
            <a:r>
              <a:rPr lang="en-US" altLang="zh-CN" dirty="0"/>
              <a:t>“</a:t>
            </a:r>
            <a:r>
              <a:rPr lang="zh-CN" altLang="en-US" dirty="0"/>
              <a:t>分布式环境的性能和冗余”</a:t>
            </a:r>
            <a:endParaRPr lang="en-US" altLang="zh-CN" dirty="0"/>
          </a:p>
          <a:p>
            <a:pPr lvl="1"/>
            <a:r>
              <a:rPr lang="zh-CN" altLang="en-US" dirty="0"/>
              <a:t>服务版本控制</a:t>
            </a:r>
            <a:r>
              <a:rPr lang="en-US" altLang="zh-CN" dirty="0"/>
              <a:t>(Service versioning) </a:t>
            </a:r>
          </a:p>
          <a:p>
            <a:pPr lvl="2"/>
            <a:r>
              <a:rPr lang="zh-CN" altLang="en-US" dirty="0"/>
              <a:t>“接口稳定”</a:t>
            </a:r>
            <a:r>
              <a:rPr lang="en-US" altLang="zh-CN" dirty="0"/>
              <a:t>vs.</a:t>
            </a:r>
            <a:r>
              <a:rPr lang="zh-CN" altLang="en-US" dirty="0"/>
              <a:t>“功能扩展”</a:t>
            </a:r>
            <a:endParaRPr lang="en-US" altLang="zh-CN" dirty="0"/>
          </a:p>
          <a:p>
            <a:pPr lvl="1"/>
            <a:r>
              <a:rPr lang="zh-CN" altLang="en-US" dirty="0"/>
              <a:t>业务服务与</a:t>
            </a:r>
            <a:r>
              <a:rPr lang="en-US" altLang="zh-CN" dirty="0"/>
              <a:t>XSD schema</a:t>
            </a:r>
            <a:r>
              <a:rPr lang="zh-CN" altLang="en-US" dirty="0"/>
              <a:t>设计</a:t>
            </a:r>
            <a:r>
              <a:rPr lang="en-US" altLang="zh-CN" dirty="0"/>
              <a:t>(Business service and XSD schema designs) </a:t>
            </a:r>
          </a:p>
          <a:p>
            <a:pPr lvl="2"/>
            <a:r>
              <a:rPr lang="zh-CN" altLang="en-US" dirty="0"/>
              <a:t>“与企业模型保持一致”</a:t>
            </a:r>
            <a:endParaRPr lang="en-US" altLang="zh-CN" dirty="0"/>
          </a:p>
          <a:p>
            <a:pPr lvl="1"/>
            <a:r>
              <a:rPr lang="zh-CN" altLang="en-US" dirty="0"/>
              <a:t>业务服务维护</a:t>
            </a:r>
            <a:r>
              <a:rPr lang="en-US" altLang="zh-CN" dirty="0"/>
              <a:t>(Business service maintenance)</a:t>
            </a:r>
            <a:r>
              <a:rPr lang="zh-CN" altLang="en-US" dirty="0"/>
              <a:t> </a:t>
            </a:r>
            <a:endParaRPr lang="en-US" altLang="zh-CN" dirty="0"/>
          </a:p>
        </p:txBody>
      </p:sp>
      <p:sp>
        <p:nvSpPr>
          <p:cNvPr id="6149" name="灯片编号占位符 3"/>
          <p:cNvSpPr>
            <a:spLocks noGrp="1"/>
          </p:cNvSpPr>
          <p:nvPr>
            <p:ph type="sldNum" sz="quarter" idx="12"/>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62F64EA4-AC86-4B00-AC8A-44E51C5F949D}" type="slidenum">
              <a:rPr lang="en-US" altLang="zh-CN" smtClean="0"/>
              <a:pPr/>
              <a:t>4</a:t>
            </a:fld>
            <a:endParaRPr lang="en-US" altLang="zh-CN"/>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5"/>
          <p:cNvSpPr>
            <a:spLocks noGrp="1"/>
          </p:cNvSpPr>
          <p:nvPr>
            <p:ph type="title"/>
          </p:nvPr>
        </p:nvSpPr>
        <p:spPr/>
        <p:txBody>
          <a:bodyPr/>
          <a:lstStyle/>
          <a:p>
            <a:r>
              <a:rPr lang="zh-CN" altLang="en-US"/>
              <a:t>组合</a:t>
            </a:r>
            <a:r>
              <a:rPr lang="en-US" altLang="zh-CN"/>
              <a:t>SOA——</a:t>
            </a:r>
            <a:r>
              <a:rPr lang="zh-CN" altLang="en-US"/>
              <a:t>定位核心</a:t>
            </a:r>
            <a:r>
              <a:rPr lang="en-US" altLang="zh-CN"/>
              <a:t>SOA </a:t>
            </a:r>
            <a:r>
              <a:rPr lang="zh-CN" altLang="en-US"/>
              <a:t>标准</a:t>
            </a:r>
          </a:p>
        </p:txBody>
      </p:sp>
      <p:sp>
        <p:nvSpPr>
          <p:cNvPr id="7171" name="内容占位符 6"/>
          <p:cNvSpPr>
            <a:spLocks noGrp="1"/>
          </p:cNvSpPr>
          <p:nvPr>
            <p:ph idx="1"/>
          </p:nvPr>
        </p:nvSpPr>
        <p:spPr>
          <a:xfrm>
            <a:off x="457200" y="1052737"/>
            <a:ext cx="8229600" cy="720079"/>
          </a:xfrm>
        </p:spPr>
        <p:txBody>
          <a:bodyPr/>
          <a:lstStyle/>
          <a:p>
            <a:r>
              <a:rPr lang="zh-CN" altLang="en-US" dirty="0"/>
              <a:t>遵循行业标准</a:t>
            </a:r>
            <a:endParaRPr lang="en-US" altLang="zh-CN" dirty="0"/>
          </a:p>
        </p:txBody>
      </p:sp>
      <p:sp>
        <p:nvSpPr>
          <p:cNvPr id="7172" name="灯片编号占位符 4"/>
          <p:cNvSpPr>
            <a:spLocks noGrp="1"/>
          </p:cNvSpPr>
          <p:nvPr>
            <p:ph type="sldNum" sz="quarter" idx="11"/>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47F5CF33-F885-49B1-8C23-340EEEF48119}" type="slidenum">
              <a:rPr lang="en-US" altLang="zh-CN" smtClean="0"/>
              <a:pPr/>
              <a:t>5</a:t>
            </a:fld>
            <a:endParaRPr lang="en-US" altLang="zh-CN"/>
          </a:p>
        </p:txBody>
      </p:sp>
      <p:pic>
        <p:nvPicPr>
          <p:cNvPr id="3" name="图片 2"/>
          <p:cNvPicPr>
            <a:picLocks noChangeAspect="1"/>
          </p:cNvPicPr>
          <p:nvPr/>
        </p:nvPicPr>
        <p:blipFill>
          <a:blip r:embed="rId3"/>
          <a:stretch>
            <a:fillRect/>
          </a:stretch>
        </p:blipFill>
        <p:spPr>
          <a:xfrm>
            <a:off x="1771785" y="1628800"/>
            <a:ext cx="5600430" cy="4688309"/>
          </a:xfrm>
          <a:prstGeom prst="rect">
            <a:avLst/>
          </a:prstGeom>
        </p:spPr>
      </p:pic>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en-US" altLang="zh-CN" sz="2800" dirty="0"/>
              <a:t>WS-I </a:t>
            </a:r>
            <a:r>
              <a:rPr lang="zh-CN" altLang="en-US" sz="2800" dirty="0"/>
              <a:t>基本概要 </a:t>
            </a:r>
            <a:r>
              <a:rPr lang="en-US" altLang="zh-CN" sz="2800" dirty="0"/>
              <a:t>(WS-I Basic Profile)1.0,1.1 ——</a:t>
            </a:r>
            <a:r>
              <a:rPr lang="zh-CN" altLang="en-US" sz="2800" dirty="0"/>
              <a:t>协议构成</a:t>
            </a:r>
          </a:p>
        </p:txBody>
      </p:sp>
      <p:sp>
        <p:nvSpPr>
          <p:cNvPr id="3" name="内容占位符 2"/>
          <p:cNvSpPr>
            <a:spLocks noGrp="1"/>
          </p:cNvSpPr>
          <p:nvPr>
            <p:ph sz="half" idx="1"/>
          </p:nvPr>
        </p:nvSpPr>
        <p:spPr/>
        <p:txBody>
          <a:bodyPr/>
          <a:lstStyle/>
          <a:p>
            <a:r>
              <a:rPr lang="en-US" altLang="zh-CN" sz="2400" dirty="0"/>
              <a:t>SOAP 1.1</a:t>
            </a:r>
          </a:p>
          <a:p>
            <a:r>
              <a:rPr lang="en-US" altLang="zh-CN" sz="2400" dirty="0"/>
              <a:t>WSDL 1.1</a:t>
            </a:r>
          </a:p>
          <a:p>
            <a:r>
              <a:rPr lang="en-US" altLang="zh-CN" sz="2400" dirty="0"/>
              <a:t>UDDI 2.0</a:t>
            </a:r>
          </a:p>
          <a:p>
            <a:r>
              <a:rPr lang="en-US" altLang="zh-CN" sz="2400" dirty="0"/>
              <a:t>XML 1.0</a:t>
            </a:r>
            <a:r>
              <a:rPr lang="zh-CN" altLang="en-US" sz="2400" dirty="0"/>
              <a:t>（第二版）</a:t>
            </a:r>
          </a:p>
          <a:p>
            <a:r>
              <a:rPr lang="en-US" altLang="zh-CN" sz="2400" dirty="0"/>
              <a:t>XML Schema </a:t>
            </a:r>
            <a:r>
              <a:rPr lang="zh-CN" altLang="en-US" sz="2400" dirty="0"/>
              <a:t>第一部分（结构）</a:t>
            </a:r>
            <a:endParaRPr lang="en-US" altLang="zh-CN" sz="2400" dirty="0"/>
          </a:p>
          <a:p>
            <a:r>
              <a:rPr lang="en-US" altLang="zh-CN" sz="2400" dirty="0"/>
              <a:t>XML Schema </a:t>
            </a:r>
            <a:r>
              <a:rPr lang="zh-CN" altLang="en-US" sz="2400" dirty="0"/>
              <a:t>第二部分（数据类型）</a:t>
            </a:r>
            <a:endParaRPr lang="en-US" altLang="zh-CN" sz="2400" dirty="0"/>
          </a:p>
          <a:p>
            <a:endParaRPr lang="zh-CN" altLang="en-US" sz="2400" dirty="0"/>
          </a:p>
        </p:txBody>
      </p:sp>
      <p:sp>
        <p:nvSpPr>
          <p:cNvPr id="5" name="内容占位符 4"/>
          <p:cNvSpPr>
            <a:spLocks noGrp="1"/>
          </p:cNvSpPr>
          <p:nvPr>
            <p:ph sz="half" idx="2"/>
          </p:nvPr>
        </p:nvSpPr>
        <p:spPr/>
        <p:txBody>
          <a:bodyPr>
            <a:normAutofit fontScale="85000" lnSpcReduction="20000"/>
          </a:bodyPr>
          <a:lstStyle/>
          <a:p>
            <a:r>
              <a:rPr lang="en-US" altLang="zh-CN" dirty="0"/>
              <a:t>RFC2246 </a:t>
            </a:r>
            <a:r>
              <a:rPr lang="zh-CN" altLang="en-US" dirty="0"/>
              <a:t>：传输层安全性协议（</a:t>
            </a:r>
            <a:r>
              <a:rPr lang="en-US" altLang="zh-CN" dirty="0"/>
              <a:t>TLS</a:t>
            </a:r>
            <a:r>
              <a:rPr lang="zh-CN" altLang="en-US" dirty="0"/>
              <a:t>）</a:t>
            </a:r>
            <a:r>
              <a:rPr lang="en-US" altLang="zh-CN" dirty="0"/>
              <a:t>1.0</a:t>
            </a:r>
          </a:p>
          <a:p>
            <a:r>
              <a:rPr lang="en-US" altLang="zh-CN" dirty="0"/>
              <a:t>RFC2459</a:t>
            </a:r>
            <a:r>
              <a:rPr lang="zh-CN" altLang="en-US" dirty="0"/>
              <a:t>：因特网 </a:t>
            </a:r>
            <a:r>
              <a:rPr lang="en-US" altLang="zh-CN" dirty="0"/>
              <a:t>X.509 </a:t>
            </a:r>
            <a:r>
              <a:rPr lang="zh-CN" altLang="en-US" dirty="0"/>
              <a:t>公钥基础架构证书与 </a:t>
            </a:r>
            <a:r>
              <a:rPr lang="en-US" altLang="zh-CN" dirty="0"/>
              <a:t>CRL </a:t>
            </a:r>
            <a:r>
              <a:rPr lang="zh-CN" altLang="en-US" dirty="0"/>
              <a:t>概要</a:t>
            </a:r>
            <a:endParaRPr lang="en-US" altLang="zh-CN" dirty="0"/>
          </a:p>
          <a:p>
            <a:r>
              <a:rPr lang="en-US" altLang="zh-CN" dirty="0"/>
              <a:t>RFC2616</a:t>
            </a:r>
            <a:r>
              <a:rPr lang="zh-CN" altLang="en-US" dirty="0"/>
              <a:t>：超文本传输协议（</a:t>
            </a:r>
            <a:r>
              <a:rPr lang="en-US" altLang="zh-CN" dirty="0"/>
              <a:t>HTTP</a:t>
            </a:r>
            <a:r>
              <a:rPr lang="zh-CN" altLang="en-US" dirty="0"/>
              <a:t>） </a:t>
            </a:r>
            <a:r>
              <a:rPr lang="en-US" altLang="zh-CN" dirty="0"/>
              <a:t>1.1</a:t>
            </a:r>
          </a:p>
          <a:p>
            <a:r>
              <a:rPr lang="en-US" altLang="zh-CN" dirty="0"/>
              <a:t>RFC2818</a:t>
            </a:r>
            <a:r>
              <a:rPr lang="zh-CN" altLang="en-US" dirty="0"/>
              <a:t>：</a:t>
            </a:r>
            <a:r>
              <a:rPr lang="en-US" altLang="zh-CN" dirty="0"/>
              <a:t>TLS </a:t>
            </a:r>
            <a:r>
              <a:rPr lang="zh-CN" altLang="en-US" dirty="0"/>
              <a:t>上的 </a:t>
            </a:r>
            <a:r>
              <a:rPr lang="en-US" altLang="zh-CN" dirty="0"/>
              <a:t>HTTP</a:t>
            </a:r>
          </a:p>
          <a:p>
            <a:r>
              <a:rPr lang="en-US" altLang="zh-CN" dirty="0"/>
              <a:t>RFC296</a:t>
            </a:r>
            <a:r>
              <a:rPr lang="zh-CN" altLang="en-US" dirty="0"/>
              <a:t>：</a:t>
            </a:r>
            <a:r>
              <a:rPr lang="en-US" altLang="zh-CN" dirty="0"/>
              <a:t>HTTP </a:t>
            </a:r>
            <a:r>
              <a:rPr lang="zh-CN" altLang="en-US" dirty="0"/>
              <a:t>状态管理机制</a:t>
            </a:r>
            <a:endParaRPr lang="en-US" altLang="zh-CN" dirty="0"/>
          </a:p>
          <a:p>
            <a:r>
              <a:rPr lang="zh-CN" altLang="en-US" dirty="0"/>
              <a:t>安全套接字层协议（</a:t>
            </a:r>
            <a:r>
              <a:rPr lang="en-US" altLang="zh-CN" dirty="0"/>
              <a:t>SSL</a:t>
            </a:r>
            <a:r>
              <a:rPr lang="zh-CN" altLang="en-US" dirty="0"/>
              <a:t>） </a:t>
            </a:r>
            <a:r>
              <a:rPr lang="en-US" altLang="zh-CN" dirty="0"/>
              <a:t>3.0</a:t>
            </a:r>
          </a:p>
        </p:txBody>
      </p:sp>
      <p:sp>
        <p:nvSpPr>
          <p:cNvPr id="9221" name="灯片编号占位符 3"/>
          <p:cNvSpPr>
            <a:spLocks noGrp="1"/>
          </p:cNvSpPr>
          <p:nvPr>
            <p:ph type="sldNum" sz="quarter" idx="12"/>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6CAF3B82-9016-4DF7-A190-88EF109D63DA}" type="slidenum">
              <a:rPr lang="en-US" altLang="zh-CN" smtClean="0"/>
              <a:pPr/>
              <a:t>6</a:t>
            </a:fld>
            <a:endParaRPr lang="en-US" altLang="zh-CN"/>
          </a:p>
        </p:txBody>
      </p:sp>
      <p:sp>
        <p:nvSpPr>
          <p:cNvPr id="7" name="内容占位符 2"/>
          <p:cNvSpPr txBox="1">
            <a:spLocks/>
          </p:cNvSpPr>
          <p:nvPr/>
        </p:nvSpPr>
        <p:spPr bwMode="auto">
          <a:xfrm>
            <a:off x="464132" y="5072062"/>
            <a:ext cx="4038600" cy="1223963"/>
          </a:xfrm>
          <a:prstGeom prst="rect">
            <a:avLst/>
          </a:prstGeom>
          <a:noFill/>
          <a:ln w="9525">
            <a:noFill/>
            <a:miter lim="800000"/>
            <a:headEnd/>
            <a:tailEnd/>
          </a:ln>
        </p:spPr>
        <p:txBody>
          <a:bodyPr>
            <a:normAutofit/>
          </a:bodyPr>
          <a:lstStyle/>
          <a:p>
            <a:pPr marL="363538" indent="-363538">
              <a:spcBef>
                <a:spcPct val="20000"/>
              </a:spcBef>
              <a:buClr>
                <a:srgbClr val="00607A"/>
              </a:buClr>
              <a:buFont typeface="Wingdings" pitchFamily="2" charset="2"/>
              <a:buChar char="l"/>
              <a:defRPr/>
            </a:pPr>
            <a:r>
              <a:rPr lang="zh-CN" altLang="en-US" sz="2400" dirty="0">
                <a:solidFill>
                  <a:srgbClr val="00607A"/>
                </a:solidFill>
                <a:latin typeface="+mn-lt"/>
                <a:ea typeface="+mn-ea"/>
              </a:rPr>
              <a:t>简单</a:t>
            </a:r>
            <a:r>
              <a:rPr lang="en-US" altLang="zh-CN" sz="2400" dirty="0">
                <a:solidFill>
                  <a:srgbClr val="00607A"/>
                </a:solidFill>
                <a:latin typeface="+mn-lt"/>
                <a:ea typeface="+mn-ea"/>
              </a:rPr>
              <a:t>SOAP</a:t>
            </a:r>
            <a:r>
              <a:rPr lang="zh-CN" altLang="en-US" sz="2400" dirty="0">
                <a:solidFill>
                  <a:srgbClr val="00607A"/>
                </a:solidFill>
                <a:latin typeface="+mn-lt"/>
                <a:ea typeface="+mn-ea"/>
              </a:rPr>
              <a:t>绑定概要 </a:t>
            </a:r>
            <a:r>
              <a:rPr lang="en-US" altLang="zh-CN" sz="2400" dirty="0">
                <a:solidFill>
                  <a:srgbClr val="00607A"/>
                </a:solidFill>
                <a:latin typeface="+mn-lt"/>
                <a:ea typeface="+mn-ea"/>
              </a:rPr>
              <a:t>Simple SOAP Binding Profile</a:t>
            </a:r>
            <a:r>
              <a:rPr lang="zh-CN" altLang="en-US" sz="2400" dirty="0">
                <a:solidFill>
                  <a:srgbClr val="00607A"/>
                </a:solidFill>
                <a:latin typeface="+mn-lt"/>
                <a:ea typeface="+mn-ea"/>
              </a:rPr>
              <a:t>（</a:t>
            </a:r>
            <a:r>
              <a:rPr lang="en-US" altLang="zh-CN" sz="2400" dirty="0">
                <a:solidFill>
                  <a:srgbClr val="00607A"/>
                </a:solidFill>
                <a:latin typeface="+mn-lt"/>
                <a:ea typeface="+mn-ea"/>
              </a:rPr>
              <a:t>SSBP</a:t>
            </a:r>
            <a:r>
              <a:rPr lang="zh-CN" altLang="en-US" sz="2400" dirty="0">
                <a:solidFill>
                  <a:srgbClr val="00607A"/>
                </a:solidFill>
                <a:latin typeface="+mn-lt"/>
                <a:ea typeface="+mn-ea"/>
              </a:rPr>
              <a:t>）</a:t>
            </a:r>
          </a:p>
        </p:txBody>
      </p:sp>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down)">
                                      <p:cBhvr>
                                        <p:cTn id="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allAtOnce"/>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en-US" altLang="zh-CN" sz="2800" dirty="0"/>
              <a:t>WS-I </a:t>
            </a:r>
            <a:r>
              <a:rPr lang="zh-CN" altLang="en-US" sz="2800" dirty="0"/>
              <a:t>基本概要 </a:t>
            </a:r>
            <a:r>
              <a:rPr lang="en-US" altLang="zh-CN" sz="2800" dirty="0"/>
              <a:t>(WS-I Basic Profile)1.0,1.1 ——</a:t>
            </a:r>
            <a:r>
              <a:rPr lang="zh-CN" altLang="en-US" sz="2800" dirty="0"/>
              <a:t>设计标准范例</a:t>
            </a:r>
          </a:p>
        </p:txBody>
      </p:sp>
      <p:sp>
        <p:nvSpPr>
          <p:cNvPr id="8" name="内容占位符 7"/>
          <p:cNvSpPr>
            <a:spLocks noGrp="1"/>
          </p:cNvSpPr>
          <p:nvPr>
            <p:ph idx="1"/>
          </p:nvPr>
        </p:nvSpPr>
        <p:spPr/>
        <p:txBody>
          <a:bodyPr>
            <a:normAutofit/>
          </a:bodyPr>
          <a:lstStyle/>
          <a:p>
            <a:r>
              <a:rPr lang="en-US" altLang="zh-CN" sz="2400" dirty="0"/>
              <a:t>SOAP </a:t>
            </a:r>
            <a:r>
              <a:rPr lang="zh-CN" altLang="en-US" sz="2400" dirty="0"/>
              <a:t>封套（</a:t>
            </a:r>
            <a:r>
              <a:rPr lang="en-US" altLang="zh-CN" sz="2400" dirty="0"/>
              <a:t>envelop</a:t>
            </a:r>
            <a:r>
              <a:rPr lang="zh-CN" altLang="en-US" sz="2400" dirty="0"/>
              <a:t>）不能包含文档类型声明（指向</a:t>
            </a:r>
            <a:r>
              <a:rPr lang="en-US" altLang="zh-CN" sz="2400" dirty="0"/>
              <a:t>DTD</a:t>
            </a:r>
            <a:r>
              <a:rPr lang="zh-CN" altLang="en-US" sz="2400" dirty="0"/>
              <a:t>脚本）或处理指令（</a:t>
            </a:r>
            <a:r>
              <a:rPr lang="en-US" altLang="zh-CN" sz="2400" dirty="0"/>
              <a:t>PI</a:t>
            </a:r>
            <a:r>
              <a:rPr lang="zh-CN" altLang="en-US" sz="2400" dirty="0"/>
              <a:t>）</a:t>
            </a:r>
            <a:endParaRPr lang="en-US" altLang="zh-CN" sz="2400" dirty="0"/>
          </a:p>
          <a:p>
            <a:r>
              <a:rPr lang="zh-CN" altLang="en-US" sz="2400" dirty="0"/>
              <a:t>不鼓励在</a:t>
            </a:r>
            <a:r>
              <a:rPr lang="en-US" altLang="zh-CN" sz="2400" dirty="0"/>
              <a:t>SOAP </a:t>
            </a:r>
            <a:r>
              <a:rPr lang="zh-CN" altLang="en-US" sz="2400" dirty="0"/>
              <a:t>封套（</a:t>
            </a:r>
            <a:r>
              <a:rPr lang="en-US" altLang="zh-CN" sz="2400" dirty="0"/>
              <a:t>envelop</a:t>
            </a:r>
            <a:r>
              <a:rPr lang="zh-CN" altLang="en-US" sz="2400" dirty="0"/>
              <a:t>）中使用</a:t>
            </a:r>
            <a:r>
              <a:rPr lang="en-US" altLang="zh-CN" sz="2400" dirty="0" err="1"/>
              <a:t>encodingStyle</a:t>
            </a:r>
            <a:r>
              <a:rPr lang="zh-CN" altLang="en-US" sz="2400" dirty="0"/>
              <a:t>属性</a:t>
            </a:r>
            <a:endParaRPr lang="en-US" altLang="zh-CN" sz="2400" dirty="0"/>
          </a:p>
          <a:p>
            <a:r>
              <a:rPr lang="zh-CN" altLang="en-US" sz="2400" dirty="0"/>
              <a:t>如其他消息头块（</a:t>
            </a:r>
            <a:r>
              <a:rPr lang="en-US" altLang="zh-CN" sz="2400" dirty="0"/>
              <a:t>header block</a:t>
            </a:r>
            <a:r>
              <a:rPr lang="zh-CN" altLang="en-US" sz="2400" dirty="0"/>
              <a:t>）和消息体（</a:t>
            </a:r>
            <a:r>
              <a:rPr lang="en-US" altLang="zh-CN" sz="2400" dirty="0"/>
              <a:t>body</a:t>
            </a:r>
            <a:r>
              <a:rPr lang="zh-CN" altLang="en-US" sz="2400" dirty="0"/>
              <a:t>）需要，必须在对它们进行处理前，完成对所需</a:t>
            </a:r>
            <a:r>
              <a:rPr lang="en-US" altLang="zh-CN" sz="2400" dirty="0"/>
              <a:t>SOAP</a:t>
            </a:r>
            <a:r>
              <a:rPr lang="zh-CN" altLang="en-US" sz="2400" dirty="0"/>
              <a:t>头块的检查</a:t>
            </a:r>
            <a:endParaRPr lang="en-US" altLang="zh-CN" sz="2400" dirty="0"/>
          </a:p>
          <a:p>
            <a:r>
              <a:rPr lang="zh-CN" altLang="en-US" sz="2400" dirty="0"/>
              <a:t>当在</a:t>
            </a:r>
            <a:r>
              <a:rPr lang="en-US" altLang="zh-CN" sz="2400" dirty="0"/>
              <a:t>WSDL </a:t>
            </a:r>
            <a:r>
              <a:rPr lang="zh-CN" altLang="en-US" sz="2400" dirty="0"/>
              <a:t>的消息（</a:t>
            </a:r>
            <a:r>
              <a:rPr lang="en-US" altLang="zh-CN" sz="2400" dirty="0"/>
              <a:t>message</a:t>
            </a:r>
            <a:r>
              <a:rPr lang="zh-CN" altLang="en-US" sz="2400" dirty="0"/>
              <a:t>）结构中使用参数（</a:t>
            </a:r>
            <a:r>
              <a:rPr lang="en-US" altLang="zh-CN" sz="2400" dirty="0"/>
              <a:t>part</a:t>
            </a:r>
            <a:r>
              <a:rPr lang="zh-CN" altLang="en-US" sz="2400" dirty="0"/>
              <a:t>）结构中使用元素（</a:t>
            </a:r>
            <a:r>
              <a:rPr lang="en-US" altLang="zh-CN" sz="2400" dirty="0"/>
              <a:t>element</a:t>
            </a:r>
            <a:r>
              <a:rPr lang="zh-CN" altLang="en-US" sz="2400" dirty="0"/>
              <a:t>）来指定数据类型时，必须引用全局元素声明</a:t>
            </a:r>
            <a:endParaRPr lang="en-US" altLang="zh-CN" sz="2400" dirty="0"/>
          </a:p>
          <a:p>
            <a:r>
              <a:rPr lang="en-US" altLang="zh-CN" sz="2400" dirty="0"/>
              <a:t>SOAP</a:t>
            </a:r>
            <a:r>
              <a:rPr lang="zh-CN" altLang="en-US" sz="2400" dirty="0"/>
              <a:t>消息体（</a:t>
            </a:r>
            <a:r>
              <a:rPr lang="en-US" altLang="zh-CN" sz="2400" dirty="0"/>
              <a:t>body</a:t>
            </a:r>
            <a:r>
              <a:rPr lang="zh-CN" altLang="en-US" sz="2400" dirty="0"/>
              <a:t>）结构中出现的元素序列必须与对应</a:t>
            </a:r>
            <a:r>
              <a:rPr lang="en-US" altLang="zh-CN" sz="2400" dirty="0"/>
              <a:t>WSDL part</a:t>
            </a:r>
            <a:r>
              <a:rPr lang="zh-CN" altLang="en-US" sz="2400" dirty="0"/>
              <a:t>结构中定义的序列相同</a:t>
            </a:r>
            <a:endParaRPr lang="en-US" altLang="zh-CN" sz="2400" dirty="0"/>
          </a:p>
          <a:p>
            <a:r>
              <a:rPr lang="en-US" altLang="zh-CN" sz="2400" dirty="0"/>
              <a:t>WSDL</a:t>
            </a:r>
            <a:r>
              <a:rPr lang="zh-CN" altLang="en-US" sz="2400" dirty="0"/>
              <a:t>中的绑定（</a:t>
            </a:r>
            <a:r>
              <a:rPr lang="en-US" altLang="zh-CN" sz="2400" dirty="0"/>
              <a:t>binding</a:t>
            </a:r>
            <a:r>
              <a:rPr lang="zh-CN" altLang="en-US" sz="2400" dirty="0"/>
              <a:t>）元素只能使用 </a:t>
            </a:r>
            <a:r>
              <a:rPr lang="en-US" altLang="zh-CN" sz="2400" dirty="0"/>
              <a:t>WSDL SOAP binding</a:t>
            </a:r>
          </a:p>
        </p:txBody>
      </p:sp>
      <p:sp>
        <p:nvSpPr>
          <p:cNvPr id="10244" name="灯片编号占位符 4"/>
          <p:cNvSpPr>
            <a:spLocks noGrp="1"/>
          </p:cNvSpPr>
          <p:nvPr>
            <p:ph type="sldNum" sz="quarter" idx="11"/>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55B6149D-4EE9-4D9D-AAE5-637C4A03CD83}" type="slidenum">
              <a:rPr lang="en-US" altLang="zh-CN" smtClean="0"/>
              <a:pPr/>
              <a:t>7</a:t>
            </a:fld>
            <a:endParaRPr lang="en-US" altLang="zh-CN"/>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p:txBody>
          <a:bodyPr/>
          <a:lstStyle/>
          <a:p>
            <a:r>
              <a:rPr lang="zh-CN" altLang="en-US" dirty="0"/>
              <a:t>除此之外</a:t>
            </a:r>
            <a:r>
              <a:rPr lang="en-US" altLang="zh-CN" dirty="0"/>
              <a:t>……</a:t>
            </a:r>
            <a:r>
              <a:rPr lang="zh-CN" altLang="en-US" dirty="0"/>
              <a:t>在</a:t>
            </a:r>
            <a:r>
              <a:rPr lang="en-US" altLang="zh-CN" dirty="0"/>
              <a:t>XML</a:t>
            </a:r>
            <a:r>
              <a:rPr lang="zh-CN" altLang="en-US" dirty="0"/>
              <a:t>中</a:t>
            </a:r>
          </a:p>
        </p:txBody>
      </p:sp>
      <p:sp>
        <p:nvSpPr>
          <p:cNvPr id="8195" name="内容占位符 2"/>
          <p:cNvSpPr>
            <a:spLocks noGrp="1"/>
          </p:cNvSpPr>
          <p:nvPr>
            <p:ph idx="1"/>
          </p:nvPr>
        </p:nvSpPr>
        <p:spPr/>
        <p:txBody>
          <a:bodyPr/>
          <a:lstStyle/>
          <a:p>
            <a:pPr>
              <a:lnSpc>
                <a:spcPct val="150000"/>
              </a:lnSpc>
            </a:pPr>
            <a:r>
              <a:rPr lang="zh-CN" altLang="en-US" sz="2800" dirty="0"/>
              <a:t>在分布式系统中遗留的</a:t>
            </a:r>
            <a:r>
              <a:rPr lang="en-US" altLang="zh-CN" sz="2800" dirty="0"/>
              <a:t>RPC</a:t>
            </a:r>
            <a:r>
              <a:rPr lang="zh-CN" altLang="en-US" sz="2800" dirty="0"/>
              <a:t>风格</a:t>
            </a:r>
            <a:r>
              <a:rPr lang="en-US" altLang="zh-CN" sz="2800" dirty="0"/>
              <a:t>SOAP</a:t>
            </a:r>
            <a:r>
              <a:rPr lang="zh-CN" altLang="en-US" sz="2800" dirty="0"/>
              <a:t>消息与</a:t>
            </a:r>
            <a:r>
              <a:rPr lang="en-US" altLang="zh-CN" sz="2800" dirty="0"/>
              <a:t>WS-*</a:t>
            </a:r>
            <a:r>
              <a:rPr lang="zh-CN" altLang="en-US" sz="2800" dirty="0"/>
              <a:t>规范中的文档风格</a:t>
            </a:r>
            <a:r>
              <a:rPr lang="en-US" altLang="zh-CN" sz="2800" dirty="0"/>
              <a:t>SOAP</a:t>
            </a:r>
            <a:r>
              <a:rPr lang="zh-CN" altLang="en-US" sz="2800" dirty="0"/>
              <a:t>消息相冲突</a:t>
            </a:r>
            <a:endParaRPr lang="en-US" altLang="zh-CN" sz="2800" dirty="0"/>
          </a:p>
          <a:p>
            <a:pPr>
              <a:lnSpc>
                <a:spcPct val="150000"/>
              </a:lnSpc>
            </a:pPr>
            <a:r>
              <a:rPr lang="zh-CN" altLang="en-US" sz="2800" dirty="0"/>
              <a:t>不推荐自动生成的</a:t>
            </a:r>
            <a:r>
              <a:rPr lang="en-US" altLang="zh-CN" sz="2800" dirty="0"/>
              <a:t>XML</a:t>
            </a:r>
          </a:p>
          <a:p>
            <a:pPr>
              <a:lnSpc>
                <a:spcPct val="150000"/>
              </a:lnSpc>
            </a:pPr>
            <a:r>
              <a:rPr lang="zh-CN" altLang="en-US" sz="2800" dirty="0"/>
              <a:t>在已建立的</a:t>
            </a:r>
            <a:r>
              <a:rPr lang="en-US" altLang="zh-CN" sz="2800" dirty="0"/>
              <a:t>XML</a:t>
            </a:r>
            <a:r>
              <a:rPr lang="zh-CN" altLang="en-US" sz="2800" dirty="0"/>
              <a:t>数据表示架构上搭建</a:t>
            </a:r>
            <a:r>
              <a:rPr lang="en-US" altLang="zh-CN" sz="2800" dirty="0"/>
              <a:t>SOA</a:t>
            </a:r>
          </a:p>
        </p:txBody>
      </p:sp>
      <p:sp>
        <p:nvSpPr>
          <p:cNvPr id="8196" name="灯片编号占位符 3"/>
          <p:cNvSpPr>
            <a:spLocks noGrp="1"/>
          </p:cNvSpPr>
          <p:nvPr>
            <p:ph type="sldNum" sz="quarter" idx="11"/>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BE9EE893-CB32-4C97-A8F8-A6AD687BEAD5}" type="slidenum">
              <a:rPr lang="en-US" altLang="zh-CN" smtClean="0"/>
              <a:pPr/>
              <a:t>8</a:t>
            </a:fld>
            <a:endParaRPr lang="en-US" altLang="zh-CN"/>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p:cNvSpPr>
          <p:nvPr>
            <p:ph type="title"/>
          </p:nvPr>
        </p:nvSpPr>
        <p:spPr/>
        <p:txBody>
          <a:bodyPr/>
          <a:lstStyle/>
          <a:p>
            <a:r>
              <a:rPr lang="zh-CN" altLang="en-US"/>
              <a:t>除此之外</a:t>
            </a:r>
            <a:r>
              <a:rPr lang="en-US" altLang="zh-CN"/>
              <a:t>……</a:t>
            </a:r>
            <a:r>
              <a:rPr lang="zh-CN" altLang="en-US"/>
              <a:t>在</a:t>
            </a:r>
            <a:r>
              <a:rPr lang="en-US" altLang="zh-CN"/>
              <a:t>WSDL</a:t>
            </a:r>
            <a:r>
              <a:rPr lang="zh-CN" altLang="en-US"/>
              <a:t>中 （</a:t>
            </a:r>
            <a:r>
              <a:rPr lang="en-US" altLang="zh-CN"/>
              <a:t>1/4</a:t>
            </a:r>
            <a:r>
              <a:rPr lang="zh-CN" altLang="en-US"/>
              <a:t>）</a:t>
            </a:r>
            <a:endParaRPr lang="zh-CN" altLang="en-US" dirty="0"/>
          </a:p>
        </p:txBody>
      </p:sp>
      <p:sp>
        <p:nvSpPr>
          <p:cNvPr id="3" name="内容占位符 2"/>
          <p:cNvSpPr>
            <a:spLocks noGrp="1"/>
          </p:cNvSpPr>
          <p:nvPr>
            <p:ph idx="1"/>
          </p:nvPr>
        </p:nvSpPr>
        <p:spPr/>
        <p:txBody>
          <a:bodyPr>
            <a:normAutofit fontScale="85000" lnSpcReduction="20000"/>
          </a:bodyPr>
          <a:lstStyle/>
          <a:p>
            <a:pPr>
              <a:lnSpc>
                <a:spcPct val="120000"/>
              </a:lnSpc>
            </a:pPr>
            <a:r>
              <a:rPr lang="zh-CN" altLang="en-US" dirty="0"/>
              <a:t>建立并遵循命名标准（服务端点的名称、服务操作的名称、消息值）</a:t>
            </a:r>
          </a:p>
          <a:p>
            <a:pPr lvl="1">
              <a:lnSpc>
                <a:spcPct val="120000"/>
              </a:lnSpc>
            </a:pPr>
            <a:r>
              <a:rPr lang="zh-CN" altLang="en-US" dirty="0"/>
              <a:t>具有高度跨应用复用潜力的服务候选应该始终被剥夺任何暗示它们最初构建业务流程的命名特征。如简单地命名为</a:t>
            </a:r>
            <a:r>
              <a:rPr lang="en-US" altLang="zh-CN" dirty="0" err="1"/>
              <a:t>GetTimesheetID</a:t>
            </a:r>
            <a:r>
              <a:rPr lang="en-US" altLang="zh-CN" dirty="0"/>
              <a:t> </a:t>
            </a:r>
            <a:r>
              <a:rPr lang="zh-CN" altLang="en-US" dirty="0"/>
              <a:t>或只是</a:t>
            </a:r>
            <a:r>
              <a:rPr lang="en-US" altLang="zh-CN" dirty="0" err="1"/>
              <a:t>GetID</a:t>
            </a:r>
            <a:r>
              <a:rPr lang="en-US" altLang="zh-CN" dirty="0"/>
              <a:t> </a:t>
            </a:r>
            <a:r>
              <a:rPr lang="zh-CN" altLang="en-US" dirty="0"/>
              <a:t>，而不是使用</a:t>
            </a:r>
            <a:r>
              <a:rPr lang="en-US" altLang="zh-CN" dirty="0" err="1"/>
              <a:t>GetTimesheetsubmissionID</a:t>
            </a:r>
            <a:endParaRPr lang="zh-CN" altLang="en-US" dirty="0"/>
          </a:p>
          <a:p>
            <a:pPr lvl="1">
              <a:lnSpc>
                <a:spcPct val="120000"/>
              </a:lnSpc>
            </a:pPr>
            <a:r>
              <a:rPr lang="zh-CN" altLang="en-US" dirty="0"/>
              <a:t>应用服务需要根据它们操作所分组的处理上下文来命名。使用动词</a:t>
            </a:r>
            <a:r>
              <a:rPr lang="en-US" altLang="zh-CN" dirty="0"/>
              <a:t>+</a:t>
            </a:r>
            <a:r>
              <a:rPr lang="zh-CN" altLang="en-US" dirty="0"/>
              <a:t>名词或仅仅名词的约定。如</a:t>
            </a:r>
            <a:r>
              <a:rPr lang="en-US" altLang="zh-CN" dirty="0" err="1"/>
              <a:t>CustomerDataAccess</a:t>
            </a:r>
            <a:r>
              <a:rPr lang="en-US" altLang="zh-CN" dirty="0"/>
              <a:t> </a:t>
            </a:r>
            <a:r>
              <a:rPr lang="zh-CN" altLang="en-US" dirty="0"/>
              <a:t>、</a:t>
            </a:r>
            <a:r>
              <a:rPr lang="en-US" altLang="zh-CN" dirty="0" err="1"/>
              <a:t>SaleReporting</a:t>
            </a:r>
            <a:r>
              <a:rPr lang="en-US" altLang="zh-CN" dirty="0"/>
              <a:t> </a:t>
            </a:r>
            <a:r>
              <a:rPr lang="zh-CN" altLang="en-US" dirty="0"/>
              <a:t>和</a:t>
            </a:r>
            <a:r>
              <a:rPr lang="en-US" altLang="zh-CN" dirty="0" err="1"/>
              <a:t>GetStatistics</a:t>
            </a:r>
            <a:r>
              <a:rPr lang="en-US" altLang="zh-CN" dirty="0"/>
              <a:t> </a:t>
            </a:r>
          </a:p>
          <a:p>
            <a:pPr lvl="1">
              <a:lnSpc>
                <a:spcPct val="120000"/>
              </a:lnSpc>
            </a:pPr>
            <a:r>
              <a:rPr lang="zh-CN" altLang="en-US" dirty="0"/>
              <a:t>应用服务操作的命名应清晰地与它们各自的功能本质相对应。如， </a:t>
            </a:r>
            <a:r>
              <a:rPr lang="en-US" altLang="zh-CN" dirty="0" err="1"/>
              <a:t>GetReport</a:t>
            </a:r>
            <a:r>
              <a:rPr lang="zh-CN" altLang="en-US" dirty="0"/>
              <a:t>、</a:t>
            </a:r>
            <a:r>
              <a:rPr lang="en-US" altLang="zh-CN" dirty="0" err="1"/>
              <a:t>ConvertCurrency</a:t>
            </a:r>
            <a:r>
              <a:rPr lang="zh-CN" altLang="en-US" dirty="0"/>
              <a:t>、和</a:t>
            </a:r>
            <a:r>
              <a:rPr lang="en-US" altLang="zh-CN" dirty="0" err="1"/>
              <a:t>VerifyData</a:t>
            </a:r>
            <a:endParaRPr lang="en-US" altLang="zh-CN" dirty="0"/>
          </a:p>
        </p:txBody>
      </p:sp>
      <p:sp>
        <p:nvSpPr>
          <p:cNvPr id="11268" name="灯片编号占位符 3"/>
          <p:cNvSpPr>
            <a:spLocks noGrp="1"/>
          </p:cNvSpPr>
          <p:nvPr>
            <p:ph type="sldNum" sz="quarter" idx="11"/>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4F933304-97D0-45DA-A9DA-3A1243DEBC60}" type="slidenum">
              <a:rPr lang="en-US" altLang="zh-CN" smtClean="0"/>
              <a:pPr/>
              <a:t>9</a:t>
            </a:fld>
            <a:endParaRPr lang="en-US" altLang="zh-CN"/>
          </a:p>
        </p:txBody>
      </p:sp>
    </p:spTree>
    <p:extLst>
      <p:ext uri="{BB962C8B-B14F-4D97-AF65-F5344CB8AC3E}">
        <p14:creationId xmlns:p14="http://schemas.microsoft.com/office/powerpoint/2010/main" val="3252890037"/>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除此之外</a:t>
            </a:r>
            <a:r>
              <a:rPr lang="en-US" altLang="zh-CN" dirty="0"/>
              <a:t>……</a:t>
            </a:r>
            <a:r>
              <a:rPr lang="zh-CN" altLang="en-US" dirty="0"/>
              <a:t>在</a:t>
            </a:r>
            <a:r>
              <a:rPr lang="en-US" altLang="zh-CN" dirty="0"/>
              <a:t>WSDL</a:t>
            </a:r>
            <a:r>
              <a:rPr lang="zh-CN" altLang="en-US" dirty="0"/>
              <a:t>中 （</a:t>
            </a:r>
            <a:r>
              <a:rPr lang="en-US" altLang="zh-CN" dirty="0"/>
              <a:t>2/4</a:t>
            </a:r>
            <a:r>
              <a:rPr lang="zh-CN" altLang="en-US" dirty="0"/>
              <a:t>）</a:t>
            </a:r>
          </a:p>
        </p:txBody>
      </p:sp>
      <p:sp>
        <p:nvSpPr>
          <p:cNvPr id="3" name="内容占位符 2"/>
          <p:cNvSpPr>
            <a:spLocks noGrp="1"/>
          </p:cNvSpPr>
          <p:nvPr>
            <p:ph idx="1"/>
          </p:nvPr>
        </p:nvSpPr>
        <p:spPr/>
        <p:txBody>
          <a:bodyPr/>
          <a:lstStyle/>
          <a:p>
            <a:pPr>
              <a:lnSpc>
                <a:spcPct val="120000"/>
              </a:lnSpc>
            </a:pPr>
            <a:r>
              <a:rPr lang="zh-CN" altLang="en-US" sz="2700" dirty="0"/>
              <a:t>建立并遵循命名标准（服务端点的名称、服务操作的名称、消息值）</a:t>
            </a:r>
            <a:endParaRPr lang="en-US" altLang="zh-CN" sz="2700" dirty="0"/>
          </a:p>
          <a:p>
            <a:pPr lvl="1">
              <a:lnSpc>
                <a:spcPct val="120000"/>
              </a:lnSpc>
            </a:pPr>
            <a:r>
              <a:rPr lang="zh-CN" altLang="en-US" sz="2400" dirty="0"/>
              <a:t>以实体为核心的业务服务需要保留派生出其相应服务候选的实体模型的含义。因此，所使用的命名约定必须反映那些建立在组织内的初始实体模型。通常来讲，这类服务使用只有名词的命名结构。如，</a:t>
            </a:r>
            <a:r>
              <a:rPr lang="en-US" altLang="zh-CN" sz="2400" dirty="0"/>
              <a:t>Invoice </a:t>
            </a:r>
            <a:r>
              <a:rPr lang="zh-CN" altLang="en-US" sz="2400" dirty="0"/>
              <a:t>、</a:t>
            </a:r>
            <a:r>
              <a:rPr lang="en-US" altLang="zh-CN" sz="2400" dirty="0"/>
              <a:t>Customer </a:t>
            </a:r>
            <a:r>
              <a:rPr lang="zh-CN" altLang="en-US" sz="2400" dirty="0"/>
              <a:t>与</a:t>
            </a:r>
            <a:r>
              <a:rPr lang="en-US" altLang="zh-CN" sz="2400" dirty="0"/>
              <a:t>Employee</a:t>
            </a:r>
            <a:endParaRPr lang="zh-CN" altLang="en-US" sz="2400" dirty="0"/>
          </a:p>
          <a:p>
            <a:pPr lvl="1">
              <a:lnSpc>
                <a:spcPct val="120000"/>
              </a:lnSpc>
            </a:pPr>
            <a:r>
              <a:rPr lang="zh-CN" altLang="en-US" sz="2400" dirty="0"/>
              <a:t>以实体为核心的业务服务操作应该是基于动词，并且不重复实体的名字。如，一个称为</a:t>
            </a:r>
            <a:r>
              <a:rPr lang="en-US" altLang="zh-CN" sz="2400" dirty="0"/>
              <a:t>Invoice</a:t>
            </a:r>
            <a:r>
              <a:rPr lang="zh-CN" altLang="en-US" sz="2400" dirty="0"/>
              <a:t>的以实体为核心的服务不应该具有命名为</a:t>
            </a:r>
            <a:r>
              <a:rPr lang="en-US" altLang="zh-CN" sz="2400" dirty="0" err="1"/>
              <a:t>Addlnvoice</a:t>
            </a:r>
            <a:r>
              <a:rPr lang="en-US" altLang="zh-CN" sz="2400" dirty="0"/>
              <a:t> </a:t>
            </a:r>
            <a:r>
              <a:rPr lang="zh-CN" altLang="en-US" sz="2400" dirty="0"/>
              <a:t>的操作</a:t>
            </a:r>
          </a:p>
        </p:txBody>
      </p:sp>
      <p:sp>
        <p:nvSpPr>
          <p:cNvPr id="4" name="灯片编号占位符 3"/>
          <p:cNvSpPr>
            <a:spLocks noGrp="1"/>
          </p:cNvSpPr>
          <p:nvPr>
            <p:ph type="sldNum" sz="quarter" idx="11"/>
          </p:nvPr>
        </p:nvSpPr>
        <p:spPr/>
        <p:txBody>
          <a:bodyPr/>
          <a:lstStyle/>
          <a:p>
            <a:pPr>
              <a:defRPr/>
            </a:pPr>
            <a:fld id="{D6B43046-653B-4A1E-BD7B-2DD1ED55A24A}" type="slidenum">
              <a:rPr lang="en-US" altLang="zh-CN" smtClean="0"/>
              <a:pPr>
                <a:defRPr/>
              </a:pPr>
              <a:t>10</a:t>
            </a:fld>
            <a:endParaRPr lang="en-US" altLang="zh-CN" dirty="0"/>
          </a:p>
        </p:txBody>
      </p:sp>
    </p:spTree>
    <p:extLst>
      <p:ext uri="{BB962C8B-B14F-4D97-AF65-F5344CB8AC3E}">
        <p14:creationId xmlns:p14="http://schemas.microsoft.com/office/powerpoint/2010/main" val="34008279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p:cNvSpPr>
          <p:nvPr>
            <p:ph type="title"/>
          </p:nvPr>
        </p:nvSpPr>
        <p:spPr/>
        <p:txBody>
          <a:bodyPr/>
          <a:lstStyle/>
          <a:p>
            <a:r>
              <a:rPr lang="zh-CN" altLang="en-US" dirty="0"/>
              <a:t>除此之外</a:t>
            </a:r>
            <a:r>
              <a:rPr lang="en-US" altLang="zh-CN" dirty="0"/>
              <a:t>……</a:t>
            </a:r>
            <a:r>
              <a:rPr lang="zh-CN" altLang="en-US" dirty="0"/>
              <a:t>在</a:t>
            </a:r>
            <a:r>
              <a:rPr lang="en-US" altLang="zh-CN" dirty="0"/>
              <a:t>WSDL</a:t>
            </a:r>
            <a:r>
              <a:rPr lang="zh-CN" altLang="en-US" dirty="0"/>
              <a:t>中 （</a:t>
            </a:r>
            <a:r>
              <a:rPr lang="en-US" altLang="zh-CN" dirty="0"/>
              <a:t>3/4</a:t>
            </a:r>
            <a:r>
              <a:rPr lang="zh-CN" altLang="en-US" dirty="0"/>
              <a:t>）</a:t>
            </a:r>
          </a:p>
        </p:txBody>
      </p:sp>
      <p:sp>
        <p:nvSpPr>
          <p:cNvPr id="3" name="内容占位符 2"/>
          <p:cNvSpPr>
            <a:spLocks noGrp="1"/>
          </p:cNvSpPr>
          <p:nvPr>
            <p:ph idx="1"/>
          </p:nvPr>
        </p:nvSpPr>
        <p:spPr/>
        <p:txBody>
          <a:bodyPr>
            <a:normAutofit fontScale="85000" lnSpcReduction="10000"/>
          </a:bodyPr>
          <a:lstStyle/>
          <a:p>
            <a:pPr>
              <a:lnSpc>
                <a:spcPct val="120000"/>
              </a:lnSpc>
            </a:pPr>
            <a:r>
              <a:rPr lang="zh-CN" altLang="en-US" dirty="0"/>
              <a:t>恰当的接口粒度级别</a:t>
            </a:r>
            <a:endParaRPr lang="en-US" altLang="zh-CN" dirty="0"/>
          </a:p>
          <a:p>
            <a:pPr lvl="1">
              <a:lnSpc>
                <a:spcPct val="120000"/>
              </a:lnSpc>
            </a:pPr>
            <a:r>
              <a:rPr lang="zh-CN" altLang="en-US" dirty="0"/>
              <a:t>服务接口粒度应与</a:t>
            </a:r>
            <a:r>
              <a:rPr lang="en-US" altLang="zh-CN" dirty="0"/>
              <a:t>XML</a:t>
            </a:r>
            <a:r>
              <a:rPr lang="zh-CN" altLang="en-US" dirty="0"/>
              <a:t>文档接口保持一致，否则需要引入额外工作</a:t>
            </a:r>
            <a:endParaRPr lang="en-US" altLang="zh-CN" dirty="0"/>
          </a:p>
          <a:p>
            <a:pPr lvl="1">
              <a:lnSpc>
                <a:spcPct val="120000"/>
              </a:lnSpc>
            </a:pPr>
            <a:r>
              <a:rPr lang="zh-CN" altLang="en-US" dirty="0"/>
              <a:t>粗粒度服务高性能，细粒度服务具备复用性</a:t>
            </a:r>
            <a:endParaRPr lang="en-US" altLang="zh-CN" dirty="0"/>
          </a:p>
          <a:p>
            <a:pPr lvl="2">
              <a:lnSpc>
                <a:spcPct val="120000"/>
              </a:lnSpc>
            </a:pPr>
            <a:r>
              <a:rPr lang="zh-CN" altLang="en-US" dirty="0"/>
              <a:t>全面了解部署环境的性能局限，如有必要，探求可替代的支持技术（如二进制编码扩展）</a:t>
            </a:r>
            <a:endParaRPr lang="en-US" altLang="zh-CN" dirty="0"/>
          </a:p>
          <a:p>
            <a:pPr lvl="2">
              <a:lnSpc>
                <a:spcPct val="120000"/>
              </a:lnSpc>
            </a:pPr>
            <a:r>
              <a:rPr lang="zh-CN" altLang="en-US" dirty="0"/>
              <a:t>对同样的</a:t>
            </a:r>
            <a:r>
              <a:rPr lang="en-US" altLang="zh-CN" dirty="0"/>
              <a:t>Web</a:t>
            </a:r>
            <a:r>
              <a:rPr lang="zh-CN" altLang="en-US" dirty="0"/>
              <a:t>服务，讨论提供多重粒度的</a:t>
            </a:r>
            <a:r>
              <a:rPr lang="en-US" altLang="zh-CN" dirty="0"/>
              <a:t>WSDL</a:t>
            </a:r>
            <a:r>
              <a:rPr lang="zh-CN" altLang="en-US" dirty="0"/>
              <a:t>定义或者在同一个</a:t>
            </a:r>
            <a:r>
              <a:rPr lang="en-US" altLang="zh-CN" dirty="0"/>
              <a:t>WSDL</a:t>
            </a:r>
            <a:r>
              <a:rPr lang="zh-CN" altLang="en-US" dirty="0"/>
              <a:t>定义中支持多重粒度操作的可能性。从而兼顾性能和可复用性</a:t>
            </a:r>
            <a:endParaRPr lang="en-US" altLang="zh-CN" dirty="0"/>
          </a:p>
          <a:p>
            <a:pPr lvl="2">
              <a:lnSpc>
                <a:spcPct val="120000"/>
              </a:lnSpc>
            </a:pPr>
            <a:r>
              <a:rPr lang="zh-CN" altLang="en-US" dirty="0"/>
              <a:t>在解决方案的接入点，以粗粒度接口的方式提供服务；在预定义好的边界内，以细粒度接口的方式提供服务</a:t>
            </a:r>
            <a:endParaRPr lang="en-US" altLang="zh-CN" dirty="0"/>
          </a:p>
          <a:p>
            <a:pPr lvl="3">
              <a:lnSpc>
                <a:spcPct val="120000"/>
              </a:lnSpc>
            </a:pPr>
            <a:r>
              <a:rPr lang="zh-CN" altLang="en-US" dirty="0"/>
              <a:t>在粗粒度的服务中促进互操作性，在细粒度的服务中鼓励可复用性</a:t>
            </a:r>
            <a:endParaRPr lang="en-US" altLang="zh-CN" dirty="0"/>
          </a:p>
          <a:p>
            <a:pPr lvl="3">
              <a:lnSpc>
                <a:spcPct val="120000"/>
              </a:lnSpc>
            </a:pPr>
            <a:r>
              <a:rPr lang="zh-CN" altLang="en-US" dirty="0"/>
              <a:t>服务组合模型往往要求粗粒度服务担任细粒度服务的控制者和接入点</a:t>
            </a:r>
            <a:endParaRPr lang="en-US" altLang="zh-CN" dirty="0"/>
          </a:p>
        </p:txBody>
      </p:sp>
      <p:sp>
        <p:nvSpPr>
          <p:cNvPr id="12292" name="灯片编号占位符 3"/>
          <p:cNvSpPr>
            <a:spLocks noGrp="1"/>
          </p:cNvSpPr>
          <p:nvPr>
            <p:ph type="sldNum" sz="quarter" idx="11"/>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253C4141-1619-4686-A09E-4BCC2DDF1327}" type="slidenum">
              <a:rPr lang="en-US" altLang="zh-CN" smtClean="0"/>
              <a:pPr/>
              <a:t>11</a:t>
            </a:fld>
            <a:endParaRPr lang="en-US" altLang="zh-CN" dirty="0"/>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p:nvPr>
        </p:nvSpPr>
        <p:spPr/>
        <p:txBody>
          <a:bodyPr/>
          <a:lstStyle/>
          <a:p>
            <a:r>
              <a:rPr lang="zh-CN" altLang="en-US" dirty="0"/>
              <a:t>除此之外</a:t>
            </a:r>
            <a:r>
              <a:rPr lang="en-US" altLang="zh-CN" dirty="0"/>
              <a:t>……</a:t>
            </a:r>
            <a:r>
              <a:rPr lang="zh-CN" altLang="en-US" dirty="0"/>
              <a:t>在</a:t>
            </a:r>
            <a:r>
              <a:rPr lang="en-US" altLang="zh-CN" dirty="0"/>
              <a:t>WSDL</a:t>
            </a:r>
            <a:r>
              <a:rPr lang="zh-CN" altLang="en-US" dirty="0"/>
              <a:t>中 （</a:t>
            </a:r>
            <a:r>
              <a:rPr lang="en-US" altLang="zh-CN" dirty="0"/>
              <a:t>4/4</a:t>
            </a:r>
            <a:r>
              <a:rPr lang="zh-CN" altLang="en-US" dirty="0"/>
              <a:t>）</a:t>
            </a:r>
          </a:p>
        </p:txBody>
      </p:sp>
      <p:sp>
        <p:nvSpPr>
          <p:cNvPr id="13315" name="内容占位符 2"/>
          <p:cNvSpPr>
            <a:spLocks noGrp="1"/>
          </p:cNvSpPr>
          <p:nvPr>
            <p:ph idx="1"/>
          </p:nvPr>
        </p:nvSpPr>
        <p:spPr/>
        <p:txBody>
          <a:bodyPr>
            <a:normAutofit/>
          </a:bodyPr>
          <a:lstStyle/>
          <a:p>
            <a:r>
              <a:rPr lang="zh-CN" altLang="en-US" dirty="0"/>
              <a:t>将服务操作设计为天生可扩展</a:t>
            </a:r>
            <a:endParaRPr lang="en-US" altLang="zh-CN" dirty="0"/>
          </a:p>
          <a:p>
            <a:pPr lvl="1"/>
            <a:r>
              <a:rPr lang="zh-CN" altLang="en-US" dirty="0"/>
              <a:t>操作与消息设计为与应用无关</a:t>
            </a:r>
            <a:endParaRPr lang="en-US" altLang="zh-CN" dirty="0"/>
          </a:p>
          <a:p>
            <a:r>
              <a:rPr lang="zh-CN" altLang="en-US" dirty="0"/>
              <a:t>识别已知的和潜在的服务请求</a:t>
            </a:r>
            <a:endParaRPr lang="en-US" altLang="zh-CN" dirty="0"/>
          </a:p>
          <a:p>
            <a:r>
              <a:rPr lang="zh-CN" altLang="en-US" dirty="0"/>
              <a:t>模块化服务定义</a:t>
            </a:r>
            <a:endParaRPr lang="en-US" altLang="zh-CN" dirty="0"/>
          </a:p>
          <a:p>
            <a:pPr lvl="1"/>
            <a:r>
              <a:rPr lang="en-US" altLang="zh-CN" dirty="0"/>
              <a:t>import WSDL</a:t>
            </a:r>
          </a:p>
          <a:p>
            <a:pPr lvl="1"/>
            <a:r>
              <a:rPr lang="en-US" altLang="zh-CN" dirty="0"/>
              <a:t>import XSD Schema</a:t>
            </a:r>
          </a:p>
          <a:p>
            <a:r>
              <a:rPr lang="zh-CN" altLang="en-US" dirty="0"/>
              <a:t>对命名空间进行标准化使用</a:t>
            </a:r>
            <a:endParaRPr lang="en-US" altLang="zh-CN" dirty="0"/>
          </a:p>
        </p:txBody>
      </p:sp>
      <p:sp>
        <p:nvSpPr>
          <p:cNvPr id="13316" name="灯片编号占位符 3"/>
          <p:cNvSpPr>
            <a:spLocks noGrp="1"/>
          </p:cNvSpPr>
          <p:nvPr>
            <p:ph type="sldNum" sz="quarter" idx="11"/>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DFCD297B-5E3F-4F31-BBFA-A1497B3E1388}" type="slidenum">
              <a:rPr lang="en-US" altLang="zh-CN" smtClean="0"/>
              <a:pPr/>
              <a:t>12</a:t>
            </a:fld>
            <a:endParaRPr lang="en-US" altLang="zh-CN"/>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p:nvPr>
        </p:nvSpPr>
        <p:spPr/>
        <p:txBody>
          <a:bodyPr/>
          <a:lstStyle/>
          <a:p>
            <a:r>
              <a:rPr lang="zh-CN" altLang="en-US" dirty="0"/>
              <a:t>除此之外</a:t>
            </a:r>
            <a:r>
              <a:rPr lang="en-US" altLang="zh-CN" dirty="0"/>
              <a:t>……</a:t>
            </a:r>
            <a:r>
              <a:rPr lang="zh-CN" altLang="en-US" dirty="0"/>
              <a:t>在</a:t>
            </a:r>
            <a:r>
              <a:rPr lang="en-US" altLang="zh-CN" dirty="0"/>
              <a:t>XML Schema</a:t>
            </a:r>
            <a:r>
              <a:rPr lang="zh-CN" altLang="en-US" dirty="0"/>
              <a:t>中</a:t>
            </a:r>
          </a:p>
        </p:txBody>
      </p:sp>
      <p:sp>
        <p:nvSpPr>
          <p:cNvPr id="14339" name="内容占位符 2"/>
          <p:cNvSpPr>
            <a:spLocks noGrp="1"/>
          </p:cNvSpPr>
          <p:nvPr>
            <p:ph idx="1"/>
          </p:nvPr>
        </p:nvSpPr>
        <p:spPr/>
        <p:txBody>
          <a:bodyPr/>
          <a:lstStyle/>
          <a:p>
            <a:pPr>
              <a:lnSpc>
                <a:spcPct val="150000"/>
              </a:lnSpc>
            </a:pPr>
            <a:r>
              <a:rPr lang="zh-CN" altLang="en-US" dirty="0"/>
              <a:t>模块化</a:t>
            </a:r>
            <a:r>
              <a:rPr lang="en-US" altLang="zh-CN" dirty="0"/>
              <a:t>XSD Schema</a:t>
            </a:r>
          </a:p>
          <a:p>
            <a:pPr lvl="1">
              <a:lnSpc>
                <a:spcPct val="150000"/>
              </a:lnSpc>
            </a:pPr>
            <a:r>
              <a:rPr lang="zh-CN" altLang="en-US" dirty="0"/>
              <a:t>分解到单独模块</a:t>
            </a:r>
            <a:endParaRPr lang="en-US" altLang="zh-CN" dirty="0"/>
          </a:p>
          <a:p>
            <a:pPr lvl="1">
              <a:lnSpc>
                <a:spcPct val="150000"/>
              </a:lnSpc>
            </a:pPr>
            <a:r>
              <a:rPr lang="zh-CN" altLang="en-US" dirty="0"/>
              <a:t>通过</a:t>
            </a:r>
            <a:r>
              <a:rPr lang="en-US" altLang="zh-CN" dirty="0"/>
              <a:t>include</a:t>
            </a:r>
            <a:r>
              <a:rPr lang="zh-CN" altLang="en-US" dirty="0"/>
              <a:t>或</a:t>
            </a:r>
            <a:r>
              <a:rPr lang="en-US" altLang="zh-CN" dirty="0"/>
              <a:t>import</a:t>
            </a:r>
            <a:r>
              <a:rPr lang="zh-CN" altLang="en-US" dirty="0"/>
              <a:t>装配</a:t>
            </a:r>
            <a:r>
              <a:rPr lang="en-US" altLang="zh-CN" dirty="0"/>
              <a:t>XSD Schema</a:t>
            </a:r>
          </a:p>
          <a:p>
            <a:pPr lvl="1">
              <a:lnSpc>
                <a:spcPct val="150000"/>
              </a:lnSpc>
            </a:pPr>
            <a:r>
              <a:rPr lang="zh-CN" altLang="en-US" dirty="0"/>
              <a:t>可扩展，以</a:t>
            </a:r>
            <a:r>
              <a:rPr lang="en-US" altLang="zh-CN" dirty="0"/>
              <a:t>XSLT</a:t>
            </a:r>
            <a:r>
              <a:rPr lang="zh-CN" altLang="en-US" dirty="0"/>
              <a:t>等加以辅助</a:t>
            </a:r>
            <a:endParaRPr lang="en-US" altLang="zh-CN" dirty="0"/>
          </a:p>
          <a:p>
            <a:pPr>
              <a:lnSpc>
                <a:spcPct val="150000"/>
              </a:lnSpc>
            </a:pPr>
            <a:r>
              <a:rPr lang="zh-CN" altLang="en-US" dirty="0"/>
              <a:t>使用</a:t>
            </a:r>
            <a:r>
              <a:rPr lang="en-US" altLang="zh-CN" dirty="0"/>
              <a:t>XSD Schema</a:t>
            </a:r>
            <a:r>
              <a:rPr lang="zh-CN" altLang="en-US" dirty="0"/>
              <a:t>定义文档格式消息</a:t>
            </a:r>
            <a:endParaRPr lang="en-US" altLang="zh-CN" dirty="0"/>
          </a:p>
        </p:txBody>
      </p:sp>
      <p:sp>
        <p:nvSpPr>
          <p:cNvPr id="14340" name="灯片编号占位符 3"/>
          <p:cNvSpPr>
            <a:spLocks noGrp="1"/>
          </p:cNvSpPr>
          <p:nvPr>
            <p:ph type="sldNum" sz="quarter" idx="11"/>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53E03357-AB9F-4D1D-BB2C-CCFFB2448D79}" type="slidenum">
              <a:rPr lang="en-US" altLang="zh-CN" smtClean="0"/>
              <a:pPr/>
              <a:t>13</a:t>
            </a:fld>
            <a:endParaRPr lang="en-US" altLang="zh-CN"/>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p:txBody>
          <a:bodyPr/>
          <a:lstStyle/>
          <a:p>
            <a:r>
              <a:rPr lang="zh-CN" altLang="en-US" dirty="0"/>
              <a:t>除此之外</a:t>
            </a:r>
            <a:r>
              <a:rPr lang="en-US" altLang="zh-CN" dirty="0"/>
              <a:t>……</a:t>
            </a:r>
            <a:r>
              <a:rPr lang="zh-CN" altLang="en-US" dirty="0"/>
              <a:t>在</a:t>
            </a:r>
            <a:r>
              <a:rPr lang="en-US" altLang="zh-CN" dirty="0"/>
              <a:t>SOAP</a:t>
            </a:r>
            <a:r>
              <a:rPr lang="zh-CN" altLang="en-US" dirty="0"/>
              <a:t>中</a:t>
            </a:r>
          </a:p>
        </p:txBody>
      </p:sp>
      <p:sp>
        <p:nvSpPr>
          <p:cNvPr id="15363" name="内容占位符 2"/>
          <p:cNvSpPr>
            <a:spLocks noGrp="1"/>
          </p:cNvSpPr>
          <p:nvPr>
            <p:ph idx="1"/>
          </p:nvPr>
        </p:nvSpPr>
        <p:spPr/>
        <p:txBody>
          <a:bodyPr/>
          <a:lstStyle/>
          <a:p>
            <a:pPr>
              <a:lnSpc>
                <a:spcPct val="150000"/>
              </a:lnSpc>
            </a:pPr>
            <a:r>
              <a:rPr lang="zh-CN" altLang="en-US" dirty="0"/>
              <a:t>优先使用文档类型风格</a:t>
            </a:r>
            <a:endParaRPr lang="en-US" altLang="zh-CN" dirty="0"/>
          </a:p>
          <a:p>
            <a:pPr>
              <a:lnSpc>
                <a:spcPct val="150000"/>
              </a:lnSpc>
            </a:pPr>
            <a:r>
              <a:rPr lang="zh-CN" altLang="en-US" dirty="0"/>
              <a:t>使用模块化</a:t>
            </a:r>
            <a:r>
              <a:rPr lang="en-US" altLang="zh-CN" dirty="0"/>
              <a:t>XSD Schema</a:t>
            </a:r>
            <a:r>
              <a:rPr lang="zh-CN" altLang="en-US" dirty="0"/>
              <a:t>定义数据类型</a:t>
            </a:r>
            <a:endParaRPr lang="en-US" altLang="zh-CN" dirty="0"/>
          </a:p>
          <a:p>
            <a:pPr>
              <a:lnSpc>
                <a:spcPct val="150000"/>
              </a:lnSpc>
            </a:pPr>
            <a:r>
              <a:rPr lang="zh-CN" altLang="en-US" dirty="0"/>
              <a:t>使用</a:t>
            </a:r>
            <a:r>
              <a:rPr lang="en-US" altLang="zh-CN" dirty="0"/>
              <a:t>SOAP</a:t>
            </a:r>
            <a:r>
              <a:rPr lang="zh-CN" altLang="en-US" dirty="0"/>
              <a:t>报头携带元数据，以支持</a:t>
            </a:r>
            <a:r>
              <a:rPr lang="en-US" altLang="zh-CN" dirty="0"/>
              <a:t>WS-*</a:t>
            </a:r>
            <a:r>
              <a:rPr lang="zh-CN" altLang="en-US" dirty="0"/>
              <a:t>规范</a:t>
            </a:r>
          </a:p>
        </p:txBody>
      </p:sp>
      <p:sp>
        <p:nvSpPr>
          <p:cNvPr id="15364"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D24AB4F5-59FF-4ADB-B05B-B71DBFE6B77F}" type="slidenum">
              <a:rPr lang="en-US" altLang="zh-CN" smtClean="0"/>
              <a:pPr eaLnBrk="1" hangingPunct="1"/>
              <a:t>14</a:t>
            </a:fld>
            <a:endParaRPr lang="en-US" altLang="zh-CN"/>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a:lstStyle/>
          <a:p>
            <a:r>
              <a:rPr lang="zh-CN" altLang="en-US" dirty="0"/>
              <a:t>除此之外</a:t>
            </a:r>
            <a:r>
              <a:rPr lang="en-US" altLang="zh-CN" dirty="0"/>
              <a:t>……</a:t>
            </a:r>
            <a:r>
              <a:rPr lang="zh-CN" altLang="en-US" dirty="0"/>
              <a:t>在命名空间中</a:t>
            </a:r>
          </a:p>
        </p:txBody>
      </p:sp>
      <p:sp>
        <p:nvSpPr>
          <p:cNvPr id="16387" name="内容占位符 2"/>
          <p:cNvSpPr>
            <a:spLocks noGrp="1"/>
          </p:cNvSpPr>
          <p:nvPr>
            <p:ph idx="1"/>
          </p:nvPr>
        </p:nvSpPr>
        <p:spPr/>
        <p:txBody>
          <a:bodyPr/>
          <a:lstStyle/>
          <a:p>
            <a:pPr>
              <a:lnSpc>
                <a:spcPct val="150000"/>
              </a:lnSpc>
            </a:pPr>
            <a:r>
              <a:rPr lang="zh-CN" altLang="en-US" dirty="0"/>
              <a:t>通过命名空间提供的信息域组织系统</a:t>
            </a:r>
            <a:endParaRPr lang="en-US" altLang="zh-CN" dirty="0"/>
          </a:p>
          <a:p>
            <a:pPr>
              <a:lnSpc>
                <a:spcPct val="150000"/>
              </a:lnSpc>
            </a:pPr>
            <a:r>
              <a:rPr lang="zh-CN" altLang="en-US" dirty="0"/>
              <a:t>遵循</a:t>
            </a:r>
            <a:r>
              <a:rPr lang="en-US" altLang="zh-CN" dirty="0"/>
              <a:t>WS-I</a:t>
            </a:r>
            <a:r>
              <a:rPr lang="zh-CN" altLang="en-US" dirty="0"/>
              <a:t>基本概要，将命名空间视作业务或技术领域的标识符，并用作对应元素的前缀</a:t>
            </a:r>
          </a:p>
        </p:txBody>
      </p:sp>
      <p:sp>
        <p:nvSpPr>
          <p:cNvPr id="16388"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339AFA0-32CC-4A4A-8A6A-7B2680E281BE}" type="slidenum">
              <a:rPr lang="en-US" altLang="zh-CN" smtClean="0"/>
              <a:pPr eaLnBrk="1" hangingPunct="1"/>
              <a:t>15</a:t>
            </a:fld>
            <a:endParaRPr lang="en-US" altLang="zh-CN"/>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p:txBody>
          <a:bodyPr/>
          <a:lstStyle/>
          <a:p>
            <a:r>
              <a:rPr lang="zh-CN" altLang="en-US" dirty="0"/>
              <a:t>除此之外</a:t>
            </a:r>
            <a:r>
              <a:rPr lang="en-US" altLang="zh-CN" dirty="0"/>
              <a:t>……</a:t>
            </a:r>
            <a:r>
              <a:rPr lang="zh-CN" altLang="en-US" dirty="0"/>
              <a:t>在</a:t>
            </a:r>
            <a:r>
              <a:rPr lang="en-US" altLang="zh-CN" dirty="0"/>
              <a:t>UDDI</a:t>
            </a:r>
            <a:r>
              <a:rPr lang="zh-CN" altLang="en-US" dirty="0"/>
              <a:t>中</a:t>
            </a:r>
          </a:p>
        </p:txBody>
      </p:sp>
      <p:sp>
        <p:nvSpPr>
          <p:cNvPr id="17411" name="内容占位符 2"/>
          <p:cNvSpPr>
            <a:spLocks noGrp="1"/>
          </p:cNvSpPr>
          <p:nvPr>
            <p:ph idx="1"/>
          </p:nvPr>
        </p:nvSpPr>
        <p:spPr/>
        <p:txBody>
          <a:bodyPr/>
          <a:lstStyle/>
          <a:p>
            <a:pPr>
              <a:lnSpc>
                <a:spcPct val="150000"/>
              </a:lnSpc>
            </a:pPr>
            <a:r>
              <a:rPr lang="zh-CN" altLang="en-US" dirty="0"/>
              <a:t>根据面向服务架构的设计范围（应用级、企业范围等等）选择是否引入：</a:t>
            </a:r>
            <a:r>
              <a:rPr lang="en-US" altLang="zh-CN" dirty="0"/>
              <a:t>UDDI</a:t>
            </a:r>
            <a:r>
              <a:rPr lang="zh-CN" altLang="en-US" dirty="0"/>
              <a:t>或其他的发布</a:t>
            </a:r>
            <a:r>
              <a:rPr lang="en-US" altLang="zh-CN" dirty="0"/>
              <a:t>/</a:t>
            </a:r>
            <a:r>
              <a:rPr lang="zh-CN" altLang="en-US" dirty="0"/>
              <a:t>查找，或元数据服务标准</a:t>
            </a:r>
          </a:p>
        </p:txBody>
      </p:sp>
      <p:sp>
        <p:nvSpPr>
          <p:cNvPr id="17412"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3C10731E-F724-451A-9FC5-D0E7B4BDEC7F}" type="slidenum">
              <a:rPr lang="en-US" altLang="zh-CN" smtClean="0"/>
              <a:pPr eaLnBrk="1" hangingPunct="1"/>
              <a:t>16</a:t>
            </a:fld>
            <a:endParaRPr lang="en-US" altLang="zh-CN"/>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p:txBody>
          <a:bodyPr/>
          <a:lstStyle/>
          <a:p>
            <a:r>
              <a:rPr lang="zh-CN" altLang="en-US"/>
              <a:t>组合</a:t>
            </a:r>
            <a:r>
              <a:rPr lang="en-US" altLang="zh-CN"/>
              <a:t>SOA——</a:t>
            </a:r>
            <a:r>
              <a:rPr lang="zh-CN" altLang="en-US"/>
              <a:t>选择</a:t>
            </a:r>
            <a:r>
              <a:rPr lang="en-US" altLang="zh-CN"/>
              <a:t>SOA </a:t>
            </a:r>
            <a:r>
              <a:rPr lang="zh-CN" altLang="en-US"/>
              <a:t>扩展</a:t>
            </a:r>
            <a:endParaRPr lang="en-US" altLang="zh-CN"/>
          </a:p>
        </p:txBody>
      </p:sp>
      <p:sp>
        <p:nvSpPr>
          <p:cNvPr id="18435" name="内容占位符 2"/>
          <p:cNvSpPr>
            <a:spLocks noGrp="1"/>
          </p:cNvSpPr>
          <p:nvPr>
            <p:ph sz="half" idx="1"/>
          </p:nvPr>
        </p:nvSpPr>
        <p:spPr>
          <a:xfrm>
            <a:off x="457200" y="1600200"/>
            <a:ext cx="2818656" cy="4530725"/>
          </a:xfrm>
        </p:spPr>
        <p:txBody>
          <a:bodyPr anchor="ctr"/>
          <a:lstStyle/>
          <a:p>
            <a:pPr>
              <a:lnSpc>
                <a:spcPct val="150000"/>
              </a:lnSpc>
            </a:pPr>
            <a:r>
              <a:rPr lang="zh-CN" altLang="en-US" dirty="0"/>
              <a:t>选择</a:t>
            </a:r>
            <a:r>
              <a:rPr lang="en-US" altLang="zh-CN" dirty="0"/>
              <a:t>SOA</a:t>
            </a:r>
            <a:r>
              <a:rPr lang="zh-CN" altLang="en-US" dirty="0"/>
              <a:t>特征</a:t>
            </a:r>
            <a:endParaRPr lang="en-US" altLang="zh-CN" dirty="0"/>
          </a:p>
          <a:p>
            <a:pPr>
              <a:lnSpc>
                <a:spcPct val="150000"/>
              </a:lnSpc>
            </a:pPr>
            <a:r>
              <a:rPr lang="zh-CN" altLang="en-US" dirty="0"/>
              <a:t>选择</a:t>
            </a:r>
            <a:r>
              <a:rPr lang="en-US" altLang="zh-CN" dirty="0"/>
              <a:t>WS-*</a:t>
            </a:r>
            <a:r>
              <a:rPr lang="zh-CN" altLang="en-US" dirty="0"/>
              <a:t>标准</a:t>
            </a:r>
            <a:endParaRPr lang="en-US" altLang="zh-CN" dirty="0"/>
          </a:p>
          <a:p>
            <a:pPr>
              <a:lnSpc>
                <a:spcPct val="150000"/>
              </a:lnSpc>
            </a:pPr>
            <a:r>
              <a:rPr lang="zh-CN" altLang="en-US" dirty="0"/>
              <a:t>选择</a:t>
            </a:r>
            <a:r>
              <a:rPr lang="en-US" altLang="zh-CN" dirty="0"/>
              <a:t>BPEL</a:t>
            </a:r>
          </a:p>
        </p:txBody>
      </p:sp>
      <p:sp>
        <p:nvSpPr>
          <p:cNvPr id="18436" name="灯片编号占位符 3"/>
          <p:cNvSpPr>
            <a:spLocks noGrp="1"/>
          </p:cNvSpPr>
          <p:nvPr>
            <p:ph type="sldNum" sz="quarter" idx="12"/>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66E8ECD4-923D-40CF-B99C-D2AC8D10371F}" type="slidenum">
              <a:rPr lang="en-US" altLang="zh-CN" smtClean="0"/>
              <a:pPr/>
              <a:t>17</a:t>
            </a:fld>
            <a:endParaRPr lang="en-US" altLang="zh-CN"/>
          </a:p>
        </p:txBody>
      </p:sp>
      <p:pic>
        <p:nvPicPr>
          <p:cNvPr id="2" name="图片 1"/>
          <p:cNvPicPr>
            <a:picLocks noChangeAspect="1"/>
          </p:cNvPicPr>
          <p:nvPr/>
        </p:nvPicPr>
        <p:blipFill>
          <a:blip r:embed="rId3"/>
          <a:stretch>
            <a:fillRect/>
          </a:stretch>
        </p:blipFill>
        <p:spPr>
          <a:xfrm>
            <a:off x="3392780" y="1268760"/>
            <a:ext cx="5740826" cy="5134125"/>
          </a:xfrm>
          <a:prstGeom prst="rect">
            <a:avLst/>
          </a:prstGeom>
        </p:spPr>
      </p:pic>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5"/>
          <p:cNvSpPr>
            <a:spLocks noGrp="1"/>
          </p:cNvSpPr>
          <p:nvPr>
            <p:ph type="title"/>
          </p:nvPr>
        </p:nvSpPr>
        <p:spPr/>
        <p:txBody>
          <a:bodyPr/>
          <a:lstStyle/>
          <a:p>
            <a:r>
              <a:rPr lang="en-US" altLang="zh-CN"/>
              <a:t>WSDL</a:t>
            </a:r>
            <a:r>
              <a:rPr lang="zh-CN" altLang="en-US"/>
              <a:t>优先的服务设计</a:t>
            </a:r>
          </a:p>
        </p:txBody>
      </p:sp>
      <p:sp>
        <p:nvSpPr>
          <p:cNvPr id="7" name="内容占位符 6"/>
          <p:cNvSpPr>
            <a:spLocks noGrp="1"/>
          </p:cNvSpPr>
          <p:nvPr>
            <p:ph idx="1"/>
          </p:nvPr>
        </p:nvSpPr>
        <p:spPr/>
        <p:txBody>
          <a:bodyPr>
            <a:normAutofit fontScale="85000" lnSpcReduction="20000"/>
          </a:bodyPr>
          <a:lstStyle/>
          <a:p>
            <a:pPr>
              <a:lnSpc>
                <a:spcPct val="120000"/>
              </a:lnSpc>
            </a:pPr>
            <a:r>
              <a:rPr lang="zh-CN" altLang="en-US" dirty="0"/>
              <a:t>服务被设计为精确表达对应服务候选的上下文和功能</a:t>
            </a:r>
          </a:p>
          <a:p>
            <a:pPr>
              <a:lnSpc>
                <a:spcPct val="120000"/>
              </a:lnSpc>
            </a:pPr>
            <a:r>
              <a:rPr lang="zh-CN" altLang="en-US" dirty="0"/>
              <a:t>约定服务操作命名标准，从而产生标准化的接入点（</a:t>
            </a:r>
            <a:r>
              <a:rPr lang="en-US" altLang="zh-CN" dirty="0"/>
              <a:t>endpoint</a:t>
            </a:r>
            <a:r>
              <a:rPr lang="zh-CN" altLang="en-US" dirty="0"/>
              <a:t>）定义</a:t>
            </a:r>
            <a:endParaRPr lang="en-US" altLang="zh-CN" dirty="0"/>
          </a:p>
          <a:p>
            <a:pPr>
              <a:lnSpc>
                <a:spcPct val="120000"/>
              </a:lnSpc>
            </a:pPr>
            <a:r>
              <a:rPr lang="zh-CN" altLang="en-US" dirty="0"/>
              <a:t>抽象地对操作的粒度进行建模，提供一致性和可预知的接口设计，从而得到消息大小以及适应于目标通讯架构的负载比例</a:t>
            </a:r>
          </a:p>
          <a:p>
            <a:pPr>
              <a:lnSpc>
                <a:spcPct val="120000"/>
              </a:lnSpc>
            </a:pPr>
            <a:r>
              <a:rPr lang="zh-CN" altLang="en-US" dirty="0"/>
              <a:t>要求底层应用遵循服务设计的表示，而不是相反</a:t>
            </a:r>
            <a:endParaRPr lang="en-US" altLang="zh-CN" dirty="0"/>
          </a:p>
          <a:p>
            <a:pPr lvl="1">
              <a:lnSpc>
                <a:spcPct val="120000"/>
              </a:lnSpc>
            </a:pPr>
            <a:r>
              <a:rPr lang="zh-CN" altLang="en-US" dirty="0"/>
              <a:t>否则，常会使得业务层需要组合依赖于</a:t>
            </a:r>
            <a:r>
              <a:rPr lang="en-US" altLang="zh-CN" dirty="0"/>
              <a:t>RPC </a:t>
            </a:r>
            <a:r>
              <a:rPr lang="zh-CN" altLang="en-US" dirty="0"/>
              <a:t>风格通信的旧有组件</a:t>
            </a:r>
            <a:endParaRPr lang="en-US" altLang="zh-CN" dirty="0"/>
          </a:p>
          <a:p>
            <a:pPr>
              <a:lnSpc>
                <a:spcPct val="120000"/>
              </a:lnSpc>
            </a:pPr>
            <a:r>
              <a:rPr lang="zh-CN" altLang="en-US" dirty="0"/>
              <a:t>业务服务的设计能够由业务分析师辅助完成，以确保业务逻辑的精确表示</a:t>
            </a:r>
            <a:endParaRPr lang="en-US" altLang="zh-CN" dirty="0"/>
          </a:p>
        </p:txBody>
      </p:sp>
      <p:sp>
        <p:nvSpPr>
          <p:cNvPr id="19460" name="灯片编号占位符 4"/>
          <p:cNvSpPr>
            <a:spLocks noGrp="1"/>
          </p:cNvSpPr>
          <p:nvPr>
            <p:ph type="sldNum" sz="quarter" idx="11"/>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2D683F99-100C-46AF-B3B8-07D8814DB1AD}" type="slidenum">
              <a:rPr lang="en-US" altLang="zh-CN" smtClean="0"/>
              <a:pPr/>
              <a:t>18</a:t>
            </a:fld>
            <a:endParaRPr lang="en-US" altLang="zh-CN"/>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p:txBody>
          <a:bodyPr/>
          <a:lstStyle/>
          <a:p>
            <a:r>
              <a:rPr lang="zh-CN" altLang="en-US"/>
              <a:t>以实体为核心的业务服务设计 </a:t>
            </a:r>
            <a:r>
              <a:rPr lang="en-US" altLang="zh-CN"/>
              <a:t>I</a:t>
            </a:r>
            <a:endParaRPr lang="zh-CN" altLang="en-US"/>
          </a:p>
        </p:txBody>
      </p:sp>
      <p:sp>
        <p:nvSpPr>
          <p:cNvPr id="20483" name="内容占位符 8"/>
          <p:cNvSpPr>
            <a:spLocks noGrp="1"/>
          </p:cNvSpPr>
          <p:nvPr>
            <p:ph idx="1"/>
          </p:nvPr>
        </p:nvSpPr>
        <p:spPr>
          <a:xfrm>
            <a:off x="457200" y="1052737"/>
            <a:ext cx="8229600" cy="1152127"/>
          </a:xfrm>
        </p:spPr>
        <p:txBody>
          <a:bodyPr/>
          <a:lstStyle/>
          <a:p>
            <a:r>
              <a:rPr lang="en-US" altLang="zh-CN" dirty="0"/>
              <a:t>0. </a:t>
            </a:r>
            <a:r>
              <a:rPr lang="zh-CN" altLang="en-US" dirty="0"/>
              <a:t>案例：雇员服务候选</a:t>
            </a:r>
          </a:p>
        </p:txBody>
      </p:sp>
      <p:sp>
        <p:nvSpPr>
          <p:cNvPr id="20484" name="灯片编号占位符 3"/>
          <p:cNvSpPr>
            <a:spLocks noGrp="1"/>
          </p:cNvSpPr>
          <p:nvPr>
            <p:ph type="sldNum" sz="quarter" idx="11"/>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31C401BF-5D9A-48FB-B670-EB555A76F949}" type="slidenum">
              <a:rPr lang="en-US" altLang="zh-CN" smtClean="0"/>
              <a:pPr/>
              <a:t>19</a:t>
            </a:fld>
            <a:endParaRPr lang="en-US" altLang="zh-CN"/>
          </a:p>
        </p:txBody>
      </p:sp>
      <p:pic>
        <p:nvPicPr>
          <p:cNvPr id="2" name="图片 1"/>
          <p:cNvPicPr>
            <a:picLocks noChangeAspect="1"/>
          </p:cNvPicPr>
          <p:nvPr/>
        </p:nvPicPr>
        <p:blipFill>
          <a:blip r:embed="rId3"/>
          <a:stretch>
            <a:fillRect/>
          </a:stretch>
        </p:blipFill>
        <p:spPr>
          <a:xfrm>
            <a:off x="3059832" y="2780928"/>
            <a:ext cx="2943026" cy="2812751"/>
          </a:xfrm>
          <a:prstGeom prst="rect">
            <a:avLst/>
          </a:prstGeom>
        </p:spPr>
      </p:pic>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p:cNvSpPr>
          <p:nvPr>
            <p:ph type="title"/>
          </p:nvPr>
        </p:nvSpPr>
        <p:spPr/>
        <p:txBody>
          <a:bodyPr/>
          <a:lstStyle/>
          <a:p>
            <a:r>
              <a:rPr lang="zh-CN" altLang="en-US"/>
              <a:t>以实体为核心的业务服务设计 </a:t>
            </a:r>
            <a:r>
              <a:rPr lang="en-US" altLang="zh-CN"/>
              <a:t>II</a:t>
            </a:r>
            <a:endParaRPr lang="zh-CN" altLang="en-US"/>
          </a:p>
        </p:txBody>
      </p:sp>
      <p:sp>
        <p:nvSpPr>
          <p:cNvPr id="3" name="内容占位符 2"/>
          <p:cNvSpPr>
            <a:spLocks noGrp="1"/>
          </p:cNvSpPr>
          <p:nvPr>
            <p:ph sz="half" idx="1"/>
          </p:nvPr>
        </p:nvSpPr>
        <p:spPr/>
        <p:txBody>
          <a:bodyPr anchor="ctr"/>
          <a:lstStyle/>
          <a:p>
            <a:r>
              <a:rPr lang="en-US" altLang="zh-CN" dirty="0"/>
              <a:t>1.</a:t>
            </a:r>
            <a:r>
              <a:rPr lang="zh-CN" altLang="en-US" dirty="0"/>
              <a:t> 审查现存服务</a:t>
            </a:r>
            <a:endParaRPr lang="en-US" altLang="zh-CN" dirty="0"/>
          </a:p>
          <a:p>
            <a:pPr lvl="1"/>
            <a:r>
              <a:rPr lang="zh-CN" altLang="en-US" dirty="0"/>
              <a:t>服务建模时已经考虑现有服务</a:t>
            </a:r>
            <a:endParaRPr lang="en-US" altLang="zh-CN"/>
          </a:p>
          <a:p>
            <a:pPr lvl="1"/>
            <a:r>
              <a:rPr lang="zh-CN" altLang="en-US"/>
              <a:t>设计</a:t>
            </a:r>
            <a:r>
              <a:rPr lang="zh-CN" altLang="en-US" dirty="0"/>
              <a:t>时再次审查以确保服务操作候选所表示的部分或者所有功能并不存在于现有的其他服务中</a:t>
            </a:r>
            <a:endParaRPr lang="en-US" altLang="zh-CN" dirty="0"/>
          </a:p>
          <a:p>
            <a:pPr lvl="1"/>
            <a:r>
              <a:rPr lang="zh-CN" altLang="en-US" dirty="0"/>
              <a:t>现存服务如右所示</a:t>
            </a:r>
            <a:endParaRPr lang="en-US" altLang="zh-CN" dirty="0"/>
          </a:p>
          <a:p>
            <a:pPr lvl="1"/>
            <a:endParaRPr lang="en-US" altLang="zh-CN" dirty="0"/>
          </a:p>
        </p:txBody>
      </p:sp>
      <p:sp>
        <p:nvSpPr>
          <p:cNvPr id="21508" name="灯片编号占位符 3"/>
          <p:cNvSpPr>
            <a:spLocks noGrp="1"/>
          </p:cNvSpPr>
          <p:nvPr>
            <p:ph type="sldNum" sz="quarter" idx="12"/>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6A5B50C2-72F8-4C4C-BD28-48260F4CF87E}" type="slidenum">
              <a:rPr lang="en-US" altLang="zh-CN" smtClean="0"/>
              <a:pPr/>
              <a:t>20</a:t>
            </a:fld>
            <a:endParaRPr lang="en-US" altLang="zh-CN"/>
          </a:p>
        </p:txBody>
      </p:sp>
      <p:pic>
        <p:nvPicPr>
          <p:cNvPr id="2" name="图片 1"/>
          <p:cNvPicPr>
            <a:picLocks noChangeAspect="1"/>
          </p:cNvPicPr>
          <p:nvPr/>
        </p:nvPicPr>
        <p:blipFill>
          <a:blip r:embed="rId3"/>
          <a:stretch>
            <a:fillRect/>
          </a:stretch>
        </p:blipFill>
        <p:spPr>
          <a:xfrm>
            <a:off x="4716016" y="2017720"/>
            <a:ext cx="3816424" cy="3695684"/>
          </a:xfrm>
          <a:prstGeom prst="rect">
            <a:avLst/>
          </a:prstGeom>
        </p:spPr>
      </p:pic>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5"/>
          <p:cNvSpPr>
            <a:spLocks noGrp="1"/>
          </p:cNvSpPr>
          <p:nvPr>
            <p:ph type="title"/>
          </p:nvPr>
        </p:nvSpPr>
        <p:spPr/>
        <p:txBody>
          <a:bodyPr/>
          <a:lstStyle/>
          <a:p>
            <a:r>
              <a:rPr lang="zh-CN" altLang="en-US"/>
              <a:t>以实体为核心的业务服务设计 </a:t>
            </a:r>
            <a:r>
              <a:rPr lang="en-US" altLang="zh-CN"/>
              <a:t>III</a:t>
            </a:r>
            <a:endParaRPr lang="zh-CN" altLang="en-US"/>
          </a:p>
        </p:txBody>
      </p:sp>
      <p:sp>
        <p:nvSpPr>
          <p:cNvPr id="22531" name="内容占位符 6"/>
          <p:cNvSpPr>
            <a:spLocks noGrp="1"/>
          </p:cNvSpPr>
          <p:nvPr>
            <p:ph sz="half" idx="1"/>
          </p:nvPr>
        </p:nvSpPr>
        <p:spPr/>
        <p:txBody>
          <a:bodyPr anchor="ctr"/>
          <a:lstStyle/>
          <a:p>
            <a:r>
              <a:rPr lang="en-US" altLang="zh-CN" dirty="0"/>
              <a:t>2. </a:t>
            </a:r>
            <a:r>
              <a:rPr lang="zh-CN" altLang="en-US" dirty="0"/>
              <a:t>定义消息</a:t>
            </a:r>
            <a:r>
              <a:rPr lang="en-US" altLang="zh-CN" dirty="0"/>
              <a:t>schema </a:t>
            </a:r>
            <a:r>
              <a:rPr lang="zh-CN" altLang="en-US" dirty="0"/>
              <a:t>类型</a:t>
            </a:r>
            <a:endParaRPr lang="en-US" altLang="zh-CN" dirty="0"/>
          </a:p>
          <a:p>
            <a:pPr lvl="1"/>
            <a:r>
              <a:rPr lang="zh-CN" altLang="en-US" dirty="0"/>
              <a:t>账务相关的信息集合以实体为核心的</a:t>
            </a:r>
            <a:r>
              <a:rPr lang="en-US" altLang="zh-CN" dirty="0"/>
              <a:t>XSD schema </a:t>
            </a:r>
            <a:r>
              <a:rPr lang="zh-CN" altLang="en-US" dirty="0"/>
              <a:t>的详细清单已存在</a:t>
            </a:r>
            <a:endParaRPr lang="en-US" altLang="zh-CN" dirty="0"/>
          </a:p>
          <a:p>
            <a:pPr lvl="1"/>
            <a:r>
              <a:rPr lang="zh-CN" altLang="en-US" dirty="0"/>
              <a:t>派生相对简单的</a:t>
            </a:r>
            <a:r>
              <a:rPr lang="en-US" altLang="zh-CN" dirty="0"/>
              <a:t>XSD schema</a:t>
            </a:r>
            <a:endParaRPr lang="zh-CN" altLang="en-US" dirty="0"/>
          </a:p>
        </p:txBody>
      </p:sp>
      <p:sp>
        <p:nvSpPr>
          <p:cNvPr id="22532" name="灯片编号占位符 4"/>
          <p:cNvSpPr>
            <a:spLocks noGrp="1"/>
          </p:cNvSpPr>
          <p:nvPr>
            <p:ph type="sldNum" sz="quarter" idx="12"/>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34C80E19-9A36-4444-B8FA-15B5EBB9EA66}" type="slidenum">
              <a:rPr lang="en-US" altLang="zh-CN" smtClean="0"/>
              <a:pPr/>
              <a:t>21</a:t>
            </a:fld>
            <a:endParaRPr lang="en-US" altLang="zh-CN"/>
          </a:p>
        </p:txBody>
      </p:sp>
      <p:pic>
        <p:nvPicPr>
          <p:cNvPr id="2" name="图片 1"/>
          <p:cNvPicPr>
            <a:picLocks noChangeAspect="1"/>
          </p:cNvPicPr>
          <p:nvPr/>
        </p:nvPicPr>
        <p:blipFill>
          <a:blip r:embed="rId3"/>
          <a:stretch>
            <a:fillRect/>
          </a:stretch>
        </p:blipFill>
        <p:spPr>
          <a:xfrm>
            <a:off x="4479710" y="2197546"/>
            <a:ext cx="4315991" cy="3336032"/>
          </a:xfrm>
          <a:prstGeom prst="rect">
            <a:avLst/>
          </a:prstGeom>
        </p:spPr>
      </p:pic>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文本占位符 6"/>
          <p:cNvSpPr>
            <a:spLocks noGrp="1"/>
          </p:cNvSpPr>
          <p:nvPr>
            <p:ph type="body" idx="1"/>
          </p:nvPr>
        </p:nvSpPr>
        <p:spPr/>
        <p:txBody>
          <a:bodyPr/>
          <a:lstStyle/>
          <a:p>
            <a:r>
              <a:rPr lang="en-US" altLang="zh-CN"/>
              <a:t>Employee.xsd</a:t>
            </a:r>
            <a:endParaRPr lang="zh-CN" altLang="en-US"/>
          </a:p>
        </p:txBody>
      </p:sp>
      <p:sp>
        <p:nvSpPr>
          <p:cNvPr id="6" name="Text Box 4"/>
          <p:cNvSpPr txBox="1">
            <a:spLocks noGrp="1" noChangeArrowheads="1"/>
          </p:cNvSpPr>
          <p:nvPr>
            <p:ph sz="half" idx="2"/>
          </p:nvPr>
        </p:nvSpPr>
        <p:spPr>
          <a:ln w="19050">
            <a:solidFill>
              <a:schemeClr val="tx1"/>
            </a:solidFill>
            <a:miter lim="800000"/>
            <a:headEnd/>
            <a:tailEnd/>
          </a:ln>
        </p:spPr>
        <p:txBody>
          <a:bodyPr>
            <a:normAutofit fontScale="92500" lnSpcReduction="10000"/>
          </a:bodyPr>
          <a:lstStyle/>
          <a:p>
            <a:pPr>
              <a:buFont typeface="Wingdings" pitchFamily="2" charset="2"/>
              <a:buNone/>
              <a:defRPr/>
            </a:pPr>
            <a:r>
              <a:rPr lang="de-DE" altLang="zh-CN" sz="1100" dirty="0">
                <a:solidFill>
                  <a:srgbClr val="0000FF"/>
                </a:solidFill>
                <a:highlight>
                  <a:srgbClr val="FFFFFF"/>
                </a:highlight>
                <a:latin typeface="+mj-lt"/>
              </a:rPr>
              <a:t>&lt;</a:t>
            </a:r>
            <a:r>
              <a:rPr lang="de-DE" altLang="zh-CN" sz="1100" dirty="0">
                <a:solidFill>
                  <a:srgbClr val="800000"/>
                </a:solidFill>
                <a:highlight>
                  <a:srgbClr val="FFFFFF"/>
                </a:highlight>
                <a:latin typeface="+mj-lt"/>
              </a:rPr>
              <a:t>xsd:schema</a:t>
            </a:r>
            <a:r>
              <a:rPr lang="de-DE" altLang="zh-CN" sz="1100" dirty="0">
                <a:solidFill>
                  <a:srgbClr val="FF0000"/>
                </a:solidFill>
                <a:highlight>
                  <a:srgbClr val="FFFFFF"/>
                </a:highlight>
                <a:latin typeface="+mj-lt"/>
              </a:rPr>
              <a:t> xmlns:xsd</a:t>
            </a:r>
            <a:r>
              <a:rPr lang="de-DE" altLang="zh-CN" sz="1100" dirty="0">
                <a:solidFill>
                  <a:srgbClr val="0000FF"/>
                </a:solidFill>
                <a:highlight>
                  <a:srgbClr val="FFFFFF"/>
                </a:highlight>
                <a:latin typeface="+mj-lt"/>
              </a:rPr>
              <a:t>="</a:t>
            </a:r>
            <a:r>
              <a:rPr lang="de-DE" altLang="zh-CN" sz="1100" dirty="0">
                <a:solidFill>
                  <a:srgbClr val="000000"/>
                </a:solidFill>
                <a:highlight>
                  <a:srgbClr val="FFFFFF"/>
                </a:highlight>
                <a:latin typeface="+mj-lt"/>
              </a:rPr>
              <a:t>http://www.w3.org/2001/XMLSchema</a:t>
            </a:r>
            <a:r>
              <a:rPr lang="de-DE" altLang="zh-CN" sz="1100" dirty="0">
                <a:solidFill>
                  <a:srgbClr val="0000FF"/>
                </a:solidFill>
                <a:highlight>
                  <a:srgbClr val="FFFFFF"/>
                </a:highlight>
                <a:latin typeface="+mj-lt"/>
              </a:rPr>
              <a:t>"</a:t>
            </a:r>
            <a:r>
              <a:rPr lang="de-DE" altLang="zh-CN" sz="1100" dirty="0">
                <a:solidFill>
                  <a:srgbClr val="FF0000"/>
                </a:solidFill>
                <a:highlight>
                  <a:srgbClr val="FFFFFF"/>
                </a:highlight>
                <a:latin typeface="+mj-lt"/>
              </a:rPr>
              <a:t> targetNamespace</a:t>
            </a:r>
            <a:r>
              <a:rPr lang="de-DE" altLang="zh-CN" sz="1100" dirty="0">
                <a:solidFill>
                  <a:srgbClr val="0000FF"/>
                </a:solidFill>
                <a:highlight>
                  <a:srgbClr val="FFFFFF"/>
                </a:highlight>
                <a:latin typeface="+mj-lt"/>
              </a:rPr>
              <a:t>="</a:t>
            </a:r>
            <a:r>
              <a:rPr lang="de-DE" altLang="zh-CN" sz="1100" dirty="0">
                <a:solidFill>
                  <a:srgbClr val="000000"/>
                </a:solidFill>
                <a:highlight>
                  <a:srgbClr val="FFFFFF"/>
                </a:highlight>
                <a:latin typeface="+mj-lt"/>
              </a:rPr>
              <a:t>http://www.xmltc.com/tls/employee/schema/accounting/</a:t>
            </a:r>
            <a:r>
              <a:rPr lang="de-DE" altLang="zh-CN" sz="1100" dirty="0">
                <a:solidFill>
                  <a:srgbClr val="0000FF"/>
                </a:solidFill>
                <a:highlight>
                  <a:srgbClr val="FFFFFF"/>
                </a:highlight>
                <a:latin typeface="+mj-lt"/>
              </a:rPr>
              <a:t>"&gt;</a:t>
            </a:r>
            <a:endParaRPr lang="de-DE" altLang="zh-CN" sz="1100" dirty="0">
              <a:solidFill>
                <a:srgbClr val="000000"/>
              </a:solidFill>
              <a:highlight>
                <a:srgbClr val="FFFFFF"/>
              </a:highlight>
              <a:latin typeface="+mj-lt"/>
            </a:endParaRPr>
          </a:p>
          <a:p>
            <a:pPr>
              <a:buFont typeface="Wingdings" pitchFamily="2" charset="2"/>
              <a:buNone/>
              <a:defRPr/>
            </a:pPr>
            <a:r>
              <a:rPr lang="en-US" altLang="zh-CN" sz="1100" dirty="0">
                <a:solidFill>
                  <a:srgbClr val="000000"/>
                </a:solidFill>
                <a:highlight>
                  <a:srgbClr val="FFFFFF"/>
                </a:highlight>
                <a:latin typeface="+mj-lt"/>
              </a:rPr>
              <a:t>    </a:t>
            </a:r>
            <a:r>
              <a:rPr lang="en-US" altLang="zh-CN" sz="1100" dirty="0">
                <a:solidFill>
                  <a:srgbClr val="0000FF"/>
                </a:solidFill>
                <a:highlight>
                  <a:srgbClr val="FFFFFF"/>
                </a:highlight>
                <a:latin typeface="+mj-lt"/>
              </a:rPr>
              <a:t>&lt;</a:t>
            </a:r>
            <a:r>
              <a:rPr lang="en-US" altLang="zh-CN" sz="1100" dirty="0" err="1">
                <a:solidFill>
                  <a:srgbClr val="800000"/>
                </a:solidFill>
                <a:highlight>
                  <a:srgbClr val="FFFFFF"/>
                </a:highlight>
                <a:latin typeface="+mj-lt"/>
              </a:rPr>
              <a:t>xsd:element</a:t>
            </a:r>
            <a:r>
              <a:rPr lang="en-US" altLang="zh-CN" sz="1100" dirty="0">
                <a:solidFill>
                  <a:srgbClr val="FF0000"/>
                </a:solidFill>
                <a:highlight>
                  <a:srgbClr val="FFFFFF"/>
                </a:highlight>
                <a:latin typeface="+mj-lt"/>
              </a:rPr>
              <a:t> name</a:t>
            </a:r>
            <a:r>
              <a:rPr lang="en-US" altLang="zh-CN" sz="1100" dirty="0">
                <a:solidFill>
                  <a:srgbClr val="0000FF"/>
                </a:solidFill>
                <a:highlight>
                  <a:srgbClr val="FFFFFF"/>
                </a:highlight>
                <a:latin typeface="+mj-lt"/>
              </a:rPr>
              <a:t>="</a:t>
            </a:r>
            <a:r>
              <a:rPr lang="en-US" altLang="zh-CN" sz="1100" dirty="0" err="1">
                <a:solidFill>
                  <a:srgbClr val="000000"/>
                </a:solidFill>
                <a:highlight>
                  <a:srgbClr val="FFFFFF"/>
                </a:highlight>
                <a:latin typeface="+mj-lt"/>
              </a:rPr>
              <a:t>EmployeeHoursRequestType</a:t>
            </a:r>
            <a:r>
              <a:rPr lang="en-US" altLang="zh-CN" sz="1100" dirty="0">
                <a:solidFill>
                  <a:srgbClr val="0000FF"/>
                </a:solidFill>
                <a:highlight>
                  <a:srgbClr val="FFFFFF"/>
                </a:highlight>
                <a:latin typeface="+mj-lt"/>
              </a:rPr>
              <a:t>"&gt;</a:t>
            </a:r>
            <a:endParaRPr lang="en-US" altLang="zh-CN" sz="1100" dirty="0">
              <a:solidFill>
                <a:srgbClr val="000000"/>
              </a:solidFill>
              <a:highlight>
                <a:srgbClr val="FFFFFF"/>
              </a:highlight>
              <a:latin typeface="+mj-lt"/>
            </a:endParaRPr>
          </a:p>
          <a:p>
            <a:pPr>
              <a:buFont typeface="Wingdings" pitchFamily="2" charset="2"/>
              <a:buNone/>
              <a:defRPr/>
            </a:pPr>
            <a:r>
              <a:rPr lang="en-US" altLang="zh-CN" sz="1100" dirty="0">
                <a:solidFill>
                  <a:srgbClr val="000000"/>
                </a:solidFill>
                <a:highlight>
                  <a:srgbClr val="FFFFFF"/>
                </a:highlight>
                <a:latin typeface="+mj-lt"/>
              </a:rPr>
              <a:t>        </a:t>
            </a:r>
            <a:r>
              <a:rPr lang="en-US" altLang="zh-CN" sz="1100" dirty="0">
                <a:solidFill>
                  <a:srgbClr val="0000FF"/>
                </a:solidFill>
                <a:highlight>
                  <a:srgbClr val="FFFFFF"/>
                </a:highlight>
                <a:latin typeface="+mj-lt"/>
              </a:rPr>
              <a:t>&lt;</a:t>
            </a:r>
            <a:r>
              <a:rPr lang="en-US" altLang="zh-CN" sz="1100" dirty="0" err="1">
                <a:solidFill>
                  <a:srgbClr val="800000"/>
                </a:solidFill>
                <a:highlight>
                  <a:srgbClr val="FFFFFF"/>
                </a:highlight>
                <a:latin typeface="+mj-lt"/>
              </a:rPr>
              <a:t>xsd:complexType</a:t>
            </a:r>
            <a:r>
              <a:rPr lang="en-US" altLang="zh-CN" sz="1100" dirty="0">
                <a:solidFill>
                  <a:srgbClr val="0000FF"/>
                </a:solidFill>
                <a:highlight>
                  <a:srgbClr val="FFFFFF"/>
                </a:highlight>
                <a:latin typeface="+mj-lt"/>
              </a:rPr>
              <a:t>&gt;</a:t>
            </a:r>
            <a:endParaRPr lang="en-US" altLang="zh-CN" sz="1100" dirty="0">
              <a:solidFill>
                <a:srgbClr val="000000"/>
              </a:solidFill>
              <a:highlight>
                <a:srgbClr val="FFFFFF"/>
              </a:highlight>
              <a:latin typeface="+mj-lt"/>
            </a:endParaRPr>
          </a:p>
          <a:p>
            <a:pPr>
              <a:buFont typeface="Wingdings" pitchFamily="2" charset="2"/>
              <a:buNone/>
              <a:defRPr/>
            </a:pPr>
            <a:r>
              <a:rPr lang="en-US" altLang="zh-CN" sz="1100" dirty="0">
                <a:solidFill>
                  <a:srgbClr val="000000"/>
                </a:solidFill>
                <a:highlight>
                  <a:srgbClr val="FFFFFF"/>
                </a:highlight>
                <a:latin typeface="+mj-lt"/>
              </a:rPr>
              <a:t>            </a:t>
            </a:r>
            <a:r>
              <a:rPr lang="en-US" altLang="zh-CN" sz="1100" dirty="0">
                <a:solidFill>
                  <a:srgbClr val="0000FF"/>
                </a:solidFill>
                <a:highlight>
                  <a:srgbClr val="FFFFFF"/>
                </a:highlight>
                <a:latin typeface="+mj-lt"/>
              </a:rPr>
              <a:t>&lt;</a:t>
            </a:r>
            <a:r>
              <a:rPr lang="en-US" altLang="zh-CN" sz="1100" dirty="0" err="1">
                <a:solidFill>
                  <a:srgbClr val="800000"/>
                </a:solidFill>
                <a:highlight>
                  <a:srgbClr val="FFFFFF"/>
                </a:highlight>
                <a:latin typeface="+mj-lt"/>
              </a:rPr>
              <a:t>xsd:sequence</a:t>
            </a:r>
            <a:r>
              <a:rPr lang="en-US" altLang="zh-CN" sz="1100" dirty="0">
                <a:solidFill>
                  <a:srgbClr val="0000FF"/>
                </a:solidFill>
                <a:highlight>
                  <a:srgbClr val="FFFFFF"/>
                </a:highlight>
                <a:latin typeface="+mj-lt"/>
              </a:rPr>
              <a:t>&gt;</a:t>
            </a:r>
            <a:endParaRPr lang="en-US" altLang="zh-CN" sz="1100" dirty="0">
              <a:solidFill>
                <a:srgbClr val="000000"/>
              </a:solidFill>
              <a:highlight>
                <a:srgbClr val="FFFFFF"/>
              </a:highlight>
              <a:latin typeface="+mj-lt"/>
            </a:endParaRPr>
          </a:p>
          <a:p>
            <a:pPr>
              <a:buFont typeface="Wingdings" pitchFamily="2" charset="2"/>
              <a:buNone/>
              <a:defRPr/>
            </a:pPr>
            <a:r>
              <a:rPr lang="en-US" altLang="zh-CN" sz="1100" dirty="0">
                <a:solidFill>
                  <a:srgbClr val="000000"/>
                </a:solidFill>
                <a:highlight>
                  <a:srgbClr val="FFFFFF"/>
                </a:highlight>
                <a:latin typeface="+mj-lt"/>
              </a:rPr>
              <a:t>                </a:t>
            </a:r>
            <a:r>
              <a:rPr lang="en-US" altLang="zh-CN" sz="1100" dirty="0">
                <a:solidFill>
                  <a:srgbClr val="0000FF"/>
                </a:solidFill>
                <a:highlight>
                  <a:srgbClr val="FFFFFF"/>
                </a:highlight>
                <a:latin typeface="+mj-lt"/>
              </a:rPr>
              <a:t>&lt;</a:t>
            </a:r>
            <a:r>
              <a:rPr lang="en-US" altLang="zh-CN" sz="1100" dirty="0" err="1">
                <a:solidFill>
                  <a:srgbClr val="800000"/>
                </a:solidFill>
                <a:highlight>
                  <a:srgbClr val="FFFFFF"/>
                </a:highlight>
                <a:latin typeface="+mj-lt"/>
              </a:rPr>
              <a:t>xsd:element</a:t>
            </a:r>
            <a:r>
              <a:rPr lang="en-US" altLang="zh-CN" sz="1100" dirty="0">
                <a:solidFill>
                  <a:srgbClr val="FF0000"/>
                </a:solidFill>
                <a:highlight>
                  <a:srgbClr val="FFFFFF"/>
                </a:highlight>
                <a:latin typeface="+mj-lt"/>
              </a:rPr>
              <a:t> name</a:t>
            </a:r>
            <a:r>
              <a:rPr lang="en-US" altLang="zh-CN" sz="1100" dirty="0">
                <a:solidFill>
                  <a:srgbClr val="0000FF"/>
                </a:solidFill>
                <a:highlight>
                  <a:srgbClr val="FFFFFF"/>
                </a:highlight>
                <a:latin typeface="+mj-lt"/>
              </a:rPr>
              <a:t>="</a:t>
            </a:r>
            <a:r>
              <a:rPr lang="en-US" altLang="zh-CN" sz="1100" dirty="0">
                <a:solidFill>
                  <a:srgbClr val="000000"/>
                </a:solidFill>
                <a:highlight>
                  <a:srgbClr val="FFFFFF"/>
                </a:highlight>
                <a:latin typeface="+mj-lt"/>
              </a:rPr>
              <a:t>ID</a:t>
            </a:r>
            <a:r>
              <a:rPr lang="en-US" altLang="zh-CN" sz="1100" dirty="0">
                <a:solidFill>
                  <a:srgbClr val="0000FF"/>
                </a:solidFill>
                <a:highlight>
                  <a:srgbClr val="FFFFFF"/>
                </a:highlight>
                <a:latin typeface="+mj-lt"/>
              </a:rPr>
              <a:t>"</a:t>
            </a:r>
            <a:r>
              <a:rPr lang="en-US" altLang="zh-CN" sz="1100" dirty="0">
                <a:solidFill>
                  <a:srgbClr val="FF0000"/>
                </a:solidFill>
                <a:highlight>
                  <a:srgbClr val="FFFFFF"/>
                </a:highlight>
                <a:latin typeface="+mj-lt"/>
              </a:rPr>
              <a:t>  type</a:t>
            </a:r>
            <a:r>
              <a:rPr lang="en-US" altLang="zh-CN" sz="1100" dirty="0">
                <a:solidFill>
                  <a:srgbClr val="0000FF"/>
                </a:solidFill>
                <a:highlight>
                  <a:srgbClr val="FFFFFF"/>
                </a:highlight>
                <a:latin typeface="+mj-lt"/>
              </a:rPr>
              <a:t>="</a:t>
            </a:r>
            <a:r>
              <a:rPr lang="en-US" altLang="zh-CN" sz="1100" dirty="0" err="1">
                <a:solidFill>
                  <a:srgbClr val="000000"/>
                </a:solidFill>
                <a:highlight>
                  <a:srgbClr val="FFFFFF"/>
                </a:highlight>
                <a:latin typeface="+mj-lt"/>
              </a:rPr>
              <a:t>xsd:integer</a:t>
            </a:r>
            <a:r>
              <a:rPr lang="en-US" altLang="zh-CN" sz="1100" dirty="0">
                <a:solidFill>
                  <a:srgbClr val="0000FF"/>
                </a:solidFill>
                <a:highlight>
                  <a:srgbClr val="FFFFFF"/>
                </a:highlight>
                <a:latin typeface="+mj-lt"/>
              </a:rPr>
              <a:t>"/&gt;</a:t>
            </a:r>
            <a:endParaRPr lang="en-US" altLang="zh-CN" sz="1100" dirty="0">
              <a:solidFill>
                <a:srgbClr val="000000"/>
              </a:solidFill>
              <a:highlight>
                <a:srgbClr val="FFFFFF"/>
              </a:highlight>
              <a:latin typeface="+mj-lt"/>
            </a:endParaRPr>
          </a:p>
          <a:p>
            <a:pPr>
              <a:buFont typeface="Wingdings" pitchFamily="2" charset="2"/>
              <a:buNone/>
              <a:defRPr/>
            </a:pPr>
            <a:r>
              <a:rPr lang="en-US" altLang="zh-CN" sz="1100" dirty="0">
                <a:solidFill>
                  <a:srgbClr val="000000"/>
                </a:solidFill>
                <a:highlight>
                  <a:srgbClr val="FFFFFF"/>
                </a:highlight>
                <a:latin typeface="+mj-lt"/>
              </a:rPr>
              <a:t>            </a:t>
            </a:r>
            <a:r>
              <a:rPr lang="en-US" altLang="zh-CN" sz="1100" dirty="0">
                <a:solidFill>
                  <a:srgbClr val="0000FF"/>
                </a:solidFill>
                <a:highlight>
                  <a:srgbClr val="FFFFFF"/>
                </a:highlight>
                <a:latin typeface="+mj-lt"/>
              </a:rPr>
              <a:t>&lt;/</a:t>
            </a:r>
            <a:r>
              <a:rPr lang="en-US" altLang="zh-CN" sz="1100" dirty="0" err="1">
                <a:solidFill>
                  <a:srgbClr val="800000"/>
                </a:solidFill>
                <a:highlight>
                  <a:srgbClr val="FFFFFF"/>
                </a:highlight>
                <a:latin typeface="+mj-lt"/>
              </a:rPr>
              <a:t>xsd:sequence</a:t>
            </a:r>
            <a:r>
              <a:rPr lang="en-US" altLang="zh-CN" sz="1100" dirty="0">
                <a:solidFill>
                  <a:srgbClr val="0000FF"/>
                </a:solidFill>
                <a:highlight>
                  <a:srgbClr val="FFFFFF"/>
                </a:highlight>
                <a:latin typeface="+mj-lt"/>
              </a:rPr>
              <a:t>&gt;</a:t>
            </a:r>
            <a:endParaRPr lang="en-US" altLang="zh-CN" sz="1100" dirty="0">
              <a:solidFill>
                <a:srgbClr val="000000"/>
              </a:solidFill>
              <a:highlight>
                <a:srgbClr val="FFFFFF"/>
              </a:highlight>
              <a:latin typeface="+mj-lt"/>
            </a:endParaRPr>
          </a:p>
          <a:p>
            <a:pPr>
              <a:buFont typeface="Wingdings" pitchFamily="2" charset="2"/>
              <a:buNone/>
              <a:defRPr/>
            </a:pPr>
            <a:r>
              <a:rPr lang="en-US" altLang="zh-CN" sz="1100" dirty="0">
                <a:solidFill>
                  <a:srgbClr val="000000"/>
                </a:solidFill>
                <a:highlight>
                  <a:srgbClr val="FFFFFF"/>
                </a:highlight>
                <a:latin typeface="+mj-lt"/>
              </a:rPr>
              <a:t>        </a:t>
            </a:r>
            <a:r>
              <a:rPr lang="en-US" altLang="zh-CN" sz="1100" dirty="0">
                <a:solidFill>
                  <a:srgbClr val="0000FF"/>
                </a:solidFill>
                <a:highlight>
                  <a:srgbClr val="FFFFFF"/>
                </a:highlight>
                <a:latin typeface="+mj-lt"/>
              </a:rPr>
              <a:t>&lt;/</a:t>
            </a:r>
            <a:r>
              <a:rPr lang="en-US" altLang="zh-CN" sz="1100" dirty="0" err="1">
                <a:solidFill>
                  <a:srgbClr val="800000"/>
                </a:solidFill>
                <a:highlight>
                  <a:srgbClr val="FFFFFF"/>
                </a:highlight>
                <a:latin typeface="+mj-lt"/>
              </a:rPr>
              <a:t>xsd:complexType</a:t>
            </a:r>
            <a:r>
              <a:rPr lang="en-US" altLang="zh-CN" sz="1100" dirty="0">
                <a:solidFill>
                  <a:srgbClr val="0000FF"/>
                </a:solidFill>
                <a:highlight>
                  <a:srgbClr val="FFFFFF"/>
                </a:highlight>
                <a:latin typeface="+mj-lt"/>
              </a:rPr>
              <a:t>&gt;</a:t>
            </a:r>
            <a:endParaRPr lang="en-US" altLang="zh-CN" sz="1100" dirty="0">
              <a:solidFill>
                <a:srgbClr val="000000"/>
              </a:solidFill>
              <a:highlight>
                <a:srgbClr val="FFFFFF"/>
              </a:highlight>
              <a:latin typeface="+mj-lt"/>
            </a:endParaRPr>
          </a:p>
          <a:p>
            <a:pPr>
              <a:buFont typeface="Wingdings" pitchFamily="2" charset="2"/>
              <a:buNone/>
              <a:defRPr/>
            </a:pPr>
            <a:r>
              <a:rPr lang="en-US" altLang="zh-CN" sz="1100" dirty="0">
                <a:solidFill>
                  <a:srgbClr val="000000"/>
                </a:solidFill>
                <a:highlight>
                  <a:srgbClr val="FFFFFF"/>
                </a:highlight>
                <a:latin typeface="+mj-lt"/>
              </a:rPr>
              <a:t>    </a:t>
            </a:r>
            <a:r>
              <a:rPr lang="en-US" altLang="zh-CN" sz="1100" dirty="0">
                <a:solidFill>
                  <a:srgbClr val="0000FF"/>
                </a:solidFill>
                <a:highlight>
                  <a:srgbClr val="FFFFFF"/>
                </a:highlight>
                <a:latin typeface="+mj-lt"/>
              </a:rPr>
              <a:t>&lt;/</a:t>
            </a:r>
            <a:r>
              <a:rPr lang="en-US" altLang="zh-CN" sz="1100" dirty="0" err="1">
                <a:solidFill>
                  <a:srgbClr val="800000"/>
                </a:solidFill>
                <a:highlight>
                  <a:srgbClr val="FFFFFF"/>
                </a:highlight>
                <a:latin typeface="+mj-lt"/>
              </a:rPr>
              <a:t>xsd:element</a:t>
            </a:r>
            <a:r>
              <a:rPr lang="en-US" altLang="zh-CN" sz="1100" dirty="0">
                <a:solidFill>
                  <a:srgbClr val="0000FF"/>
                </a:solidFill>
                <a:highlight>
                  <a:srgbClr val="FFFFFF"/>
                </a:highlight>
                <a:latin typeface="+mj-lt"/>
              </a:rPr>
              <a:t>&gt;</a:t>
            </a:r>
            <a:endParaRPr lang="en-US" altLang="zh-CN" sz="1100" dirty="0">
              <a:solidFill>
                <a:srgbClr val="000000"/>
              </a:solidFill>
              <a:highlight>
                <a:srgbClr val="FFFFFF"/>
              </a:highlight>
              <a:latin typeface="+mj-lt"/>
            </a:endParaRPr>
          </a:p>
          <a:p>
            <a:pPr>
              <a:buFont typeface="Wingdings" pitchFamily="2" charset="2"/>
              <a:buNone/>
              <a:defRPr/>
            </a:pPr>
            <a:r>
              <a:rPr lang="en-US" altLang="zh-CN" sz="1100" dirty="0">
                <a:solidFill>
                  <a:srgbClr val="000000"/>
                </a:solidFill>
                <a:highlight>
                  <a:srgbClr val="FFFFFF"/>
                </a:highlight>
                <a:latin typeface="+mj-lt"/>
              </a:rPr>
              <a:t>    </a:t>
            </a:r>
            <a:r>
              <a:rPr lang="en-US" altLang="zh-CN" sz="1100" dirty="0">
                <a:solidFill>
                  <a:srgbClr val="0000FF"/>
                </a:solidFill>
                <a:highlight>
                  <a:srgbClr val="FFFFFF"/>
                </a:highlight>
                <a:latin typeface="+mj-lt"/>
              </a:rPr>
              <a:t>&lt;</a:t>
            </a:r>
            <a:r>
              <a:rPr lang="en-US" altLang="zh-CN" sz="1100" dirty="0" err="1">
                <a:solidFill>
                  <a:srgbClr val="800000"/>
                </a:solidFill>
                <a:highlight>
                  <a:srgbClr val="FFFFFF"/>
                </a:highlight>
                <a:latin typeface="+mj-lt"/>
              </a:rPr>
              <a:t>xsd:element</a:t>
            </a:r>
            <a:r>
              <a:rPr lang="en-US" altLang="zh-CN" sz="1100" dirty="0">
                <a:solidFill>
                  <a:srgbClr val="FF0000"/>
                </a:solidFill>
                <a:highlight>
                  <a:srgbClr val="FFFFFF"/>
                </a:highlight>
                <a:latin typeface="+mj-lt"/>
              </a:rPr>
              <a:t> name</a:t>
            </a:r>
            <a:r>
              <a:rPr lang="en-US" altLang="zh-CN" sz="1100" dirty="0">
                <a:solidFill>
                  <a:srgbClr val="0000FF"/>
                </a:solidFill>
                <a:highlight>
                  <a:srgbClr val="FFFFFF"/>
                </a:highlight>
                <a:latin typeface="+mj-lt"/>
              </a:rPr>
              <a:t>="</a:t>
            </a:r>
            <a:r>
              <a:rPr lang="en-US" altLang="zh-CN" sz="1100" dirty="0" err="1">
                <a:solidFill>
                  <a:srgbClr val="000000"/>
                </a:solidFill>
                <a:highlight>
                  <a:srgbClr val="FFFFFF"/>
                </a:highlight>
                <a:latin typeface="+mj-lt"/>
              </a:rPr>
              <a:t>EmployeeHoursResponseType</a:t>
            </a:r>
            <a:r>
              <a:rPr lang="en-US" altLang="zh-CN" sz="1100" dirty="0">
                <a:solidFill>
                  <a:srgbClr val="0000FF"/>
                </a:solidFill>
                <a:highlight>
                  <a:srgbClr val="FFFFFF"/>
                </a:highlight>
                <a:latin typeface="+mj-lt"/>
              </a:rPr>
              <a:t>"&gt;</a:t>
            </a:r>
            <a:endParaRPr lang="en-US" altLang="zh-CN" sz="1100" dirty="0">
              <a:solidFill>
                <a:srgbClr val="000000"/>
              </a:solidFill>
              <a:highlight>
                <a:srgbClr val="FFFFFF"/>
              </a:highlight>
              <a:latin typeface="+mj-lt"/>
            </a:endParaRPr>
          </a:p>
          <a:p>
            <a:pPr>
              <a:buFont typeface="Wingdings" pitchFamily="2" charset="2"/>
              <a:buNone/>
              <a:defRPr/>
            </a:pPr>
            <a:r>
              <a:rPr lang="en-US" altLang="zh-CN" sz="1100" dirty="0">
                <a:solidFill>
                  <a:srgbClr val="000000"/>
                </a:solidFill>
                <a:highlight>
                  <a:srgbClr val="FFFFFF"/>
                </a:highlight>
                <a:latin typeface="+mj-lt"/>
              </a:rPr>
              <a:t>        </a:t>
            </a:r>
            <a:r>
              <a:rPr lang="en-US" altLang="zh-CN" sz="1100" dirty="0">
                <a:solidFill>
                  <a:srgbClr val="0000FF"/>
                </a:solidFill>
                <a:highlight>
                  <a:srgbClr val="FFFFFF"/>
                </a:highlight>
                <a:latin typeface="+mj-lt"/>
              </a:rPr>
              <a:t>&lt;</a:t>
            </a:r>
            <a:r>
              <a:rPr lang="en-US" altLang="zh-CN" sz="1100" dirty="0" err="1">
                <a:solidFill>
                  <a:srgbClr val="800000"/>
                </a:solidFill>
                <a:highlight>
                  <a:srgbClr val="FFFFFF"/>
                </a:highlight>
                <a:latin typeface="+mj-lt"/>
              </a:rPr>
              <a:t>xsd:complexType</a:t>
            </a:r>
            <a:r>
              <a:rPr lang="en-US" altLang="zh-CN" sz="1100" dirty="0">
                <a:solidFill>
                  <a:srgbClr val="0000FF"/>
                </a:solidFill>
                <a:highlight>
                  <a:srgbClr val="FFFFFF"/>
                </a:highlight>
                <a:latin typeface="+mj-lt"/>
              </a:rPr>
              <a:t>&gt;</a:t>
            </a:r>
            <a:endParaRPr lang="en-US" altLang="zh-CN" sz="1100" dirty="0">
              <a:solidFill>
                <a:srgbClr val="000000"/>
              </a:solidFill>
              <a:highlight>
                <a:srgbClr val="FFFFFF"/>
              </a:highlight>
              <a:latin typeface="+mj-lt"/>
            </a:endParaRPr>
          </a:p>
          <a:p>
            <a:pPr>
              <a:buFont typeface="Wingdings" pitchFamily="2" charset="2"/>
              <a:buNone/>
              <a:defRPr/>
            </a:pPr>
            <a:r>
              <a:rPr lang="en-US" altLang="zh-CN" sz="1100" dirty="0">
                <a:solidFill>
                  <a:srgbClr val="000000"/>
                </a:solidFill>
                <a:highlight>
                  <a:srgbClr val="FFFFFF"/>
                </a:highlight>
                <a:latin typeface="+mj-lt"/>
              </a:rPr>
              <a:t>            </a:t>
            </a:r>
            <a:r>
              <a:rPr lang="en-US" altLang="zh-CN" sz="1100" dirty="0">
                <a:solidFill>
                  <a:srgbClr val="0000FF"/>
                </a:solidFill>
                <a:highlight>
                  <a:srgbClr val="FFFFFF"/>
                </a:highlight>
                <a:latin typeface="+mj-lt"/>
              </a:rPr>
              <a:t>&lt;</a:t>
            </a:r>
            <a:r>
              <a:rPr lang="en-US" altLang="zh-CN" sz="1100" dirty="0" err="1">
                <a:solidFill>
                  <a:srgbClr val="800000"/>
                </a:solidFill>
                <a:highlight>
                  <a:srgbClr val="FFFFFF"/>
                </a:highlight>
                <a:latin typeface="+mj-lt"/>
              </a:rPr>
              <a:t>xsd:sequence</a:t>
            </a:r>
            <a:r>
              <a:rPr lang="en-US" altLang="zh-CN" sz="1100" dirty="0">
                <a:solidFill>
                  <a:srgbClr val="0000FF"/>
                </a:solidFill>
                <a:highlight>
                  <a:srgbClr val="FFFFFF"/>
                </a:highlight>
                <a:latin typeface="+mj-lt"/>
              </a:rPr>
              <a:t>&gt;</a:t>
            </a:r>
            <a:endParaRPr lang="en-US" altLang="zh-CN" sz="1100" dirty="0">
              <a:solidFill>
                <a:srgbClr val="000000"/>
              </a:solidFill>
              <a:highlight>
                <a:srgbClr val="FFFFFF"/>
              </a:highlight>
              <a:latin typeface="+mj-lt"/>
            </a:endParaRPr>
          </a:p>
          <a:p>
            <a:pPr>
              <a:buFont typeface="Wingdings" pitchFamily="2" charset="2"/>
              <a:buNone/>
              <a:defRPr/>
            </a:pPr>
            <a:r>
              <a:rPr lang="en-US" altLang="zh-CN" sz="1100" dirty="0">
                <a:solidFill>
                  <a:srgbClr val="000000"/>
                </a:solidFill>
                <a:highlight>
                  <a:srgbClr val="FFFFFF"/>
                </a:highlight>
                <a:latin typeface="+mj-lt"/>
              </a:rPr>
              <a:t>                </a:t>
            </a:r>
            <a:r>
              <a:rPr lang="en-US" altLang="zh-CN" sz="1100" dirty="0">
                <a:solidFill>
                  <a:srgbClr val="0000FF"/>
                </a:solidFill>
                <a:highlight>
                  <a:srgbClr val="FFFFFF"/>
                </a:highlight>
                <a:latin typeface="+mj-lt"/>
              </a:rPr>
              <a:t>&lt;</a:t>
            </a:r>
            <a:r>
              <a:rPr lang="en-US" altLang="zh-CN" sz="1100" dirty="0" err="1">
                <a:solidFill>
                  <a:srgbClr val="800000"/>
                </a:solidFill>
                <a:highlight>
                  <a:srgbClr val="FFFFFF"/>
                </a:highlight>
                <a:latin typeface="+mj-lt"/>
              </a:rPr>
              <a:t>xsd:element</a:t>
            </a:r>
            <a:r>
              <a:rPr lang="en-US" altLang="zh-CN" sz="1100" dirty="0">
                <a:solidFill>
                  <a:srgbClr val="FF0000"/>
                </a:solidFill>
                <a:highlight>
                  <a:srgbClr val="FFFFFF"/>
                </a:highlight>
                <a:latin typeface="+mj-lt"/>
              </a:rPr>
              <a:t> name</a:t>
            </a:r>
            <a:r>
              <a:rPr lang="en-US" altLang="zh-CN" sz="1100" dirty="0">
                <a:solidFill>
                  <a:srgbClr val="0000FF"/>
                </a:solidFill>
                <a:highlight>
                  <a:srgbClr val="FFFFFF"/>
                </a:highlight>
                <a:latin typeface="+mj-lt"/>
              </a:rPr>
              <a:t>="</a:t>
            </a:r>
            <a:r>
              <a:rPr lang="en-US" altLang="zh-CN" sz="1100" dirty="0">
                <a:solidFill>
                  <a:srgbClr val="000000"/>
                </a:solidFill>
                <a:highlight>
                  <a:srgbClr val="FFFFFF"/>
                </a:highlight>
                <a:latin typeface="+mj-lt"/>
              </a:rPr>
              <a:t>ID</a:t>
            </a:r>
            <a:r>
              <a:rPr lang="en-US" altLang="zh-CN" sz="1100" dirty="0">
                <a:solidFill>
                  <a:srgbClr val="0000FF"/>
                </a:solidFill>
                <a:highlight>
                  <a:srgbClr val="FFFFFF"/>
                </a:highlight>
                <a:latin typeface="+mj-lt"/>
              </a:rPr>
              <a:t>"</a:t>
            </a:r>
            <a:r>
              <a:rPr lang="en-US" altLang="zh-CN" sz="1100" dirty="0">
                <a:solidFill>
                  <a:srgbClr val="FF0000"/>
                </a:solidFill>
                <a:highlight>
                  <a:srgbClr val="FFFFFF"/>
                </a:highlight>
                <a:latin typeface="+mj-lt"/>
              </a:rPr>
              <a:t> 			type</a:t>
            </a:r>
            <a:r>
              <a:rPr lang="en-US" altLang="zh-CN" sz="1100" dirty="0">
                <a:solidFill>
                  <a:srgbClr val="0000FF"/>
                </a:solidFill>
                <a:highlight>
                  <a:srgbClr val="FFFFFF"/>
                </a:highlight>
                <a:latin typeface="+mj-lt"/>
              </a:rPr>
              <a:t>="</a:t>
            </a:r>
            <a:r>
              <a:rPr lang="en-US" altLang="zh-CN" sz="1100" dirty="0" err="1">
                <a:solidFill>
                  <a:srgbClr val="000000"/>
                </a:solidFill>
                <a:highlight>
                  <a:srgbClr val="FFFFFF"/>
                </a:highlight>
                <a:latin typeface="+mj-lt"/>
              </a:rPr>
              <a:t>xsd:integer</a:t>
            </a:r>
            <a:r>
              <a:rPr lang="en-US" altLang="zh-CN" sz="1100" dirty="0">
                <a:solidFill>
                  <a:srgbClr val="0000FF"/>
                </a:solidFill>
                <a:highlight>
                  <a:srgbClr val="FFFFFF"/>
                </a:highlight>
                <a:latin typeface="+mj-lt"/>
              </a:rPr>
              <a:t>"/&gt;</a:t>
            </a:r>
            <a:endParaRPr lang="en-US" altLang="zh-CN" sz="1100" dirty="0">
              <a:solidFill>
                <a:srgbClr val="000000"/>
              </a:solidFill>
              <a:highlight>
                <a:srgbClr val="FFFFFF"/>
              </a:highlight>
              <a:latin typeface="+mj-lt"/>
            </a:endParaRPr>
          </a:p>
          <a:p>
            <a:pPr>
              <a:buFont typeface="Wingdings" pitchFamily="2" charset="2"/>
              <a:buNone/>
              <a:defRPr/>
            </a:pPr>
            <a:r>
              <a:rPr lang="en-US" altLang="zh-CN" sz="1100" dirty="0">
                <a:solidFill>
                  <a:srgbClr val="000000"/>
                </a:solidFill>
                <a:highlight>
                  <a:srgbClr val="FFFFFF"/>
                </a:highlight>
                <a:latin typeface="+mj-lt"/>
              </a:rPr>
              <a:t>                </a:t>
            </a:r>
            <a:r>
              <a:rPr lang="en-US" altLang="zh-CN" sz="1100" dirty="0">
                <a:solidFill>
                  <a:srgbClr val="0000FF"/>
                </a:solidFill>
                <a:highlight>
                  <a:srgbClr val="FFFFFF"/>
                </a:highlight>
                <a:latin typeface="+mj-lt"/>
              </a:rPr>
              <a:t>&lt;</a:t>
            </a:r>
            <a:r>
              <a:rPr lang="en-US" altLang="zh-CN" sz="1100" dirty="0" err="1">
                <a:solidFill>
                  <a:srgbClr val="800000"/>
                </a:solidFill>
                <a:highlight>
                  <a:srgbClr val="FFFFFF"/>
                </a:highlight>
                <a:latin typeface="+mj-lt"/>
              </a:rPr>
              <a:t>xsd:element</a:t>
            </a:r>
            <a:r>
              <a:rPr lang="en-US" altLang="zh-CN" sz="1100" dirty="0">
                <a:solidFill>
                  <a:srgbClr val="FF0000"/>
                </a:solidFill>
                <a:highlight>
                  <a:srgbClr val="FFFFFF"/>
                </a:highlight>
                <a:latin typeface="+mj-lt"/>
              </a:rPr>
              <a:t> name</a:t>
            </a:r>
            <a:r>
              <a:rPr lang="en-US" altLang="zh-CN" sz="1100" dirty="0">
                <a:solidFill>
                  <a:srgbClr val="0000FF"/>
                </a:solidFill>
                <a:highlight>
                  <a:srgbClr val="FFFFFF"/>
                </a:highlight>
                <a:latin typeface="+mj-lt"/>
              </a:rPr>
              <a:t>="</a:t>
            </a:r>
            <a:r>
              <a:rPr lang="en-US" altLang="zh-CN" sz="1100" dirty="0" err="1">
                <a:solidFill>
                  <a:srgbClr val="000000"/>
                </a:solidFill>
                <a:highlight>
                  <a:srgbClr val="FFFFFF"/>
                </a:highlight>
                <a:latin typeface="+mj-lt"/>
              </a:rPr>
              <a:t>weeklyHoursLimit</a:t>
            </a:r>
            <a:r>
              <a:rPr lang="en-US" altLang="zh-CN" sz="1100" dirty="0">
                <a:solidFill>
                  <a:srgbClr val="0000FF"/>
                </a:solidFill>
                <a:highlight>
                  <a:srgbClr val="FFFFFF"/>
                </a:highlight>
                <a:latin typeface="+mj-lt"/>
              </a:rPr>
              <a:t>"</a:t>
            </a:r>
            <a:r>
              <a:rPr lang="en-US" altLang="zh-CN" sz="1100" dirty="0">
                <a:solidFill>
                  <a:srgbClr val="FF0000"/>
                </a:solidFill>
                <a:highlight>
                  <a:srgbClr val="FFFFFF"/>
                </a:highlight>
                <a:latin typeface="+mj-lt"/>
              </a:rPr>
              <a:t> 	type</a:t>
            </a:r>
            <a:r>
              <a:rPr lang="en-US" altLang="zh-CN" sz="1100" dirty="0">
                <a:solidFill>
                  <a:srgbClr val="0000FF"/>
                </a:solidFill>
                <a:highlight>
                  <a:srgbClr val="FFFFFF"/>
                </a:highlight>
                <a:latin typeface="+mj-lt"/>
              </a:rPr>
              <a:t>="</a:t>
            </a:r>
            <a:r>
              <a:rPr lang="en-US" altLang="zh-CN" sz="1100" dirty="0" err="1">
                <a:solidFill>
                  <a:srgbClr val="000000"/>
                </a:solidFill>
                <a:highlight>
                  <a:srgbClr val="FFFFFF"/>
                </a:highlight>
                <a:latin typeface="+mj-lt"/>
              </a:rPr>
              <a:t>xsd:short</a:t>
            </a:r>
            <a:r>
              <a:rPr lang="en-US" altLang="zh-CN" sz="1100" dirty="0">
                <a:solidFill>
                  <a:srgbClr val="0000FF"/>
                </a:solidFill>
                <a:highlight>
                  <a:srgbClr val="FFFFFF"/>
                </a:highlight>
                <a:latin typeface="+mj-lt"/>
              </a:rPr>
              <a:t>"/&gt;</a:t>
            </a:r>
            <a:endParaRPr lang="en-US" altLang="zh-CN" sz="1100" dirty="0">
              <a:solidFill>
                <a:srgbClr val="000000"/>
              </a:solidFill>
              <a:highlight>
                <a:srgbClr val="FFFFFF"/>
              </a:highlight>
              <a:latin typeface="+mj-lt"/>
            </a:endParaRPr>
          </a:p>
          <a:p>
            <a:pPr>
              <a:buFont typeface="Wingdings" pitchFamily="2" charset="2"/>
              <a:buNone/>
              <a:defRPr/>
            </a:pPr>
            <a:r>
              <a:rPr lang="en-US" altLang="zh-CN" sz="1100" dirty="0">
                <a:solidFill>
                  <a:srgbClr val="000000"/>
                </a:solidFill>
                <a:highlight>
                  <a:srgbClr val="FFFFFF"/>
                </a:highlight>
                <a:latin typeface="+mj-lt"/>
              </a:rPr>
              <a:t>            </a:t>
            </a:r>
            <a:r>
              <a:rPr lang="en-US" altLang="zh-CN" sz="1100" dirty="0">
                <a:solidFill>
                  <a:srgbClr val="0000FF"/>
                </a:solidFill>
                <a:highlight>
                  <a:srgbClr val="FFFFFF"/>
                </a:highlight>
                <a:latin typeface="+mj-lt"/>
              </a:rPr>
              <a:t>&lt;/</a:t>
            </a:r>
            <a:r>
              <a:rPr lang="en-US" altLang="zh-CN" sz="1100" dirty="0" err="1">
                <a:solidFill>
                  <a:srgbClr val="800000"/>
                </a:solidFill>
                <a:highlight>
                  <a:srgbClr val="FFFFFF"/>
                </a:highlight>
                <a:latin typeface="+mj-lt"/>
              </a:rPr>
              <a:t>xsd:sequence</a:t>
            </a:r>
            <a:r>
              <a:rPr lang="en-US" altLang="zh-CN" sz="1100" dirty="0">
                <a:solidFill>
                  <a:srgbClr val="0000FF"/>
                </a:solidFill>
                <a:highlight>
                  <a:srgbClr val="FFFFFF"/>
                </a:highlight>
                <a:latin typeface="+mj-lt"/>
              </a:rPr>
              <a:t>&gt;</a:t>
            </a:r>
            <a:endParaRPr lang="en-US" altLang="zh-CN" sz="1100" dirty="0">
              <a:solidFill>
                <a:srgbClr val="000000"/>
              </a:solidFill>
              <a:highlight>
                <a:srgbClr val="FFFFFF"/>
              </a:highlight>
              <a:latin typeface="+mj-lt"/>
            </a:endParaRPr>
          </a:p>
          <a:p>
            <a:pPr>
              <a:buFont typeface="Wingdings" pitchFamily="2" charset="2"/>
              <a:buNone/>
              <a:defRPr/>
            </a:pPr>
            <a:r>
              <a:rPr lang="en-US" altLang="zh-CN" sz="1100" dirty="0">
                <a:solidFill>
                  <a:srgbClr val="000000"/>
                </a:solidFill>
                <a:highlight>
                  <a:srgbClr val="FFFFFF"/>
                </a:highlight>
                <a:latin typeface="+mj-lt"/>
              </a:rPr>
              <a:t>        </a:t>
            </a:r>
            <a:r>
              <a:rPr lang="en-US" altLang="zh-CN" sz="1100" dirty="0">
                <a:solidFill>
                  <a:srgbClr val="0000FF"/>
                </a:solidFill>
                <a:highlight>
                  <a:srgbClr val="FFFFFF"/>
                </a:highlight>
                <a:latin typeface="+mj-lt"/>
              </a:rPr>
              <a:t>&lt;/</a:t>
            </a:r>
            <a:r>
              <a:rPr lang="en-US" altLang="zh-CN" sz="1100" dirty="0" err="1">
                <a:solidFill>
                  <a:srgbClr val="800000"/>
                </a:solidFill>
                <a:highlight>
                  <a:srgbClr val="FFFFFF"/>
                </a:highlight>
                <a:latin typeface="+mj-lt"/>
              </a:rPr>
              <a:t>xsd:complexType</a:t>
            </a:r>
            <a:r>
              <a:rPr lang="en-US" altLang="zh-CN" sz="1100" dirty="0">
                <a:solidFill>
                  <a:srgbClr val="0000FF"/>
                </a:solidFill>
                <a:highlight>
                  <a:srgbClr val="FFFFFF"/>
                </a:highlight>
                <a:latin typeface="+mj-lt"/>
              </a:rPr>
              <a:t>&gt;</a:t>
            </a:r>
            <a:endParaRPr lang="en-US" altLang="zh-CN" sz="1100" dirty="0">
              <a:solidFill>
                <a:srgbClr val="000000"/>
              </a:solidFill>
              <a:highlight>
                <a:srgbClr val="FFFFFF"/>
              </a:highlight>
              <a:latin typeface="+mj-lt"/>
            </a:endParaRPr>
          </a:p>
          <a:p>
            <a:pPr>
              <a:buFont typeface="Wingdings" pitchFamily="2" charset="2"/>
              <a:buNone/>
              <a:defRPr/>
            </a:pPr>
            <a:r>
              <a:rPr lang="en-US" altLang="zh-CN" sz="1100" dirty="0">
                <a:solidFill>
                  <a:srgbClr val="0000FF"/>
                </a:solidFill>
                <a:highlight>
                  <a:srgbClr val="FFFFFF"/>
                </a:highlight>
                <a:latin typeface="+mj-lt"/>
              </a:rPr>
              <a:t>    &lt;/</a:t>
            </a:r>
            <a:r>
              <a:rPr lang="en-US" altLang="zh-CN" sz="1100" dirty="0" err="1">
                <a:solidFill>
                  <a:srgbClr val="800000"/>
                </a:solidFill>
                <a:highlight>
                  <a:srgbClr val="FFFFFF"/>
                </a:highlight>
                <a:latin typeface="+mj-lt"/>
              </a:rPr>
              <a:t>xsd:element</a:t>
            </a:r>
            <a:r>
              <a:rPr lang="en-US" altLang="zh-CN" sz="1100" dirty="0">
                <a:solidFill>
                  <a:srgbClr val="0000FF"/>
                </a:solidFill>
                <a:highlight>
                  <a:srgbClr val="FFFFFF"/>
                </a:highlight>
                <a:latin typeface="+mj-lt"/>
              </a:rPr>
              <a:t>&gt;</a:t>
            </a:r>
            <a:endParaRPr lang="en-US" altLang="zh-CN" sz="1100" dirty="0">
              <a:solidFill>
                <a:srgbClr val="000000"/>
              </a:solidFill>
              <a:highlight>
                <a:srgbClr val="FFFFFF"/>
              </a:highlight>
              <a:latin typeface="+mj-lt"/>
            </a:endParaRPr>
          </a:p>
          <a:p>
            <a:pPr>
              <a:buFont typeface="Wingdings" pitchFamily="2" charset="2"/>
              <a:buNone/>
              <a:defRPr/>
            </a:pPr>
            <a:r>
              <a:rPr lang="en-US" altLang="zh-CN" sz="1100" dirty="0">
                <a:solidFill>
                  <a:srgbClr val="0000FF"/>
                </a:solidFill>
                <a:highlight>
                  <a:srgbClr val="FFFFFF"/>
                </a:highlight>
                <a:latin typeface="+mj-lt"/>
              </a:rPr>
              <a:t>&lt;/</a:t>
            </a:r>
            <a:r>
              <a:rPr lang="en-US" altLang="zh-CN" sz="1100" dirty="0" err="1">
                <a:solidFill>
                  <a:srgbClr val="800000"/>
                </a:solidFill>
                <a:highlight>
                  <a:srgbClr val="FFFFFF"/>
                </a:highlight>
                <a:latin typeface="+mj-lt"/>
              </a:rPr>
              <a:t>xsd:schema</a:t>
            </a:r>
            <a:r>
              <a:rPr lang="en-US" altLang="zh-CN" sz="1100" dirty="0">
                <a:solidFill>
                  <a:srgbClr val="0000FF"/>
                </a:solidFill>
                <a:highlight>
                  <a:srgbClr val="FFFFFF"/>
                </a:highlight>
                <a:latin typeface="+mj-lt"/>
              </a:rPr>
              <a:t>&gt;</a:t>
            </a:r>
            <a:endParaRPr lang="en-US" altLang="zh-CN" sz="1100" dirty="0">
              <a:solidFill>
                <a:srgbClr val="0000FF"/>
              </a:solidFill>
              <a:latin typeface="+mj-lt"/>
              <a:ea typeface="Arial Unicode MS" pitchFamily="34" charset="-122"/>
              <a:cs typeface="Arial Unicode MS" pitchFamily="34" charset="-122"/>
            </a:endParaRPr>
          </a:p>
        </p:txBody>
      </p:sp>
      <p:sp>
        <p:nvSpPr>
          <p:cNvPr id="23557" name="文本占位符 7"/>
          <p:cNvSpPr>
            <a:spLocks noGrp="1"/>
          </p:cNvSpPr>
          <p:nvPr>
            <p:ph type="body" sz="quarter" idx="3"/>
          </p:nvPr>
        </p:nvSpPr>
        <p:spPr/>
        <p:txBody>
          <a:bodyPr/>
          <a:lstStyle/>
          <a:p>
            <a:r>
              <a:rPr lang="en-US" altLang="zh-CN"/>
              <a:t>EmployeeHistory.xsd</a:t>
            </a:r>
            <a:endParaRPr lang="zh-CN" altLang="en-US"/>
          </a:p>
        </p:txBody>
      </p:sp>
      <p:sp>
        <p:nvSpPr>
          <p:cNvPr id="10" name="Text Box 4"/>
          <p:cNvSpPr txBox="1">
            <a:spLocks noGrp="1" noChangeArrowheads="1"/>
          </p:cNvSpPr>
          <p:nvPr>
            <p:ph sz="quarter" idx="4"/>
          </p:nvPr>
        </p:nvSpPr>
        <p:spPr>
          <a:ln w="19050">
            <a:solidFill>
              <a:schemeClr val="tx1"/>
            </a:solidFill>
            <a:miter lim="800000"/>
            <a:headEnd/>
            <a:tailEnd/>
          </a:ln>
        </p:spPr>
        <p:txBody>
          <a:bodyPr>
            <a:normAutofit fontScale="92500" lnSpcReduction="10000"/>
          </a:bodyPr>
          <a:lstStyle/>
          <a:p>
            <a:pPr>
              <a:buFont typeface="Wingdings" pitchFamily="2" charset="2"/>
              <a:buNone/>
              <a:defRPr/>
            </a:pPr>
            <a:r>
              <a:rPr lang="de-DE" altLang="zh-CN" sz="1100" dirty="0">
                <a:solidFill>
                  <a:srgbClr val="0000FF"/>
                </a:solidFill>
                <a:highlight>
                  <a:srgbClr val="FFFFFF"/>
                </a:highlight>
                <a:latin typeface="+mj-lt"/>
              </a:rPr>
              <a:t>&lt;</a:t>
            </a:r>
            <a:r>
              <a:rPr lang="de-DE" altLang="zh-CN" sz="1100" dirty="0">
                <a:solidFill>
                  <a:srgbClr val="800000"/>
                </a:solidFill>
                <a:highlight>
                  <a:srgbClr val="FFFFFF"/>
                </a:highlight>
                <a:latin typeface="+mj-lt"/>
              </a:rPr>
              <a:t>xsd:schema</a:t>
            </a:r>
            <a:r>
              <a:rPr lang="de-DE" altLang="zh-CN" sz="1100" dirty="0">
                <a:solidFill>
                  <a:srgbClr val="FF0000"/>
                </a:solidFill>
                <a:highlight>
                  <a:srgbClr val="FFFFFF"/>
                </a:highlight>
                <a:latin typeface="+mj-lt"/>
              </a:rPr>
              <a:t> xmlns:xsd</a:t>
            </a:r>
            <a:r>
              <a:rPr lang="de-DE" altLang="zh-CN" sz="1100" dirty="0">
                <a:solidFill>
                  <a:srgbClr val="0000FF"/>
                </a:solidFill>
                <a:highlight>
                  <a:srgbClr val="FFFFFF"/>
                </a:highlight>
                <a:latin typeface="+mj-lt"/>
              </a:rPr>
              <a:t>="</a:t>
            </a:r>
            <a:r>
              <a:rPr lang="de-DE" altLang="zh-CN" sz="1100" dirty="0">
                <a:solidFill>
                  <a:srgbClr val="000000"/>
                </a:solidFill>
                <a:highlight>
                  <a:srgbClr val="FFFFFF"/>
                </a:highlight>
                <a:latin typeface="+mj-lt"/>
              </a:rPr>
              <a:t>http://www.w3.org/2001/XMLSchema</a:t>
            </a:r>
            <a:r>
              <a:rPr lang="de-DE" altLang="zh-CN" sz="1100" dirty="0">
                <a:solidFill>
                  <a:srgbClr val="0000FF"/>
                </a:solidFill>
                <a:highlight>
                  <a:srgbClr val="FFFFFF"/>
                </a:highlight>
                <a:latin typeface="+mj-lt"/>
              </a:rPr>
              <a:t>"</a:t>
            </a:r>
            <a:r>
              <a:rPr lang="de-DE" altLang="zh-CN" sz="1100" dirty="0">
                <a:solidFill>
                  <a:srgbClr val="FF0000"/>
                </a:solidFill>
                <a:highlight>
                  <a:srgbClr val="FFFFFF"/>
                </a:highlight>
                <a:latin typeface="+mj-lt"/>
              </a:rPr>
              <a:t> targetNamespace</a:t>
            </a:r>
            <a:r>
              <a:rPr lang="de-DE" altLang="zh-CN" sz="1100" dirty="0">
                <a:solidFill>
                  <a:srgbClr val="0000FF"/>
                </a:solidFill>
                <a:highlight>
                  <a:srgbClr val="FFFFFF"/>
                </a:highlight>
                <a:latin typeface="+mj-lt"/>
              </a:rPr>
              <a:t>="</a:t>
            </a:r>
            <a:r>
              <a:rPr lang="de-DE" altLang="zh-CN" sz="1100" dirty="0">
                <a:solidFill>
                  <a:srgbClr val="000000"/>
                </a:solidFill>
                <a:highlight>
                  <a:srgbClr val="FFFFFF"/>
                </a:highlight>
                <a:latin typeface="+mj-lt"/>
              </a:rPr>
              <a:t>http://www.xmltc.com/tls/employee/schema/hr/</a:t>
            </a:r>
            <a:r>
              <a:rPr lang="de-DE" altLang="zh-CN" sz="1100" dirty="0">
                <a:solidFill>
                  <a:srgbClr val="0000FF"/>
                </a:solidFill>
                <a:highlight>
                  <a:srgbClr val="FFFFFF"/>
                </a:highlight>
                <a:latin typeface="+mj-lt"/>
              </a:rPr>
              <a:t>"&gt;</a:t>
            </a:r>
            <a:endParaRPr lang="de-DE" altLang="zh-CN" sz="1100" dirty="0">
              <a:solidFill>
                <a:srgbClr val="000000"/>
              </a:solidFill>
              <a:highlight>
                <a:srgbClr val="FFFFFF"/>
              </a:highlight>
              <a:latin typeface="+mj-lt"/>
            </a:endParaRPr>
          </a:p>
          <a:p>
            <a:pPr>
              <a:buFont typeface="Wingdings" pitchFamily="2" charset="2"/>
              <a:buNone/>
              <a:defRPr/>
            </a:pPr>
            <a:r>
              <a:rPr lang="en-US" altLang="zh-CN" sz="1100" dirty="0">
                <a:solidFill>
                  <a:srgbClr val="000000"/>
                </a:solidFill>
                <a:highlight>
                  <a:srgbClr val="FFFFFF"/>
                </a:highlight>
                <a:latin typeface="+mj-lt"/>
              </a:rPr>
              <a:t>    </a:t>
            </a:r>
            <a:r>
              <a:rPr lang="en-US" altLang="zh-CN" sz="1100" dirty="0">
                <a:solidFill>
                  <a:srgbClr val="0000FF"/>
                </a:solidFill>
                <a:highlight>
                  <a:srgbClr val="FFFFFF"/>
                </a:highlight>
                <a:latin typeface="+mj-lt"/>
              </a:rPr>
              <a:t>&lt;</a:t>
            </a:r>
            <a:r>
              <a:rPr lang="en-US" altLang="zh-CN" sz="1100" dirty="0" err="1">
                <a:solidFill>
                  <a:srgbClr val="800000"/>
                </a:solidFill>
                <a:highlight>
                  <a:srgbClr val="FFFFFF"/>
                </a:highlight>
                <a:latin typeface="+mj-lt"/>
              </a:rPr>
              <a:t>xsd:element</a:t>
            </a:r>
            <a:r>
              <a:rPr lang="en-US" altLang="zh-CN" sz="1100" dirty="0">
                <a:solidFill>
                  <a:srgbClr val="FF0000"/>
                </a:solidFill>
                <a:highlight>
                  <a:srgbClr val="FFFFFF"/>
                </a:highlight>
                <a:latin typeface="+mj-lt"/>
              </a:rPr>
              <a:t> name</a:t>
            </a:r>
            <a:r>
              <a:rPr lang="en-US" altLang="zh-CN" sz="1100" dirty="0">
                <a:solidFill>
                  <a:srgbClr val="0000FF"/>
                </a:solidFill>
                <a:highlight>
                  <a:srgbClr val="FFFFFF"/>
                </a:highlight>
                <a:latin typeface="+mj-lt"/>
              </a:rPr>
              <a:t>="</a:t>
            </a:r>
            <a:r>
              <a:rPr lang="en-US" altLang="zh-CN" sz="1100" dirty="0" err="1">
                <a:solidFill>
                  <a:srgbClr val="000000"/>
                </a:solidFill>
                <a:highlight>
                  <a:srgbClr val="FFFFFF"/>
                </a:highlight>
                <a:latin typeface="+mj-lt"/>
              </a:rPr>
              <a:t>EmployeeUpdateHistoryRequestType</a:t>
            </a:r>
            <a:r>
              <a:rPr lang="en-US" altLang="zh-CN" sz="1100" dirty="0">
                <a:solidFill>
                  <a:srgbClr val="0000FF"/>
                </a:solidFill>
                <a:highlight>
                  <a:srgbClr val="FFFFFF"/>
                </a:highlight>
                <a:latin typeface="+mj-lt"/>
              </a:rPr>
              <a:t>"&gt;</a:t>
            </a:r>
            <a:endParaRPr lang="en-US" altLang="zh-CN" sz="1100" dirty="0">
              <a:solidFill>
                <a:srgbClr val="000000"/>
              </a:solidFill>
              <a:highlight>
                <a:srgbClr val="FFFFFF"/>
              </a:highlight>
              <a:latin typeface="+mj-lt"/>
            </a:endParaRPr>
          </a:p>
          <a:p>
            <a:pPr>
              <a:buFont typeface="Wingdings" pitchFamily="2" charset="2"/>
              <a:buNone/>
              <a:defRPr/>
            </a:pPr>
            <a:r>
              <a:rPr lang="en-US" altLang="zh-CN" sz="1100" dirty="0">
                <a:solidFill>
                  <a:srgbClr val="0000FF"/>
                </a:solidFill>
                <a:highlight>
                  <a:srgbClr val="FFFFFF"/>
                </a:highlight>
                <a:latin typeface="+mj-lt"/>
              </a:rPr>
              <a:t>        &lt;</a:t>
            </a:r>
            <a:r>
              <a:rPr lang="en-US" altLang="zh-CN" sz="1100" dirty="0" err="1">
                <a:solidFill>
                  <a:srgbClr val="800000"/>
                </a:solidFill>
                <a:highlight>
                  <a:srgbClr val="FFFFFF"/>
                </a:highlight>
                <a:latin typeface="+mj-lt"/>
              </a:rPr>
              <a:t>xsd:complexType</a:t>
            </a:r>
            <a:r>
              <a:rPr lang="en-US" altLang="zh-CN" sz="1100" dirty="0">
                <a:solidFill>
                  <a:srgbClr val="0000FF"/>
                </a:solidFill>
                <a:highlight>
                  <a:srgbClr val="FFFFFF"/>
                </a:highlight>
                <a:latin typeface="+mj-lt"/>
              </a:rPr>
              <a:t>&gt;</a:t>
            </a:r>
            <a:endParaRPr lang="en-US" altLang="zh-CN" sz="1100" dirty="0">
              <a:solidFill>
                <a:srgbClr val="000000"/>
              </a:solidFill>
              <a:highlight>
                <a:srgbClr val="FFFFFF"/>
              </a:highlight>
              <a:latin typeface="+mj-lt"/>
            </a:endParaRPr>
          </a:p>
          <a:p>
            <a:pPr>
              <a:buFont typeface="Wingdings" pitchFamily="2" charset="2"/>
              <a:buNone/>
              <a:defRPr/>
            </a:pPr>
            <a:r>
              <a:rPr lang="en-US" altLang="zh-CN" sz="1100" dirty="0">
                <a:solidFill>
                  <a:srgbClr val="000000"/>
                </a:solidFill>
                <a:highlight>
                  <a:srgbClr val="FFFFFF"/>
                </a:highlight>
                <a:latin typeface="+mj-lt"/>
              </a:rPr>
              <a:t>            </a:t>
            </a:r>
            <a:r>
              <a:rPr lang="en-US" altLang="zh-CN" sz="1100" dirty="0">
                <a:solidFill>
                  <a:srgbClr val="0000FF"/>
                </a:solidFill>
                <a:highlight>
                  <a:srgbClr val="FFFFFF"/>
                </a:highlight>
                <a:latin typeface="+mj-lt"/>
              </a:rPr>
              <a:t>&lt;</a:t>
            </a:r>
            <a:r>
              <a:rPr lang="en-US" altLang="zh-CN" sz="1100" dirty="0" err="1">
                <a:solidFill>
                  <a:srgbClr val="800000"/>
                </a:solidFill>
                <a:highlight>
                  <a:srgbClr val="FFFFFF"/>
                </a:highlight>
                <a:latin typeface="+mj-lt"/>
              </a:rPr>
              <a:t>xsd:sequence</a:t>
            </a:r>
            <a:r>
              <a:rPr lang="en-US" altLang="zh-CN" sz="1100" dirty="0">
                <a:solidFill>
                  <a:srgbClr val="0000FF"/>
                </a:solidFill>
                <a:highlight>
                  <a:srgbClr val="FFFFFF"/>
                </a:highlight>
                <a:latin typeface="+mj-lt"/>
              </a:rPr>
              <a:t>&gt;</a:t>
            </a:r>
            <a:endParaRPr lang="en-US" altLang="zh-CN" sz="1100" dirty="0">
              <a:solidFill>
                <a:srgbClr val="000000"/>
              </a:solidFill>
              <a:highlight>
                <a:srgbClr val="FFFFFF"/>
              </a:highlight>
              <a:latin typeface="+mj-lt"/>
            </a:endParaRPr>
          </a:p>
          <a:p>
            <a:pPr>
              <a:buFont typeface="Wingdings" pitchFamily="2" charset="2"/>
              <a:buNone/>
              <a:defRPr/>
            </a:pPr>
            <a:r>
              <a:rPr lang="en-US" altLang="zh-CN" sz="1100" dirty="0">
                <a:solidFill>
                  <a:srgbClr val="000000"/>
                </a:solidFill>
                <a:highlight>
                  <a:srgbClr val="FFFFFF"/>
                </a:highlight>
                <a:latin typeface="+mj-lt"/>
              </a:rPr>
              <a:t>                </a:t>
            </a:r>
            <a:r>
              <a:rPr lang="en-US" altLang="zh-CN" sz="1100" dirty="0">
                <a:solidFill>
                  <a:srgbClr val="0000FF"/>
                </a:solidFill>
                <a:highlight>
                  <a:srgbClr val="FFFFFF"/>
                </a:highlight>
                <a:latin typeface="+mj-lt"/>
              </a:rPr>
              <a:t>&lt;</a:t>
            </a:r>
            <a:r>
              <a:rPr lang="en-US" altLang="zh-CN" sz="1100" dirty="0" err="1">
                <a:solidFill>
                  <a:srgbClr val="800000"/>
                </a:solidFill>
                <a:highlight>
                  <a:srgbClr val="FFFFFF"/>
                </a:highlight>
                <a:latin typeface="+mj-lt"/>
              </a:rPr>
              <a:t>xsd:element</a:t>
            </a:r>
            <a:r>
              <a:rPr lang="en-US" altLang="zh-CN" sz="1100" dirty="0">
                <a:solidFill>
                  <a:srgbClr val="FF0000"/>
                </a:solidFill>
                <a:highlight>
                  <a:srgbClr val="FFFFFF"/>
                </a:highlight>
                <a:latin typeface="+mj-lt"/>
              </a:rPr>
              <a:t> name</a:t>
            </a:r>
            <a:r>
              <a:rPr lang="en-US" altLang="zh-CN" sz="1100" dirty="0">
                <a:solidFill>
                  <a:srgbClr val="0000FF"/>
                </a:solidFill>
                <a:highlight>
                  <a:srgbClr val="FFFFFF"/>
                </a:highlight>
                <a:latin typeface="+mj-lt"/>
              </a:rPr>
              <a:t>="</a:t>
            </a:r>
            <a:r>
              <a:rPr lang="en-US" altLang="zh-CN" sz="1100" dirty="0">
                <a:solidFill>
                  <a:srgbClr val="000000"/>
                </a:solidFill>
                <a:highlight>
                  <a:srgbClr val="FFFFFF"/>
                </a:highlight>
                <a:latin typeface="+mj-lt"/>
              </a:rPr>
              <a:t>ID</a:t>
            </a:r>
            <a:r>
              <a:rPr lang="en-US" altLang="zh-CN" sz="1100" dirty="0">
                <a:solidFill>
                  <a:srgbClr val="0000FF"/>
                </a:solidFill>
                <a:highlight>
                  <a:srgbClr val="FFFFFF"/>
                </a:highlight>
                <a:latin typeface="+mj-lt"/>
              </a:rPr>
              <a:t>"</a:t>
            </a:r>
            <a:r>
              <a:rPr lang="en-US" altLang="zh-CN" sz="1100" dirty="0">
                <a:solidFill>
                  <a:srgbClr val="FF0000"/>
                </a:solidFill>
                <a:highlight>
                  <a:srgbClr val="FFFFFF"/>
                </a:highlight>
                <a:latin typeface="+mj-lt"/>
              </a:rPr>
              <a:t> type</a:t>
            </a:r>
            <a:r>
              <a:rPr lang="en-US" altLang="zh-CN" sz="1100" dirty="0">
                <a:solidFill>
                  <a:srgbClr val="0000FF"/>
                </a:solidFill>
                <a:highlight>
                  <a:srgbClr val="FFFFFF"/>
                </a:highlight>
                <a:latin typeface="+mj-lt"/>
              </a:rPr>
              <a:t>="</a:t>
            </a:r>
            <a:r>
              <a:rPr lang="en-US" altLang="zh-CN" sz="1100" dirty="0" err="1">
                <a:solidFill>
                  <a:srgbClr val="000000"/>
                </a:solidFill>
                <a:highlight>
                  <a:srgbClr val="FFFFFF"/>
                </a:highlight>
                <a:latin typeface="+mj-lt"/>
              </a:rPr>
              <a:t>xsd:integer</a:t>
            </a:r>
            <a:r>
              <a:rPr lang="en-US" altLang="zh-CN" sz="1100" dirty="0">
                <a:solidFill>
                  <a:srgbClr val="0000FF"/>
                </a:solidFill>
                <a:highlight>
                  <a:srgbClr val="FFFFFF"/>
                </a:highlight>
                <a:latin typeface="+mj-lt"/>
              </a:rPr>
              <a:t>"/&gt;</a:t>
            </a:r>
            <a:endParaRPr lang="en-US" altLang="zh-CN" sz="1100" dirty="0">
              <a:solidFill>
                <a:srgbClr val="000000"/>
              </a:solidFill>
              <a:highlight>
                <a:srgbClr val="FFFFFF"/>
              </a:highlight>
              <a:latin typeface="+mj-lt"/>
            </a:endParaRPr>
          </a:p>
          <a:p>
            <a:pPr>
              <a:buFont typeface="Wingdings" pitchFamily="2" charset="2"/>
              <a:buNone/>
              <a:defRPr/>
            </a:pPr>
            <a:r>
              <a:rPr lang="en-US" altLang="zh-CN" sz="1100" dirty="0">
                <a:solidFill>
                  <a:srgbClr val="000000"/>
                </a:solidFill>
                <a:highlight>
                  <a:srgbClr val="FFFFFF"/>
                </a:highlight>
                <a:latin typeface="+mj-lt"/>
              </a:rPr>
              <a:t>                </a:t>
            </a:r>
            <a:r>
              <a:rPr lang="en-US" altLang="zh-CN" sz="1100" dirty="0">
                <a:solidFill>
                  <a:srgbClr val="0000FF"/>
                </a:solidFill>
                <a:highlight>
                  <a:srgbClr val="FFFFFF"/>
                </a:highlight>
                <a:latin typeface="+mj-lt"/>
              </a:rPr>
              <a:t>&lt;</a:t>
            </a:r>
            <a:r>
              <a:rPr lang="en-US" altLang="zh-CN" sz="1100" dirty="0" err="1">
                <a:solidFill>
                  <a:srgbClr val="800000"/>
                </a:solidFill>
                <a:highlight>
                  <a:srgbClr val="FFFFFF"/>
                </a:highlight>
                <a:latin typeface="+mj-lt"/>
              </a:rPr>
              <a:t>xsd:element</a:t>
            </a:r>
            <a:r>
              <a:rPr lang="en-US" altLang="zh-CN" sz="1100" dirty="0">
                <a:solidFill>
                  <a:srgbClr val="FF0000"/>
                </a:solidFill>
                <a:highlight>
                  <a:srgbClr val="FFFFFF"/>
                </a:highlight>
                <a:latin typeface="+mj-lt"/>
              </a:rPr>
              <a:t> name</a:t>
            </a:r>
            <a:r>
              <a:rPr lang="en-US" altLang="zh-CN" sz="1100" dirty="0">
                <a:solidFill>
                  <a:srgbClr val="0000FF"/>
                </a:solidFill>
                <a:highlight>
                  <a:srgbClr val="FFFFFF"/>
                </a:highlight>
                <a:latin typeface="+mj-lt"/>
              </a:rPr>
              <a:t>="</a:t>
            </a:r>
            <a:r>
              <a:rPr lang="en-US" altLang="zh-CN" sz="1100" dirty="0">
                <a:solidFill>
                  <a:srgbClr val="000000"/>
                </a:solidFill>
                <a:highlight>
                  <a:srgbClr val="FFFFFF"/>
                </a:highlight>
                <a:latin typeface="+mj-lt"/>
              </a:rPr>
              <a:t>Comment</a:t>
            </a:r>
            <a:r>
              <a:rPr lang="en-US" altLang="zh-CN" sz="1100" dirty="0">
                <a:solidFill>
                  <a:srgbClr val="0000FF"/>
                </a:solidFill>
                <a:highlight>
                  <a:srgbClr val="FFFFFF"/>
                </a:highlight>
                <a:latin typeface="+mj-lt"/>
              </a:rPr>
              <a:t>"</a:t>
            </a:r>
            <a:r>
              <a:rPr lang="en-US" altLang="zh-CN" sz="1100" dirty="0">
                <a:solidFill>
                  <a:srgbClr val="FF0000"/>
                </a:solidFill>
                <a:highlight>
                  <a:srgbClr val="FFFFFF"/>
                </a:highlight>
                <a:latin typeface="+mj-lt"/>
              </a:rPr>
              <a:t>  type</a:t>
            </a:r>
            <a:r>
              <a:rPr lang="en-US" altLang="zh-CN" sz="1100" dirty="0">
                <a:solidFill>
                  <a:srgbClr val="0000FF"/>
                </a:solidFill>
                <a:highlight>
                  <a:srgbClr val="FFFFFF"/>
                </a:highlight>
                <a:latin typeface="+mj-lt"/>
              </a:rPr>
              <a:t>="</a:t>
            </a:r>
            <a:r>
              <a:rPr lang="en-US" altLang="zh-CN" sz="1100" dirty="0" err="1">
                <a:solidFill>
                  <a:srgbClr val="000000"/>
                </a:solidFill>
                <a:highlight>
                  <a:srgbClr val="FFFFFF"/>
                </a:highlight>
                <a:latin typeface="+mj-lt"/>
              </a:rPr>
              <a:t>xsd:string</a:t>
            </a:r>
            <a:r>
              <a:rPr lang="en-US" altLang="zh-CN" sz="1100" dirty="0">
                <a:solidFill>
                  <a:srgbClr val="0000FF"/>
                </a:solidFill>
                <a:highlight>
                  <a:srgbClr val="FFFFFF"/>
                </a:highlight>
                <a:latin typeface="+mj-lt"/>
              </a:rPr>
              <a:t>"/&gt;</a:t>
            </a:r>
            <a:endParaRPr lang="en-US" altLang="zh-CN" sz="1100" dirty="0">
              <a:solidFill>
                <a:srgbClr val="000000"/>
              </a:solidFill>
              <a:highlight>
                <a:srgbClr val="FFFFFF"/>
              </a:highlight>
              <a:latin typeface="+mj-lt"/>
            </a:endParaRPr>
          </a:p>
          <a:p>
            <a:pPr>
              <a:buFont typeface="Wingdings" pitchFamily="2" charset="2"/>
              <a:buNone/>
              <a:defRPr/>
            </a:pPr>
            <a:r>
              <a:rPr lang="en-US" altLang="zh-CN" sz="1100" dirty="0">
                <a:solidFill>
                  <a:srgbClr val="000000"/>
                </a:solidFill>
                <a:highlight>
                  <a:srgbClr val="FFFFFF"/>
                </a:highlight>
                <a:latin typeface="+mj-lt"/>
              </a:rPr>
              <a:t>            </a:t>
            </a:r>
            <a:r>
              <a:rPr lang="en-US" altLang="zh-CN" sz="1100" dirty="0">
                <a:solidFill>
                  <a:srgbClr val="0000FF"/>
                </a:solidFill>
                <a:highlight>
                  <a:srgbClr val="FFFFFF"/>
                </a:highlight>
                <a:latin typeface="+mj-lt"/>
              </a:rPr>
              <a:t>&lt;/</a:t>
            </a:r>
            <a:r>
              <a:rPr lang="en-US" altLang="zh-CN" sz="1100" dirty="0" err="1">
                <a:solidFill>
                  <a:srgbClr val="800000"/>
                </a:solidFill>
                <a:highlight>
                  <a:srgbClr val="FFFFFF"/>
                </a:highlight>
                <a:latin typeface="+mj-lt"/>
              </a:rPr>
              <a:t>xsd:sequence</a:t>
            </a:r>
            <a:r>
              <a:rPr lang="en-US" altLang="zh-CN" sz="1100" dirty="0">
                <a:solidFill>
                  <a:srgbClr val="0000FF"/>
                </a:solidFill>
                <a:highlight>
                  <a:srgbClr val="FFFFFF"/>
                </a:highlight>
                <a:latin typeface="+mj-lt"/>
              </a:rPr>
              <a:t>&gt;</a:t>
            </a:r>
            <a:endParaRPr lang="en-US" altLang="zh-CN" sz="1100" dirty="0">
              <a:solidFill>
                <a:srgbClr val="000000"/>
              </a:solidFill>
              <a:highlight>
                <a:srgbClr val="FFFFFF"/>
              </a:highlight>
              <a:latin typeface="+mj-lt"/>
            </a:endParaRPr>
          </a:p>
          <a:p>
            <a:pPr>
              <a:buFont typeface="Wingdings" pitchFamily="2" charset="2"/>
              <a:buNone/>
              <a:defRPr/>
            </a:pPr>
            <a:r>
              <a:rPr lang="en-US" altLang="zh-CN" sz="1100" dirty="0">
                <a:solidFill>
                  <a:srgbClr val="000000"/>
                </a:solidFill>
                <a:highlight>
                  <a:srgbClr val="FFFFFF"/>
                </a:highlight>
                <a:latin typeface="+mj-lt"/>
              </a:rPr>
              <a:t>        </a:t>
            </a:r>
            <a:r>
              <a:rPr lang="en-US" altLang="zh-CN" sz="1100" dirty="0">
                <a:solidFill>
                  <a:srgbClr val="0000FF"/>
                </a:solidFill>
                <a:highlight>
                  <a:srgbClr val="FFFFFF"/>
                </a:highlight>
                <a:latin typeface="+mj-lt"/>
              </a:rPr>
              <a:t>&lt;/</a:t>
            </a:r>
            <a:r>
              <a:rPr lang="en-US" altLang="zh-CN" sz="1100" dirty="0" err="1">
                <a:solidFill>
                  <a:srgbClr val="800000"/>
                </a:solidFill>
                <a:highlight>
                  <a:srgbClr val="FFFFFF"/>
                </a:highlight>
                <a:latin typeface="+mj-lt"/>
              </a:rPr>
              <a:t>xsd:complexType</a:t>
            </a:r>
            <a:r>
              <a:rPr lang="en-US" altLang="zh-CN" sz="1100" dirty="0">
                <a:solidFill>
                  <a:srgbClr val="0000FF"/>
                </a:solidFill>
                <a:highlight>
                  <a:srgbClr val="FFFFFF"/>
                </a:highlight>
                <a:latin typeface="+mj-lt"/>
              </a:rPr>
              <a:t>&gt;</a:t>
            </a:r>
            <a:endParaRPr lang="en-US" altLang="zh-CN" sz="1100" dirty="0">
              <a:solidFill>
                <a:srgbClr val="000000"/>
              </a:solidFill>
              <a:highlight>
                <a:srgbClr val="FFFFFF"/>
              </a:highlight>
              <a:latin typeface="+mj-lt"/>
            </a:endParaRPr>
          </a:p>
          <a:p>
            <a:pPr>
              <a:buFont typeface="Wingdings" pitchFamily="2" charset="2"/>
              <a:buNone/>
              <a:defRPr/>
            </a:pPr>
            <a:r>
              <a:rPr lang="en-US" altLang="zh-CN" sz="1100" dirty="0">
                <a:solidFill>
                  <a:srgbClr val="000000"/>
                </a:solidFill>
                <a:highlight>
                  <a:srgbClr val="FFFFFF"/>
                </a:highlight>
                <a:latin typeface="+mj-lt"/>
              </a:rPr>
              <a:t>    </a:t>
            </a:r>
            <a:r>
              <a:rPr lang="en-US" altLang="zh-CN" sz="1100" dirty="0">
                <a:solidFill>
                  <a:srgbClr val="0000FF"/>
                </a:solidFill>
                <a:highlight>
                  <a:srgbClr val="FFFFFF"/>
                </a:highlight>
                <a:latin typeface="+mj-lt"/>
              </a:rPr>
              <a:t>&lt;/</a:t>
            </a:r>
            <a:r>
              <a:rPr lang="en-US" altLang="zh-CN" sz="1100" dirty="0" err="1">
                <a:solidFill>
                  <a:srgbClr val="800000"/>
                </a:solidFill>
                <a:highlight>
                  <a:srgbClr val="FFFFFF"/>
                </a:highlight>
                <a:latin typeface="+mj-lt"/>
              </a:rPr>
              <a:t>xsd:element</a:t>
            </a:r>
            <a:r>
              <a:rPr lang="en-US" altLang="zh-CN" sz="1100" dirty="0">
                <a:solidFill>
                  <a:srgbClr val="0000FF"/>
                </a:solidFill>
                <a:highlight>
                  <a:srgbClr val="FFFFFF"/>
                </a:highlight>
                <a:latin typeface="+mj-lt"/>
              </a:rPr>
              <a:t>&gt;</a:t>
            </a:r>
            <a:endParaRPr lang="en-US" altLang="zh-CN" sz="1100" dirty="0">
              <a:solidFill>
                <a:srgbClr val="000000"/>
              </a:solidFill>
              <a:highlight>
                <a:srgbClr val="FFFFFF"/>
              </a:highlight>
              <a:latin typeface="+mj-lt"/>
            </a:endParaRPr>
          </a:p>
          <a:p>
            <a:pPr>
              <a:buFont typeface="Wingdings" pitchFamily="2" charset="2"/>
              <a:buNone/>
              <a:defRPr/>
            </a:pPr>
            <a:r>
              <a:rPr lang="en-US" altLang="zh-CN" sz="1100" dirty="0">
                <a:solidFill>
                  <a:srgbClr val="000000"/>
                </a:solidFill>
                <a:highlight>
                  <a:srgbClr val="FFFFFF"/>
                </a:highlight>
                <a:latin typeface="+mj-lt"/>
              </a:rPr>
              <a:t>    </a:t>
            </a:r>
            <a:r>
              <a:rPr lang="en-US" altLang="zh-CN" sz="1100" dirty="0">
                <a:solidFill>
                  <a:srgbClr val="0000FF"/>
                </a:solidFill>
                <a:highlight>
                  <a:srgbClr val="FFFFFF"/>
                </a:highlight>
                <a:latin typeface="+mj-lt"/>
              </a:rPr>
              <a:t>&lt;</a:t>
            </a:r>
            <a:r>
              <a:rPr lang="en-US" altLang="zh-CN" sz="1100" dirty="0" err="1">
                <a:solidFill>
                  <a:srgbClr val="800000"/>
                </a:solidFill>
                <a:highlight>
                  <a:srgbClr val="FFFFFF"/>
                </a:highlight>
                <a:latin typeface="+mj-lt"/>
              </a:rPr>
              <a:t>xsd:element</a:t>
            </a:r>
            <a:r>
              <a:rPr lang="en-US" altLang="zh-CN" sz="1100" dirty="0">
                <a:solidFill>
                  <a:srgbClr val="FF0000"/>
                </a:solidFill>
                <a:highlight>
                  <a:srgbClr val="FFFFFF"/>
                </a:highlight>
                <a:latin typeface="+mj-lt"/>
              </a:rPr>
              <a:t> name</a:t>
            </a:r>
            <a:r>
              <a:rPr lang="en-US" altLang="zh-CN" sz="1100" dirty="0">
                <a:solidFill>
                  <a:srgbClr val="0000FF"/>
                </a:solidFill>
                <a:highlight>
                  <a:srgbClr val="FFFFFF"/>
                </a:highlight>
                <a:latin typeface="+mj-lt"/>
              </a:rPr>
              <a:t>="</a:t>
            </a:r>
            <a:r>
              <a:rPr lang="en-US" altLang="zh-CN" sz="1100" dirty="0" err="1">
                <a:solidFill>
                  <a:srgbClr val="000000"/>
                </a:solidFill>
                <a:highlight>
                  <a:srgbClr val="FFFFFF"/>
                </a:highlight>
                <a:latin typeface="+mj-lt"/>
              </a:rPr>
              <a:t>EmployeeUpdateHistoryResponseType</a:t>
            </a:r>
            <a:r>
              <a:rPr lang="en-US" altLang="zh-CN" sz="1100" dirty="0">
                <a:solidFill>
                  <a:srgbClr val="0000FF"/>
                </a:solidFill>
                <a:highlight>
                  <a:srgbClr val="FFFFFF"/>
                </a:highlight>
                <a:latin typeface="+mj-lt"/>
              </a:rPr>
              <a:t>"&gt;</a:t>
            </a:r>
            <a:endParaRPr lang="en-US" altLang="zh-CN" sz="1100" dirty="0">
              <a:solidFill>
                <a:srgbClr val="000000"/>
              </a:solidFill>
              <a:highlight>
                <a:srgbClr val="FFFFFF"/>
              </a:highlight>
              <a:latin typeface="+mj-lt"/>
            </a:endParaRPr>
          </a:p>
          <a:p>
            <a:pPr>
              <a:buFont typeface="Wingdings" pitchFamily="2" charset="2"/>
              <a:buNone/>
              <a:defRPr/>
            </a:pPr>
            <a:r>
              <a:rPr lang="en-US" altLang="zh-CN" sz="1100" dirty="0">
                <a:solidFill>
                  <a:srgbClr val="000000"/>
                </a:solidFill>
                <a:highlight>
                  <a:srgbClr val="FFFFFF"/>
                </a:highlight>
                <a:latin typeface="+mj-lt"/>
              </a:rPr>
              <a:t>        </a:t>
            </a:r>
            <a:r>
              <a:rPr lang="en-US" altLang="zh-CN" sz="1100" dirty="0">
                <a:solidFill>
                  <a:srgbClr val="0000FF"/>
                </a:solidFill>
                <a:highlight>
                  <a:srgbClr val="FFFFFF"/>
                </a:highlight>
                <a:latin typeface="+mj-lt"/>
              </a:rPr>
              <a:t>&lt;</a:t>
            </a:r>
            <a:r>
              <a:rPr lang="en-US" altLang="zh-CN" sz="1100" dirty="0" err="1">
                <a:solidFill>
                  <a:srgbClr val="800000"/>
                </a:solidFill>
                <a:highlight>
                  <a:srgbClr val="FFFFFF"/>
                </a:highlight>
                <a:latin typeface="+mj-lt"/>
              </a:rPr>
              <a:t>xsd:complexType</a:t>
            </a:r>
            <a:r>
              <a:rPr lang="en-US" altLang="zh-CN" sz="1100" dirty="0">
                <a:solidFill>
                  <a:srgbClr val="0000FF"/>
                </a:solidFill>
                <a:highlight>
                  <a:srgbClr val="FFFFFF"/>
                </a:highlight>
                <a:latin typeface="+mj-lt"/>
              </a:rPr>
              <a:t>&gt;</a:t>
            </a:r>
            <a:endParaRPr lang="en-US" altLang="zh-CN" sz="1100" dirty="0">
              <a:solidFill>
                <a:srgbClr val="000000"/>
              </a:solidFill>
              <a:highlight>
                <a:srgbClr val="FFFFFF"/>
              </a:highlight>
              <a:latin typeface="+mj-lt"/>
            </a:endParaRPr>
          </a:p>
          <a:p>
            <a:pPr>
              <a:buFont typeface="Wingdings" pitchFamily="2" charset="2"/>
              <a:buNone/>
              <a:defRPr/>
            </a:pPr>
            <a:r>
              <a:rPr lang="en-US" altLang="zh-CN" sz="1100" dirty="0">
                <a:solidFill>
                  <a:srgbClr val="000000"/>
                </a:solidFill>
                <a:highlight>
                  <a:srgbClr val="FFFFFF"/>
                </a:highlight>
                <a:latin typeface="+mj-lt"/>
              </a:rPr>
              <a:t>            </a:t>
            </a:r>
            <a:r>
              <a:rPr lang="en-US" altLang="zh-CN" sz="1100" dirty="0">
                <a:solidFill>
                  <a:srgbClr val="0000FF"/>
                </a:solidFill>
                <a:highlight>
                  <a:srgbClr val="FFFFFF"/>
                </a:highlight>
                <a:latin typeface="+mj-lt"/>
              </a:rPr>
              <a:t>&lt;</a:t>
            </a:r>
            <a:r>
              <a:rPr lang="en-US" altLang="zh-CN" sz="1100" dirty="0" err="1">
                <a:solidFill>
                  <a:srgbClr val="800000"/>
                </a:solidFill>
                <a:highlight>
                  <a:srgbClr val="FFFFFF"/>
                </a:highlight>
                <a:latin typeface="+mj-lt"/>
              </a:rPr>
              <a:t>xsd:sequence</a:t>
            </a:r>
            <a:r>
              <a:rPr lang="en-US" altLang="zh-CN" sz="1100" dirty="0">
                <a:solidFill>
                  <a:srgbClr val="0000FF"/>
                </a:solidFill>
                <a:highlight>
                  <a:srgbClr val="FFFFFF"/>
                </a:highlight>
                <a:latin typeface="+mj-lt"/>
              </a:rPr>
              <a:t>&gt;</a:t>
            </a:r>
            <a:endParaRPr lang="en-US" altLang="zh-CN" sz="1100" dirty="0">
              <a:solidFill>
                <a:srgbClr val="000000"/>
              </a:solidFill>
              <a:highlight>
                <a:srgbClr val="FFFFFF"/>
              </a:highlight>
              <a:latin typeface="+mj-lt"/>
            </a:endParaRPr>
          </a:p>
          <a:p>
            <a:pPr>
              <a:buFont typeface="Wingdings" pitchFamily="2" charset="2"/>
              <a:buNone/>
              <a:defRPr/>
            </a:pPr>
            <a:r>
              <a:rPr lang="en-US" altLang="zh-CN" sz="1100" dirty="0">
                <a:solidFill>
                  <a:srgbClr val="000000"/>
                </a:solidFill>
                <a:highlight>
                  <a:srgbClr val="FFFFFF"/>
                </a:highlight>
                <a:latin typeface="+mj-lt"/>
              </a:rPr>
              <a:t>            </a:t>
            </a:r>
            <a:r>
              <a:rPr lang="en-US" altLang="zh-CN" sz="1100" dirty="0">
                <a:solidFill>
                  <a:srgbClr val="0000FF"/>
                </a:solidFill>
                <a:highlight>
                  <a:srgbClr val="FFFFFF"/>
                </a:highlight>
                <a:latin typeface="+mj-lt"/>
              </a:rPr>
              <a:t>&lt;</a:t>
            </a:r>
            <a:r>
              <a:rPr lang="en-US" altLang="zh-CN" sz="1100" dirty="0" err="1">
                <a:solidFill>
                  <a:srgbClr val="800000"/>
                </a:solidFill>
                <a:highlight>
                  <a:srgbClr val="FFFFFF"/>
                </a:highlight>
                <a:latin typeface="+mj-lt"/>
              </a:rPr>
              <a:t>xsd:element</a:t>
            </a:r>
            <a:r>
              <a:rPr lang="en-US" altLang="zh-CN" sz="1100" dirty="0">
                <a:solidFill>
                  <a:srgbClr val="FF0000"/>
                </a:solidFill>
                <a:highlight>
                  <a:srgbClr val="FFFFFF"/>
                </a:highlight>
                <a:latin typeface="+mj-lt"/>
              </a:rPr>
              <a:t> name</a:t>
            </a:r>
            <a:r>
              <a:rPr lang="en-US" altLang="zh-CN" sz="1100" dirty="0">
                <a:solidFill>
                  <a:srgbClr val="0000FF"/>
                </a:solidFill>
                <a:highlight>
                  <a:srgbClr val="FFFFFF"/>
                </a:highlight>
                <a:latin typeface="+mj-lt"/>
              </a:rPr>
              <a:t>="</a:t>
            </a:r>
            <a:r>
              <a:rPr lang="en-US" altLang="zh-CN" sz="1100" dirty="0" err="1">
                <a:solidFill>
                  <a:srgbClr val="000000"/>
                </a:solidFill>
                <a:highlight>
                  <a:srgbClr val="FFFFFF"/>
                </a:highlight>
                <a:latin typeface="+mj-lt"/>
              </a:rPr>
              <a:t>ResponseCode</a:t>
            </a:r>
            <a:r>
              <a:rPr lang="en-US" altLang="zh-CN" sz="1100" dirty="0">
                <a:solidFill>
                  <a:srgbClr val="0000FF"/>
                </a:solidFill>
                <a:highlight>
                  <a:srgbClr val="FFFFFF"/>
                </a:highlight>
                <a:latin typeface="+mj-lt"/>
              </a:rPr>
              <a:t>“</a:t>
            </a:r>
            <a:endParaRPr lang="en-US" altLang="zh-CN" sz="1100" dirty="0">
              <a:solidFill>
                <a:srgbClr val="FF0000"/>
              </a:solidFill>
              <a:highlight>
                <a:srgbClr val="FFFFFF"/>
              </a:highlight>
              <a:latin typeface="+mj-lt"/>
            </a:endParaRPr>
          </a:p>
          <a:p>
            <a:pPr>
              <a:buFont typeface="Wingdings" pitchFamily="2" charset="2"/>
              <a:buNone/>
              <a:defRPr/>
            </a:pPr>
            <a:r>
              <a:rPr lang="en-US" altLang="zh-CN" sz="1100" dirty="0">
                <a:solidFill>
                  <a:srgbClr val="FF0000"/>
                </a:solidFill>
                <a:highlight>
                  <a:srgbClr val="FFFFFF"/>
                </a:highlight>
                <a:latin typeface="+mj-lt"/>
              </a:rPr>
              <a:t>		type</a:t>
            </a:r>
            <a:r>
              <a:rPr lang="en-US" altLang="zh-CN" sz="1100" dirty="0">
                <a:solidFill>
                  <a:srgbClr val="0000FF"/>
                </a:solidFill>
                <a:highlight>
                  <a:srgbClr val="FFFFFF"/>
                </a:highlight>
                <a:latin typeface="+mj-lt"/>
              </a:rPr>
              <a:t>="</a:t>
            </a:r>
            <a:r>
              <a:rPr lang="en-US" altLang="zh-CN" sz="1100" dirty="0" err="1">
                <a:solidFill>
                  <a:srgbClr val="000000"/>
                </a:solidFill>
                <a:highlight>
                  <a:srgbClr val="FFFFFF"/>
                </a:highlight>
                <a:latin typeface="+mj-lt"/>
              </a:rPr>
              <a:t>xsd:byte</a:t>
            </a:r>
            <a:r>
              <a:rPr lang="en-US" altLang="zh-CN" sz="1100" dirty="0">
                <a:solidFill>
                  <a:srgbClr val="0000FF"/>
                </a:solidFill>
                <a:highlight>
                  <a:srgbClr val="FFFFFF"/>
                </a:highlight>
                <a:latin typeface="+mj-lt"/>
              </a:rPr>
              <a:t>"/&gt;</a:t>
            </a:r>
            <a:endParaRPr lang="en-US" altLang="zh-CN" sz="1100" dirty="0">
              <a:solidFill>
                <a:srgbClr val="000000"/>
              </a:solidFill>
              <a:highlight>
                <a:srgbClr val="FFFFFF"/>
              </a:highlight>
              <a:latin typeface="+mj-lt"/>
            </a:endParaRPr>
          </a:p>
          <a:p>
            <a:pPr>
              <a:buFont typeface="Wingdings" pitchFamily="2" charset="2"/>
              <a:buNone/>
              <a:defRPr/>
            </a:pPr>
            <a:r>
              <a:rPr lang="en-US" altLang="zh-CN" sz="1100" dirty="0">
                <a:solidFill>
                  <a:srgbClr val="000000"/>
                </a:solidFill>
                <a:highlight>
                  <a:srgbClr val="FFFFFF"/>
                </a:highlight>
                <a:latin typeface="+mj-lt"/>
              </a:rPr>
              <a:t>            </a:t>
            </a:r>
            <a:r>
              <a:rPr lang="en-US" altLang="zh-CN" sz="1100" dirty="0">
                <a:solidFill>
                  <a:srgbClr val="0000FF"/>
                </a:solidFill>
                <a:highlight>
                  <a:srgbClr val="FFFFFF"/>
                </a:highlight>
                <a:latin typeface="+mj-lt"/>
              </a:rPr>
              <a:t>&lt;/</a:t>
            </a:r>
            <a:r>
              <a:rPr lang="en-US" altLang="zh-CN" sz="1100" dirty="0" err="1">
                <a:solidFill>
                  <a:srgbClr val="800000"/>
                </a:solidFill>
                <a:highlight>
                  <a:srgbClr val="FFFFFF"/>
                </a:highlight>
                <a:latin typeface="+mj-lt"/>
              </a:rPr>
              <a:t>xsd:sequence</a:t>
            </a:r>
            <a:r>
              <a:rPr lang="en-US" altLang="zh-CN" sz="1100" dirty="0">
                <a:solidFill>
                  <a:srgbClr val="0000FF"/>
                </a:solidFill>
                <a:highlight>
                  <a:srgbClr val="FFFFFF"/>
                </a:highlight>
                <a:latin typeface="+mj-lt"/>
              </a:rPr>
              <a:t>&gt;</a:t>
            </a:r>
            <a:endParaRPr lang="en-US" altLang="zh-CN" sz="1100" dirty="0">
              <a:solidFill>
                <a:srgbClr val="000000"/>
              </a:solidFill>
              <a:highlight>
                <a:srgbClr val="FFFFFF"/>
              </a:highlight>
              <a:latin typeface="+mj-lt"/>
            </a:endParaRPr>
          </a:p>
          <a:p>
            <a:pPr>
              <a:buFont typeface="Wingdings" pitchFamily="2" charset="2"/>
              <a:buNone/>
              <a:defRPr/>
            </a:pPr>
            <a:r>
              <a:rPr lang="en-US" altLang="zh-CN" sz="1100" dirty="0">
                <a:solidFill>
                  <a:srgbClr val="000000"/>
                </a:solidFill>
                <a:highlight>
                  <a:srgbClr val="FFFFFF"/>
                </a:highlight>
                <a:latin typeface="+mj-lt"/>
              </a:rPr>
              <a:t>        </a:t>
            </a:r>
            <a:r>
              <a:rPr lang="en-US" altLang="zh-CN" sz="1100" dirty="0">
                <a:solidFill>
                  <a:srgbClr val="0000FF"/>
                </a:solidFill>
                <a:highlight>
                  <a:srgbClr val="FFFFFF"/>
                </a:highlight>
                <a:latin typeface="+mj-lt"/>
              </a:rPr>
              <a:t>&lt;/</a:t>
            </a:r>
            <a:r>
              <a:rPr lang="en-US" altLang="zh-CN" sz="1100" dirty="0" err="1">
                <a:solidFill>
                  <a:srgbClr val="800000"/>
                </a:solidFill>
                <a:highlight>
                  <a:srgbClr val="FFFFFF"/>
                </a:highlight>
                <a:latin typeface="+mj-lt"/>
              </a:rPr>
              <a:t>xsd:complexType</a:t>
            </a:r>
            <a:r>
              <a:rPr lang="en-US" altLang="zh-CN" sz="1100" dirty="0">
                <a:solidFill>
                  <a:srgbClr val="0000FF"/>
                </a:solidFill>
                <a:highlight>
                  <a:srgbClr val="FFFFFF"/>
                </a:highlight>
                <a:latin typeface="+mj-lt"/>
              </a:rPr>
              <a:t>&gt;</a:t>
            </a:r>
            <a:endParaRPr lang="en-US" altLang="zh-CN" sz="1100" dirty="0">
              <a:solidFill>
                <a:srgbClr val="000000"/>
              </a:solidFill>
              <a:highlight>
                <a:srgbClr val="FFFFFF"/>
              </a:highlight>
              <a:latin typeface="+mj-lt"/>
            </a:endParaRPr>
          </a:p>
          <a:p>
            <a:pPr>
              <a:buFont typeface="Wingdings" pitchFamily="2" charset="2"/>
              <a:buNone/>
              <a:defRPr/>
            </a:pPr>
            <a:r>
              <a:rPr lang="en-US" altLang="zh-CN" sz="1100" dirty="0">
                <a:solidFill>
                  <a:srgbClr val="000000"/>
                </a:solidFill>
                <a:highlight>
                  <a:srgbClr val="FFFFFF"/>
                </a:highlight>
                <a:latin typeface="+mj-lt"/>
              </a:rPr>
              <a:t>    </a:t>
            </a:r>
            <a:r>
              <a:rPr lang="en-US" altLang="zh-CN" sz="1100" dirty="0">
                <a:solidFill>
                  <a:srgbClr val="0000FF"/>
                </a:solidFill>
                <a:highlight>
                  <a:srgbClr val="FFFFFF"/>
                </a:highlight>
                <a:latin typeface="+mj-lt"/>
              </a:rPr>
              <a:t>&lt;/</a:t>
            </a:r>
            <a:r>
              <a:rPr lang="en-US" altLang="zh-CN" sz="1100" dirty="0" err="1">
                <a:solidFill>
                  <a:srgbClr val="800000"/>
                </a:solidFill>
                <a:highlight>
                  <a:srgbClr val="FFFFFF"/>
                </a:highlight>
                <a:latin typeface="+mj-lt"/>
              </a:rPr>
              <a:t>xsd:element</a:t>
            </a:r>
            <a:r>
              <a:rPr lang="en-US" altLang="zh-CN" sz="1100" dirty="0">
                <a:solidFill>
                  <a:srgbClr val="0000FF"/>
                </a:solidFill>
                <a:highlight>
                  <a:srgbClr val="FFFFFF"/>
                </a:highlight>
                <a:latin typeface="+mj-lt"/>
              </a:rPr>
              <a:t>&gt;</a:t>
            </a:r>
            <a:endParaRPr lang="en-US" altLang="zh-CN" sz="1100" dirty="0">
              <a:solidFill>
                <a:srgbClr val="000000"/>
              </a:solidFill>
              <a:highlight>
                <a:srgbClr val="FFFFFF"/>
              </a:highlight>
              <a:latin typeface="+mj-lt"/>
            </a:endParaRPr>
          </a:p>
          <a:p>
            <a:pPr>
              <a:buFont typeface="Wingdings" pitchFamily="2" charset="2"/>
              <a:buNone/>
              <a:defRPr/>
            </a:pPr>
            <a:r>
              <a:rPr lang="en-US" altLang="zh-CN" sz="1100" dirty="0">
                <a:solidFill>
                  <a:srgbClr val="0000FF"/>
                </a:solidFill>
                <a:highlight>
                  <a:srgbClr val="FFFFFF"/>
                </a:highlight>
                <a:latin typeface="+mj-lt"/>
              </a:rPr>
              <a:t>&lt;/</a:t>
            </a:r>
            <a:r>
              <a:rPr lang="en-US" altLang="zh-CN" sz="1100" dirty="0" err="1">
                <a:solidFill>
                  <a:srgbClr val="800000"/>
                </a:solidFill>
                <a:highlight>
                  <a:srgbClr val="FFFFFF"/>
                </a:highlight>
                <a:latin typeface="+mj-lt"/>
              </a:rPr>
              <a:t>xsd:schema</a:t>
            </a:r>
            <a:r>
              <a:rPr lang="en-US" altLang="zh-CN" sz="1100" dirty="0">
                <a:solidFill>
                  <a:srgbClr val="0000FF"/>
                </a:solidFill>
                <a:highlight>
                  <a:srgbClr val="FFFFFF"/>
                </a:highlight>
                <a:latin typeface="+mj-lt"/>
              </a:rPr>
              <a:t>&gt;</a:t>
            </a:r>
            <a:endParaRPr lang="en-US" altLang="zh-CN" sz="1100" dirty="0">
              <a:solidFill>
                <a:srgbClr val="0000FF"/>
              </a:solidFill>
              <a:latin typeface="+mj-lt"/>
              <a:ea typeface="Arial Unicode MS" pitchFamily="34" charset="-122"/>
              <a:cs typeface="Arial Unicode MS" pitchFamily="34" charset="-122"/>
            </a:endParaRPr>
          </a:p>
        </p:txBody>
      </p:sp>
      <p:sp>
        <p:nvSpPr>
          <p:cNvPr id="23558" name="灯片编号占位符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03BFD3BB-F8AF-4576-949E-F5101BD1DF42}" type="slidenum">
              <a:rPr lang="en-US" altLang="zh-CN" smtClean="0"/>
              <a:pPr eaLnBrk="1" hangingPunct="1"/>
              <a:t>22</a:t>
            </a:fld>
            <a:endParaRPr lang="en-US" altLang="zh-CN" dirty="0"/>
          </a:p>
        </p:txBody>
      </p:sp>
      <p:sp>
        <p:nvSpPr>
          <p:cNvPr id="23554" name="标题 1"/>
          <p:cNvSpPr>
            <a:spLocks noGrp="1"/>
          </p:cNvSpPr>
          <p:nvPr>
            <p:ph type="title"/>
          </p:nvPr>
        </p:nvSpPr>
        <p:spPr/>
        <p:txBody>
          <a:bodyPr/>
          <a:lstStyle/>
          <a:p>
            <a:r>
              <a:rPr lang="zh-CN" altLang="en-US" dirty="0"/>
              <a:t>以实体为核心的业务服务设计 </a:t>
            </a:r>
            <a:r>
              <a:rPr lang="en-US" altLang="zh-CN" dirty="0"/>
              <a:t>IV</a:t>
            </a:r>
            <a:endParaRPr lang="zh-CN" altLang="en-US" dirty="0"/>
          </a:p>
        </p:txBody>
      </p:sp>
      <p:sp>
        <p:nvSpPr>
          <p:cNvPr id="13" name="Line 15"/>
          <p:cNvSpPr>
            <a:spLocks noChangeShapeType="1"/>
          </p:cNvSpPr>
          <p:nvPr/>
        </p:nvSpPr>
        <p:spPr bwMode="auto">
          <a:xfrm flipH="1">
            <a:off x="1979613" y="1628775"/>
            <a:ext cx="2663825" cy="1008063"/>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 name="Text Box 16"/>
          <p:cNvSpPr txBox="1">
            <a:spLocks noChangeArrowheads="1"/>
          </p:cNvSpPr>
          <p:nvPr/>
        </p:nvSpPr>
        <p:spPr bwMode="auto">
          <a:xfrm>
            <a:off x="3708400" y="1268413"/>
            <a:ext cx="18002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dirty="0"/>
              <a:t>Different source</a:t>
            </a:r>
          </a:p>
        </p:txBody>
      </p:sp>
      <p:sp>
        <p:nvSpPr>
          <p:cNvPr id="15" name="Line 15"/>
          <p:cNvSpPr>
            <a:spLocks noChangeShapeType="1"/>
          </p:cNvSpPr>
          <p:nvPr/>
        </p:nvSpPr>
        <p:spPr bwMode="auto">
          <a:xfrm>
            <a:off x="4643438" y="1628775"/>
            <a:ext cx="360362" cy="93662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down)">
                                      <p:cBhvr>
                                        <p:cTn id="7" dur="500"/>
                                        <p:tgtEl>
                                          <p:spTgt spid="14"/>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wipe(down)">
                                      <p:cBhvr>
                                        <p:cTn id="10" dur="500"/>
                                        <p:tgtEl>
                                          <p:spTgt spid="13"/>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wipe(down)">
                                      <p:cBhvr>
                                        <p:cTn id="1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P spid="1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p:cNvSpPr>
          <p:nvPr>
            <p:ph type="title"/>
          </p:nvPr>
        </p:nvSpPr>
        <p:spPr/>
        <p:txBody>
          <a:bodyPr/>
          <a:lstStyle/>
          <a:p>
            <a:r>
              <a:rPr lang="zh-CN" altLang="en-US"/>
              <a:t>以实体为核心的业务服务设计 </a:t>
            </a:r>
            <a:r>
              <a:rPr lang="en-US" altLang="zh-CN"/>
              <a:t>IV</a:t>
            </a:r>
            <a:endParaRPr lang="zh-CN" altLang="en-US"/>
          </a:p>
        </p:txBody>
      </p:sp>
      <p:sp>
        <p:nvSpPr>
          <p:cNvPr id="24579" name="内容占位符 7"/>
          <p:cNvSpPr>
            <a:spLocks noGrp="1"/>
          </p:cNvSpPr>
          <p:nvPr>
            <p:ph idx="1"/>
          </p:nvPr>
        </p:nvSpPr>
        <p:spPr>
          <a:xfrm>
            <a:off x="457200" y="1052737"/>
            <a:ext cx="8229600" cy="1008111"/>
          </a:xfrm>
        </p:spPr>
        <p:txBody>
          <a:bodyPr/>
          <a:lstStyle/>
          <a:p>
            <a:r>
              <a:rPr lang="zh-CN" altLang="en-US" dirty="0"/>
              <a:t>在</a:t>
            </a:r>
            <a:r>
              <a:rPr lang="en-US" altLang="zh-CN" dirty="0"/>
              <a:t>WSDL</a:t>
            </a:r>
            <a:r>
              <a:rPr lang="zh-CN" altLang="en-US" dirty="0"/>
              <a:t>中分别导入</a:t>
            </a:r>
            <a:r>
              <a:rPr lang="en-US" altLang="zh-CN" dirty="0"/>
              <a:t>XSD Schema</a:t>
            </a:r>
            <a:endParaRPr lang="zh-CN" altLang="en-US" dirty="0"/>
          </a:p>
        </p:txBody>
      </p:sp>
      <p:sp>
        <p:nvSpPr>
          <p:cNvPr id="24580" name="灯片编号占位符 6"/>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A644AA88-BC43-49F4-9521-BB7BCAF11430}" type="slidenum">
              <a:rPr lang="en-US" altLang="zh-CN" smtClean="0"/>
              <a:pPr eaLnBrk="1" hangingPunct="1"/>
              <a:t>23</a:t>
            </a:fld>
            <a:endParaRPr lang="en-US" altLang="zh-CN"/>
          </a:p>
        </p:txBody>
      </p:sp>
      <p:sp>
        <p:nvSpPr>
          <p:cNvPr id="10" name="Text Box 9"/>
          <p:cNvSpPr txBox="1">
            <a:spLocks noChangeArrowheads="1"/>
          </p:cNvSpPr>
          <p:nvPr/>
        </p:nvSpPr>
        <p:spPr bwMode="auto">
          <a:xfrm>
            <a:off x="770878" y="2276872"/>
            <a:ext cx="7704856" cy="3139321"/>
          </a:xfrm>
          <a:prstGeom prst="rect">
            <a:avLst/>
          </a:prstGeom>
          <a:noFill/>
          <a:ln w="19050">
            <a:solidFill>
              <a:schemeClr val="tx1"/>
            </a:solidFill>
            <a:miter lim="800000"/>
            <a:headEnd/>
            <a:tailEnd/>
          </a:ln>
        </p:spPr>
        <p:txBody>
          <a:bodyPr>
            <a:spAutoFit/>
          </a:bodyPr>
          <a:lstStyle/>
          <a:p>
            <a:pPr>
              <a:defRPr/>
            </a:pPr>
            <a:r>
              <a:rPr lang="en-US" altLang="zh-CN" dirty="0">
                <a:solidFill>
                  <a:srgbClr val="0000FF"/>
                </a:solidFill>
                <a:highlight>
                  <a:srgbClr val="FFFFFF"/>
                </a:highlight>
                <a:latin typeface="+mn-lt"/>
                <a:ea typeface="宋体"/>
              </a:rPr>
              <a:t>&lt;</a:t>
            </a:r>
            <a:r>
              <a:rPr lang="en-US" altLang="zh-CN" dirty="0">
                <a:solidFill>
                  <a:srgbClr val="800000"/>
                </a:solidFill>
                <a:highlight>
                  <a:srgbClr val="FFFFFF"/>
                </a:highlight>
                <a:latin typeface="+mn-lt"/>
                <a:ea typeface="宋体"/>
              </a:rPr>
              <a:t>types</a:t>
            </a:r>
            <a:r>
              <a:rPr lang="en-US" altLang="zh-CN" dirty="0">
                <a:solidFill>
                  <a:srgbClr val="0000FF"/>
                </a:solidFill>
                <a:highlight>
                  <a:srgbClr val="FFFFFF"/>
                </a:highlight>
                <a:latin typeface="+mn-lt"/>
                <a:ea typeface="宋体"/>
              </a:rPr>
              <a:t>&gt;</a:t>
            </a:r>
            <a:endParaRPr lang="en-US" altLang="zh-CN" dirty="0">
              <a:solidFill>
                <a:srgbClr val="000000"/>
              </a:solidFill>
              <a:highlight>
                <a:srgbClr val="FFFFFF"/>
              </a:highlight>
              <a:latin typeface="+mn-lt"/>
              <a:ea typeface="宋体"/>
            </a:endParaRPr>
          </a:p>
          <a:p>
            <a:pPr>
              <a:defRPr/>
            </a:pPr>
            <a:r>
              <a:rPr lang="en-US" altLang="zh-CN" dirty="0">
                <a:solidFill>
                  <a:srgbClr val="000000"/>
                </a:solidFill>
                <a:highlight>
                  <a:srgbClr val="FFFFFF"/>
                </a:highlight>
                <a:latin typeface="+mn-lt"/>
                <a:ea typeface="宋体"/>
              </a:rPr>
              <a:t>    </a:t>
            </a:r>
            <a:r>
              <a:rPr lang="en-US" altLang="zh-CN" dirty="0">
                <a:solidFill>
                  <a:srgbClr val="0000FF"/>
                </a:solidFill>
                <a:highlight>
                  <a:srgbClr val="FFFFFF"/>
                </a:highlight>
                <a:latin typeface="+mn-lt"/>
                <a:ea typeface="宋体"/>
              </a:rPr>
              <a:t>&lt;</a:t>
            </a:r>
            <a:r>
              <a:rPr lang="en-US" altLang="zh-CN" dirty="0" err="1">
                <a:solidFill>
                  <a:srgbClr val="800000"/>
                </a:solidFill>
                <a:highlight>
                  <a:srgbClr val="FFFFFF"/>
                </a:highlight>
                <a:latin typeface="+mn-lt"/>
                <a:ea typeface="宋体"/>
              </a:rPr>
              <a:t>xsd:schema</a:t>
            </a:r>
            <a:r>
              <a:rPr lang="en-US" altLang="zh-CN" dirty="0">
                <a:solidFill>
                  <a:srgbClr val="FF0000"/>
                </a:solidFill>
                <a:highlight>
                  <a:srgbClr val="FFFFFF"/>
                </a:highlight>
                <a:latin typeface="+mn-lt"/>
                <a:ea typeface="宋体"/>
              </a:rPr>
              <a:t> </a:t>
            </a:r>
            <a:r>
              <a:rPr lang="en-US" altLang="zh-CN" dirty="0" err="1">
                <a:solidFill>
                  <a:srgbClr val="FF0000"/>
                </a:solidFill>
                <a:highlight>
                  <a:srgbClr val="FFFFFF"/>
                </a:highlight>
                <a:latin typeface="+mn-lt"/>
                <a:ea typeface="宋体"/>
              </a:rPr>
              <a:t>targetNamespace</a:t>
            </a:r>
            <a:r>
              <a:rPr lang="en-US" altLang="zh-CN" dirty="0">
                <a:solidFill>
                  <a:srgbClr val="0000FF"/>
                </a:solidFill>
                <a:highlight>
                  <a:srgbClr val="FFFFFF"/>
                </a:highlight>
                <a:latin typeface="+mn-lt"/>
                <a:ea typeface="宋体"/>
              </a:rPr>
              <a:t>="</a:t>
            </a:r>
            <a:r>
              <a:rPr lang="en-US" altLang="zh-CN" dirty="0">
                <a:solidFill>
                  <a:srgbClr val="000000"/>
                </a:solidFill>
                <a:highlight>
                  <a:srgbClr val="FFFFFF"/>
                </a:highlight>
                <a:latin typeface="+mn-lt"/>
                <a:ea typeface="宋体"/>
              </a:rPr>
              <a:t>http://www.xmltc.com/tls/employee/schema/</a:t>
            </a:r>
            <a:r>
              <a:rPr lang="en-US" altLang="zh-CN" dirty="0">
                <a:solidFill>
                  <a:srgbClr val="0000FF"/>
                </a:solidFill>
                <a:highlight>
                  <a:srgbClr val="FFFFFF"/>
                </a:highlight>
                <a:latin typeface="+mn-lt"/>
                <a:ea typeface="宋体"/>
              </a:rPr>
              <a:t>"&gt;</a:t>
            </a:r>
            <a:endParaRPr lang="en-US" altLang="zh-CN" dirty="0">
              <a:solidFill>
                <a:srgbClr val="000000"/>
              </a:solidFill>
              <a:highlight>
                <a:srgbClr val="FFFFFF"/>
              </a:highlight>
              <a:latin typeface="+mn-lt"/>
              <a:ea typeface="宋体"/>
            </a:endParaRPr>
          </a:p>
          <a:p>
            <a:pPr>
              <a:defRPr/>
            </a:pPr>
            <a:r>
              <a:rPr lang="en-US" altLang="zh-CN" dirty="0">
                <a:solidFill>
                  <a:srgbClr val="000000"/>
                </a:solidFill>
                <a:highlight>
                  <a:srgbClr val="FFFFFF"/>
                </a:highlight>
                <a:latin typeface="+mn-lt"/>
                <a:ea typeface="宋体"/>
              </a:rPr>
              <a:t>        </a:t>
            </a:r>
            <a:r>
              <a:rPr lang="en-US" altLang="zh-CN" dirty="0">
                <a:solidFill>
                  <a:srgbClr val="0000FF"/>
                </a:solidFill>
                <a:highlight>
                  <a:srgbClr val="FFFFFF"/>
                </a:highlight>
                <a:latin typeface="+mn-lt"/>
                <a:ea typeface="宋体"/>
              </a:rPr>
              <a:t>&lt;</a:t>
            </a:r>
            <a:r>
              <a:rPr lang="en-US" altLang="zh-CN" dirty="0" err="1">
                <a:solidFill>
                  <a:srgbClr val="800000"/>
                </a:solidFill>
                <a:highlight>
                  <a:srgbClr val="FFFFFF"/>
                </a:highlight>
                <a:latin typeface="+mn-lt"/>
                <a:ea typeface="宋体"/>
              </a:rPr>
              <a:t>xsd:import</a:t>
            </a:r>
            <a:r>
              <a:rPr lang="en-US" altLang="zh-CN" dirty="0">
                <a:solidFill>
                  <a:srgbClr val="FF0000"/>
                </a:solidFill>
                <a:highlight>
                  <a:srgbClr val="FFFFFF"/>
                </a:highlight>
                <a:latin typeface="+mn-lt"/>
                <a:ea typeface="宋体"/>
              </a:rPr>
              <a:t> namespace</a:t>
            </a:r>
            <a:r>
              <a:rPr lang="en-US" altLang="zh-CN" dirty="0">
                <a:solidFill>
                  <a:srgbClr val="0000FF"/>
                </a:solidFill>
                <a:highlight>
                  <a:srgbClr val="FFFFFF"/>
                </a:highlight>
                <a:latin typeface="+mn-lt"/>
                <a:ea typeface="宋体"/>
              </a:rPr>
              <a:t>="</a:t>
            </a:r>
            <a:r>
              <a:rPr lang="en-US" altLang="zh-CN" dirty="0">
                <a:solidFill>
                  <a:srgbClr val="000000"/>
                </a:solidFill>
                <a:highlight>
                  <a:srgbClr val="FFFFFF"/>
                </a:highlight>
                <a:latin typeface="+mn-lt"/>
                <a:ea typeface="宋体"/>
              </a:rPr>
              <a:t>http://www.xmltc.com/tls/employee/schema/accounting/</a:t>
            </a:r>
            <a:r>
              <a:rPr lang="en-US" altLang="zh-CN" dirty="0">
                <a:solidFill>
                  <a:srgbClr val="0000FF"/>
                </a:solidFill>
                <a:highlight>
                  <a:srgbClr val="FFFFFF"/>
                </a:highlight>
                <a:latin typeface="+mn-lt"/>
                <a:ea typeface="宋体"/>
              </a:rPr>
              <a:t>"</a:t>
            </a:r>
            <a:r>
              <a:rPr lang="en-US" altLang="zh-CN" dirty="0">
                <a:solidFill>
                  <a:srgbClr val="FF0000"/>
                </a:solidFill>
                <a:highlight>
                  <a:srgbClr val="FFFFFF"/>
                </a:highlight>
                <a:latin typeface="+mn-lt"/>
                <a:ea typeface="宋体"/>
              </a:rPr>
              <a:t> </a:t>
            </a:r>
            <a:r>
              <a:rPr lang="en-US" altLang="zh-CN" dirty="0" err="1">
                <a:solidFill>
                  <a:srgbClr val="FF0000"/>
                </a:solidFill>
                <a:highlight>
                  <a:srgbClr val="FFFFFF"/>
                </a:highlight>
                <a:latin typeface="+mn-lt"/>
                <a:ea typeface="宋体"/>
              </a:rPr>
              <a:t>schemaLocation</a:t>
            </a:r>
            <a:r>
              <a:rPr lang="en-US" altLang="zh-CN" dirty="0">
                <a:solidFill>
                  <a:srgbClr val="0000FF"/>
                </a:solidFill>
                <a:highlight>
                  <a:srgbClr val="FFFFFF"/>
                </a:highlight>
                <a:latin typeface="+mn-lt"/>
                <a:ea typeface="宋体"/>
              </a:rPr>
              <a:t>="</a:t>
            </a:r>
            <a:r>
              <a:rPr lang="en-US" altLang="zh-CN" dirty="0">
                <a:solidFill>
                  <a:srgbClr val="000000"/>
                </a:solidFill>
                <a:highlight>
                  <a:srgbClr val="FFFFFF"/>
                </a:highlight>
                <a:latin typeface="+mn-lt"/>
                <a:ea typeface="宋体"/>
              </a:rPr>
              <a:t>Employee.xsd</a:t>
            </a:r>
            <a:r>
              <a:rPr lang="en-US" altLang="zh-CN" dirty="0">
                <a:solidFill>
                  <a:srgbClr val="0000FF"/>
                </a:solidFill>
                <a:highlight>
                  <a:srgbClr val="FFFFFF"/>
                </a:highlight>
                <a:latin typeface="+mn-lt"/>
                <a:ea typeface="宋体"/>
              </a:rPr>
              <a:t>"/&gt;</a:t>
            </a:r>
            <a:endParaRPr lang="en-US" altLang="zh-CN" dirty="0">
              <a:solidFill>
                <a:srgbClr val="000000"/>
              </a:solidFill>
              <a:highlight>
                <a:srgbClr val="FFFFFF"/>
              </a:highlight>
              <a:latin typeface="+mn-lt"/>
              <a:ea typeface="宋体"/>
            </a:endParaRPr>
          </a:p>
          <a:p>
            <a:pPr>
              <a:defRPr/>
            </a:pPr>
            <a:r>
              <a:rPr lang="en-US" altLang="zh-CN" dirty="0">
                <a:solidFill>
                  <a:srgbClr val="000000"/>
                </a:solidFill>
                <a:highlight>
                  <a:srgbClr val="FFFFFF"/>
                </a:highlight>
                <a:latin typeface="+mn-lt"/>
                <a:ea typeface="宋体"/>
              </a:rPr>
              <a:t>        </a:t>
            </a:r>
            <a:r>
              <a:rPr lang="en-US" altLang="zh-CN" dirty="0">
                <a:solidFill>
                  <a:srgbClr val="0000FF"/>
                </a:solidFill>
                <a:highlight>
                  <a:srgbClr val="FFFFFF"/>
                </a:highlight>
                <a:latin typeface="+mn-lt"/>
                <a:ea typeface="宋体"/>
              </a:rPr>
              <a:t>&lt;</a:t>
            </a:r>
            <a:r>
              <a:rPr lang="en-US" altLang="zh-CN" dirty="0" err="1">
                <a:solidFill>
                  <a:srgbClr val="800000"/>
                </a:solidFill>
                <a:highlight>
                  <a:srgbClr val="FFFFFF"/>
                </a:highlight>
                <a:latin typeface="+mn-lt"/>
                <a:ea typeface="宋体"/>
              </a:rPr>
              <a:t>xsd:import</a:t>
            </a:r>
            <a:r>
              <a:rPr lang="en-US" altLang="zh-CN" dirty="0">
                <a:solidFill>
                  <a:srgbClr val="FF0000"/>
                </a:solidFill>
                <a:highlight>
                  <a:srgbClr val="FFFFFF"/>
                </a:highlight>
                <a:latin typeface="+mn-lt"/>
                <a:ea typeface="宋体"/>
              </a:rPr>
              <a:t> namespace</a:t>
            </a:r>
            <a:r>
              <a:rPr lang="en-US" altLang="zh-CN" dirty="0">
                <a:solidFill>
                  <a:srgbClr val="0000FF"/>
                </a:solidFill>
                <a:highlight>
                  <a:srgbClr val="FFFFFF"/>
                </a:highlight>
                <a:latin typeface="+mn-lt"/>
                <a:ea typeface="宋体"/>
              </a:rPr>
              <a:t>="</a:t>
            </a:r>
            <a:r>
              <a:rPr lang="en-US" altLang="zh-CN" dirty="0">
                <a:solidFill>
                  <a:srgbClr val="000000"/>
                </a:solidFill>
                <a:highlight>
                  <a:srgbClr val="FFFFFF"/>
                </a:highlight>
                <a:latin typeface="+mn-lt"/>
                <a:ea typeface="宋体"/>
              </a:rPr>
              <a:t>http://www.xmltc.com/tls/employee/schema/hr/</a:t>
            </a:r>
            <a:r>
              <a:rPr lang="en-US" altLang="zh-CN" dirty="0">
                <a:solidFill>
                  <a:srgbClr val="0000FF"/>
                </a:solidFill>
                <a:highlight>
                  <a:srgbClr val="FFFFFF"/>
                </a:highlight>
                <a:latin typeface="+mn-lt"/>
                <a:ea typeface="宋体"/>
              </a:rPr>
              <a:t>"</a:t>
            </a:r>
            <a:r>
              <a:rPr lang="en-US" altLang="zh-CN" dirty="0">
                <a:solidFill>
                  <a:srgbClr val="FF0000"/>
                </a:solidFill>
                <a:highlight>
                  <a:srgbClr val="FFFFFF"/>
                </a:highlight>
                <a:latin typeface="+mn-lt"/>
                <a:ea typeface="宋体"/>
              </a:rPr>
              <a:t> </a:t>
            </a:r>
            <a:r>
              <a:rPr lang="en-US" altLang="zh-CN" dirty="0" err="1">
                <a:solidFill>
                  <a:srgbClr val="FF0000"/>
                </a:solidFill>
                <a:highlight>
                  <a:srgbClr val="FFFFFF"/>
                </a:highlight>
                <a:latin typeface="+mn-lt"/>
                <a:ea typeface="宋体"/>
              </a:rPr>
              <a:t>schemaLocation</a:t>
            </a:r>
            <a:r>
              <a:rPr lang="en-US" altLang="zh-CN" dirty="0">
                <a:solidFill>
                  <a:srgbClr val="0000FF"/>
                </a:solidFill>
                <a:highlight>
                  <a:srgbClr val="FFFFFF"/>
                </a:highlight>
                <a:latin typeface="+mn-lt"/>
                <a:ea typeface="宋体"/>
              </a:rPr>
              <a:t>="</a:t>
            </a:r>
            <a:r>
              <a:rPr lang="en-US" altLang="zh-CN" dirty="0">
                <a:solidFill>
                  <a:srgbClr val="000000"/>
                </a:solidFill>
                <a:highlight>
                  <a:srgbClr val="FFFFFF"/>
                </a:highlight>
                <a:latin typeface="+mn-lt"/>
                <a:ea typeface="宋体"/>
              </a:rPr>
              <a:t>EmployeeHistory.xsd</a:t>
            </a:r>
            <a:r>
              <a:rPr lang="en-US" altLang="zh-CN" dirty="0">
                <a:solidFill>
                  <a:srgbClr val="0000FF"/>
                </a:solidFill>
                <a:highlight>
                  <a:srgbClr val="FFFFFF"/>
                </a:highlight>
                <a:latin typeface="+mn-lt"/>
                <a:ea typeface="宋体"/>
              </a:rPr>
              <a:t>"/&gt;</a:t>
            </a:r>
            <a:endParaRPr lang="en-US" altLang="zh-CN" dirty="0">
              <a:solidFill>
                <a:srgbClr val="000000"/>
              </a:solidFill>
              <a:highlight>
                <a:srgbClr val="FFFFFF"/>
              </a:highlight>
              <a:latin typeface="+mn-lt"/>
              <a:ea typeface="宋体"/>
            </a:endParaRPr>
          </a:p>
          <a:p>
            <a:pPr>
              <a:defRPr/>
            </a:pPr>
            <a:r>
              <a:rPr lang="en-US" altLang="zh-CN" dirty="0">
                <a:solidFill>
                  <a:srgbClr val="000000"/>
                </a:solidFill>
                <a:highlight>
                  <a:srgbClr val="FFFFFF"/>
                </a:highlight>
                <a:latin typeface="+mn-lt"/>
                <a:ea typeface="宋体"/>
              </a:rPr>
              <a:t>        </a:t>
            </a:r>
            <a:r>
              <a:rPr lang="en-US" altLang="zh-CN" dirty="0">
                <a:solidFill>
                  <a:srgbClr val="0000FF"/>
                </a:solidFill>
                <a:highlight>
                  <a:srgbClr val="FFFFFF"/>
                </a:highlight>
                <a:latin typeface="+mn-lt"/>
                <a:ea typeface="宋体"/>
              </a:rPr>
              <a:t>&lt;/</a:t>
            </a:r>
            <a:r>
              <a:rPr lang="en-US" altLang="zh-CN" dirty="0" err="1">
                <a:solidFill>
                  <a:srgbClr val="800000"/>
                </a:solidFill>
                <a:highlight>
                  <a:srgbClr val="FFFFFF"/>
                </a:highlight>
                <a:latin typeface="+mn-lt"/>
                <a:ea typeface="宋体"/>
              </a:rPr>
              <a:t>xsd:schema</a:t>
            </a:r>
            <a:r>
              <a:rPr lang="en-US" altLang="zh-CN" dirty="0">
                <a:solidFill>
                  <a:srgbClr val="0000FF"/>
                </a:solidFill>
                <a:highlight>
                  <a:srgbClr val="FFFFFF"/>
                </a:highlight>
                <a:latin typeface="+mn-lt"/>
                <a:ea typeface="宋体"/>
              </a:rPr>
              <a:t>&gt;</a:t>
            </a:r>
            <a:endParaRPr lang="en-US" altLang="zh-CN" dirty="0">
              <a:solidFill>
                <a:srgbClr val="000000"/>
              </a:solidFill>
              <a:highlight>
                <a:srgbClr val="FFFFFF"/>
              </a:highlight>
              <a:latin typeface="+mn-lt"/>
              <a:ea typeface="宋体"/>
            </a:endParaRPr>
          </a:p>
          <a:p>
            <a:pPr>
              <a:defRPr/>
            </a:pPr>
            <a:r>
              <a:rPr lang="en-US" altLang="zh-CN" dirty="0">
                <a:solidFill>
                  <a:srgbClr val="0000FF"/>
                </a:solidFill>
                <a:highlight>
                  <a:srgbClr val="FFFFFF"/>
                </a:highlight>
                <a:latin typeface="+mn-lt"/>
                <a:ea typeface="宋体"/>
              </a:rPr>
              <a:t>&lt;/</a:t>
            </a:r>
            <a:r>
              <a:rPr lang="en-US" altLang="zh-CN" dirty="0">
                <a:solidFill>
                  <a:srgbClr val="800000"/>
                </a:solidFill>
                <a:highlight>
                  <a:srgbClr val="FFFFFF"/>
                </a:highlight>
                <a:latin typeface="+mn-lt"/>
                <a:ea typeface="宋体"/>
              </a:rPr>
              <a:t>types</a:t>
            </a:r>
            <a:r>
              <a:rPr lang="en-US" altLang="zh-CN" dirty="0">
                <a:solidFill>
                  <a:srgbClr val="0000FF"/>
                </a:solidFill>
                <a:highlight>
                  <a:srgbClr val="FFFFFF"/>
                </a:highlight>
                <a:latin typeface="+mn-lt"/>
                <a:ea typeface="宋体"/>
              </a:rPr>
              <a:t>&gt;</a:t>
            </a:r>
            <a:endParaRPr lang="en-US" altLang="zh-CN" dirty="0">
              <a:solidFill>
                <a:srgbClr val="000000"/>
              </a:solidFill>
              <a:highlight>
                <a:srgbClr val="FFFFFF"/>
              </a:highlight>
              <a:latin typeface="+mn-lt"/>
              <a:ea typeface="宋体"/>
            </a:endParaRPr>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p:txBody>
          <a:bodyPr/>
          <a:lstStyle/>
          <a:p>
            <a:r>
              <a:rPr lang="zh-CN" altLang="en-US"/>
              <a:t>以实体为核心的业务服务设计 </a:t>
            </a:r>
            <a:r>
              <a:rPr lang="en-US" altLang="zh-CN"/>
              <a:t>V</a:t>
            </a:r>
            <a:endParaRPr lang="zh-CN" altLang="en-US"/>
          </a:p>
        </p:txBody>
      </p:sp>
      <p:sp>
        <p:nvSpPr>
          <p:cNvPr id="3" name="内容占位符 2"/>
          <p:cNvSpPr>
            <a:spLocks noGrp="1"/>
          </p:cNvSpPr>
          <p:nvPr>
            <p:ph idx="1"/>
          </p:nvPr>
        </p:nvSpPr>
        <p:spPr/>
        <p:txBody>
          <a:bodyPr>
            <a:normAutofit/>
          </a:bodyPr>
          <a:lstStyle/>
          <a:p>
            <a:r>
              <a:rPr lang="en-US" altLang="zh-CN" dirty="0"/>
              <a:t>3. </a:t>
            </a:r>
            <a:r>
              <a:rPr lang="zh-CN" altLang="en-US" dirty="0"/>
              <a:t>提取抽象服务接口</a:t>
            </a:r>
            <a:endParaRPr lang="en-US" altLang="zh-CN" dirty="0"/>
          </a:p>
          <a:p>
            <a:pPr lvl="1"/>
            <a:r>
              <a:rPr lang="zh-CN" altLang="en-US" dirty="0"/>
              <a:t>确认每个服务操作候选是适当的</a:t>
            </a:r>
            <a:endParaRPr lang="en-US" altLang="zh-CN" dirty="0"/>
          </a:p>
          <a:p>
            <a:pPr lvl="2"/>
            <a:r>
              <a:rPr lang="zh-CN" altLang="en-US" dirty="0"/>
              <a:t>通过确保逻辑封装的粒度，从而达成恰当的通用性和可复用性</a:t>
            </a:r>
            <a:endParaRPr lang="en-US" altLang="zh-CN" dirty="0"/>
          </a:p>
          <a:p>
            <a:pPr lvl="2"/>
            <a:r>
              <a:rPr lang="zh-CN" altLang="en-US" dirty="0"/>
              <a:t>研究第</a:t>
            </a:r>
            <a:r>
              <a:rPr lang="en-US" altLang="zh-CN" dirty="0"/>
              <a:t>2</a:t>
            </a:r>
            <a:r>
              <a:rPr lang="zh-CN" altLang="en-US" dirty="0"/>
              <a:t>步所定义的数据结构，并建立一组操作名称</a:t>
            </a:r>
            <a:endParaRPr lang="en-US" altLang="zh-CN" dirty="0"/>
          </a:p>
          <a:p>
            <a:pPr lvl="1"/>
            <a:r>
              <a:rPr lang="zh-CN" altLang="en-US" dirty="0"/>
              <a:t>在</a:t>
            </a:r>
            <a:r>
              <a:rPr lang="en-US" altLang="zh-CN" dirty="0"/>
              <a:t>WSDL </a:t>
            </a:r>
            <a:r>
              <a:rPr lang="zh-CN" altLang="en-US" dirty="0"/>
              <a:t>文件中创建</a:t>
            </a:r>
            <a:r>
              <a:rPr lang="en-US" altLang="zh-CN" dirty="0" err="1"/>
              <a:t>portType</a:t>
            </a:r>
            <a:r>
              <a:rPr lang="en-US" altLang="zh-CN" dirty="0"/>
              <a:t>/interface</a:t>
            </a:r>
            <a:r>
              <a:rPr lang="zh-CN" altLang="en-US" dirty="0"/>
              <a:t>元素，并在其中定义操作候选相对应的</a:t>
            </a:r>
            <a:r>
              <a:rPr lang="en-US" altLang="zh-CN" dirty="0"/>
              <a:t>operation</a:t>
            </a:r>
            <a:r>
              <a:rPr lang="zh-CN" altLang="en-US" dirty="0"/>
              <a:t>元素</a:t>
            </a:r>
            <a:endParaRPr lang="en-US" altLang="zh-CN" dirty="0"/>
          </a:p>
          <a:p>
            <a:pPr lvl="1"/>
            <a:r>
              <a:rPr lang="zh-CN" altLang="en-US" dirty="0"/>
              <a:t>将提供给每个操作的逻辑处理所需的输入和输出值形式化</a:t>
            </a:r>
            <a:endParaRPr lang="en-US" altLang="zh-CN" dirty="0"/>
          </a:p>
          <a:p>
            <a:pPr lvl="2"/>
            <a:r>
              <a:rPr lang="zh-CN" altLang="en-US" dirty="0"/>
              <a:t>该步骤可以通过定义恰当的</a:t>
            </a:r>
            <a:r>
              <a:rPr lang="en-US" altLang="zh-CN" dirty="0"/>
              <a:t>message</a:t>
            </a:r>
            <a:r>
              <a:rPr lang="zh-CN" altLang="en-US" dirty="0"/>
              <a:t>元素，并通过</a:t>
            </a:r>
            <a:r>
              <a:rPr lang="en-US" altLang="zh-CN" dirty="0"/>
              <a:t>part</a:t>
            </a:r>
            <a:r>
              <a:rPr lang="zh-CN" altLang="en-US" dirty="0"/>
              <a:t>子元素引用</a:t>
            </a:r>
            <a:r>
              <a:rPr lang="en-US" altLang="zh-CN" dirty="0"/>
              <a:t>XSD</a:t>
            </a:r>
            <a:r>
              <a:rPr lang="zh-CN" altLang="en-US" dirty="0"/>
              <a:t> </a:t>
            </a:r>
            <a:r>
              <a:rPr lang="en-US" altLang="zh-CN" dirty="0"/>
              <a:t>schema</a:t>
            </a:r>
            <a:r>
              <a:rPr lang="zh-CN" altLang="en-US" dirty="0"/>
              <a:t>类型完成</a:t>
            </a:r>
            <a:endParaRPr lang="en-US" altLang="zh-CN" dirty="0"/>
          </a:p>
        </p:txBody>
      </p:sp>
      <p:sp>
        <p:nvSpPr>
          <p:cNvPr id="25604" name="灯片编号占位符 3"/>
          <p:cNvSpPr>
            <a:spLocks noGrp="1"/>
          </p:cNvSpPr>
          <p:nvPr>
            <p:ph type="sldNum" sz="quarter" idx="11"/>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040685A8-EDF1-4DB8-B73B-7CD32CBF5651}" type="slidenum">
              <a:rPr lang="en-US" altLang="zh-CN" smtClean="0"/>
              <a:pPr/>
              <a:t>24</a:t>
            </a:fld>
            <a:endParaRPr lang="en-US" altLang="zh-CN"/>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r>
              <a:rPr lang="zh-CN" altLang="en-US"/>
              <a:t>以实体为核心的业务服务设计 </a:t>
            </a:r>
            <a:r>
              <a:rPr lang="en-US" altLang="zh-CN"/>
              <a:t>VI</a:t>
            </a:r>
            <a:endParaRPr lang="zh-CN" altLang="en-US"/>
          </a:p>
        </p:txBody>
      </p:sp>
      <p:sp>
        <p:nvSpPr>
          <p:cNvPr id="26627"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1D44CEC3-216F-413F-8248-1233D6FE31DF}" type="slidenum">
              <a:rPr lang="en-US" altLang="zh-CN" smtClean="0"/>
              <a:pPr eaLnBrk="1" hangingPunct="1"/>
              <a:t>25</a:t>
            </a:fld>
            <a:endParaRPr lang="en-US" altLang="zh-CN"/>
          </a:p>
        </p:txBody>
      </p:sp>
      <p:sp>
        <p:nvSpPr>
          <p:cNvPr id="8" name="Text Box 9"/>
          <p:cNvSpPr txBox="1">
            <a:spLocks noChangeArrowheads="1"/>
          </p:cNvSpPr>
          <p:nvPr/>
        </p:nvSpPr>
        <p:spPr bwMode="auto">
          <a:xfrm>
            <a:off x="2740994" y="1093708"/>
            <a:ext cx="6300192" cy="5693866"/>
          </a:xfrm>
          <a:prstGeom prst="rect">
            <a:avLst/>
          </a:prstGeom>
          <a:noFill/>
          <a:ln w="19050">
            <a:solidFill>
              <a:schemeClr val="tx1"/>
            </a:solidFill>
            <a:miter lim="800000"/>
            <a:headEnd/>
            <a:tailEnd/>
          </a:ln>
        </p:spPr>
        <p:txBody>
          <a:bodyPr wrap="square">
            <a:spAutoFit/>
          </a:bodyPr>
          <a:lstStyle/>
          <a:p>
            <a:pPr>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message</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getEmployeeWeeklyHoursRequestMessage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part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RequestParameter</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element</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act:EmployeeHoursRequestType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message</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getEmployeeWeeklyHoursResponseMessage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part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ResponseParameter</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element</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act:EmployeeHoursResponseType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message</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updateEmployeeHistoryRequestMessage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part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RequestParameter</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element</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hr:EmployeeUpdateHistoryRequestType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message</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updateEmployeeHistoryResponseMessage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part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ResponseParameter</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element</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hr:EmployeeUpdateHistoryResponseType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portType</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EmployeeInterface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operation</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GetEmployeeWeeklyHoursLimit</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input</a:t>
            </a:r>
            <a:r>
              <a:rPr lang="en-US" altLang="zh-CN" sz="1400" dirty="0">
                <a:solidFill>
                  <a:srgbClr val="FF0000"/>
                </a:solidFill>
                <a:highlight>
                  <a:srgbClr val="FFFFFF"/>
                </a:highlight>
                <a:latin typeface="Arial"/>
              </a:rPr>
              <a:t> message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tns:getEmployeeWeeklyHoursRequestMessage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output</a:t>
            </a:r>
            <a:r>
              <a:rPr lang="en-US" altLang="zh-CN" sz="1400" dirty="0">
                <a:solidFill>
                  <a:srgbClr val="FF0000"/>
                </a:solidFill>
                <a:highlight>
                  <a:srgbClr val="FFFFFF"/>
                </a:highlight>
                <a:latin typeface="Arial"/>
              </a:rPr>
              <a:t> message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tns:getEmployeeWeeklyHoursResponseMessage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operation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operation</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UpdateEmployeeHistory</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input</a:t>
            </a:r>
            <a:r>
              <a:rPr lang="en-US" altLang="zh-CN" sz="1400" dirty="0">
                <a:solidFill>
                  <a:srgbClr val="FF0000"/>
                </a:solidFill>
                <a:highlight>
                  <a:srgbClr val="FFFFFF"/>
                </a:highlight>
                <a:latin typeface="Arial"/>
              </a:rPr>
              <a:t> message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tns:updateEmployeeHistoryRequestMessage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output</a:t>
            </a:r>
            <a:r>
              <a:rPr lang="en-US" altLang="zh-CN" sz="1400" dirty="0">
                <a:solidFill>
                  <a:srgbClr val="FF0000"/>
                </a:solidFill>
                <a:highlight>
                  <a:srgbClr val="FFFFFF"/>
                </a:highlight>
                <a:latin typeface="Arial"/>
              </a:rPr>
              <a:t> message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tns:updateEmployeeHistoryResponseMessage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operation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portType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mn-lt"/>
              <a:ea typeface="宋体"/>
            </a:endParaRPr>
          </a:p>
        </p:txBody>
      </p:sp>
      <p:pic>
        <p:nvPicPr>
          <p:cNvPr id="3" name="图片 2"/>
          <p:cNvPicPr>
            <a:picLocks noChangeAspect="1"/>
          </p:cNvPicPr>
          <p:nvPr/>
        </p:nvPicPr>
        <p:blipFill>
          <a:blip r:embed="rId3"/>
          <a:stretch>
            <a:fillRect/>
          </a:stretch>
        </p:blipFill>
        <p:spPr>
          <a:xfrm>
            <a:off x="84601" y="2660099"/>
            <a:ext cx="2615191" cy="2561084"/>
          </a:xfrm>
          <a:prstGeom prst="rect">
            <a:avLst/>
          </a:prstGeom>
        </p:spPr>
      </p:pic>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p:txBody>
          <a:bodyPr/>
          <a:lstStyle/>
          <a:p>
            <a:r>
              <a:rPr lang="zh-CN" altLang="en-US"/>
              <a:t>以实体为核心的业务服务设计 </a:t>
            </a:r>
            <a:r>
              <a:rPr lang="en-US" altLang="zh-CN"/>
              <a:t>VII</a:t>
            </a:r>
            <a:endParaRPr lang="zh-CN" altLang="en-US"/>
          </a:p>
        </p:txBody>
      </p:sp>
      <p:sp>
        <p:nvSpPr>
          <p:cNvPr id="27651" name="内容占位符 2"/>
          <p:cNvSpPr>
            <a:spLocks noGrp="1"/>
          </p:cNvSpPr>
          <p:nvPr>
            <p:ph sz="half" idx="1"/>
          </p:nvPr>
        </p:nvSpPr>
        <p:spPr>
          <a:xfrm>
            <a:off x="0" y="1556792"/>
            <a:ext cx="2778480" cy="4530725"/>
          </a:xfrm>
        </p:spPr>
        <p:txBody>
          <a:bodyPr anchor="ctr"/>
          <a:lstStyle/>
          <a:p>
            <a:r>
              <a:rPr lang="en-US" altLang="zh-CN" dirty="0"/>
              <a:t>4. </a:t>
            </a:r>
            <a:r>
              <a:rPr lang="zh-CN" altLang="en-US" dirty="0"/>
              <a:t>应用面向服务原则</a:t>
            </a:r>
            <a:endParaRPr lang="en-US" altLang="zh-CN" dirty="0"/>
          </a:p>
          <a:p>
            <a:pPr lvl="1"/>
            <a:r>
              <a:rPr lang="zh-CN" altLang="en-US" dirty="0"/>
              <a:t>服务可复用性</a:t>
            </a:r>
            <a:endParaRPr lang="en-US" altLang="zh-CN" dirty="0"/>
          </a:p>
          <a:p>
            <a:pPr lvl="1"/>
            <a:r>
              <a:rPr lang="zh-CN" altLang="en-US" dirty="0"/>
              <a:t>服务自治</a:t>
            </a:r>
            <a:endParaRPr lang="en-US" altLang="zh-CN" dirty="0"/>
          </a:p>
          <a:p>
            <a:pPr lvl="1"/>
            <a:r>
              <a:rPr lang="zh-CN" altLang="en-US" dirty="0"/>
              <a:t>服务无状态</a:t>
            </a:r>
            <a:endParaRPr lang="en-US" altLang="zh-CN" dirty="0"/>
          </a:p>
          <a:p>
            <a:pPr lvl="1"/>
            <a:r>
              <a:rPr lang="zh-CN" altLang="en-US" dirty="0"/>
              <a:t>服务可发现性</a:t>
            </a:r>
          </a:p>
        </p:txBody>
      </p:sp>
      <p:sp>
        <p:nvSpPr>
          <p:cNvPr id="27652" name="灯片编号占位符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22742CB-042E-431E-801D-84BF9EAD9844}" type="slidenum">
              <a:rPr lang="en-US" altLang="zh-CN" smtClean="0"/>
              <a:pPr eaLnBrk="1" hangingPunct="1"/>
              <a:t>26</a:t>
            </a:fld>
            <a:endParaRPr lang="en-US" altLang="zh-CN"/>
          </a:p>
        </p:txBody>
      </p:sp>
      <p:sp>
        <p:nvSpPr>
          <p:cNvPr id="6" name="Line 15"/>
          <p:cNvSpPr>
            <a:spLocks noChangeShapeType="1"/>
          </p:cNvSpPr>
          <p:nvPr/>
        </p:nvSpPr>
        <p:spPr bwMode="auto">
          <a:xfrm flipH="1">
            <a:off x="2627783" y="3429000"/>
            <a:ext cx="681753" cy="216024"/>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16"/>
          <p:cNvSpPr txBox="1">
            <a:spLocks noChangeArrowheads="1"/>
          </p:cNvSpPr>
          <p:nvPr/>
        </p:nvSpPr>
        <p:spPr bwMode="auto">
          <a:xfrm>
            <a:off x="2770042" y="2180520"/>
            <a:ext cx="1226799"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dirty="0"/>
              <a:t>Also covered in service modeling</a:t>
            </a:r>
          </a:p>
        </p:txBody>
      </p:sp>
      <p:sp>
        <p:nvSpPr>
          <p:cNvPr id="8" name="Line 15"/>
          <p:cNvSpPr>
            <a:spLocks noChangeShapeType="1"/>
          </p:cNvSpPr>
          <p:nvPr/>
        </p:nvSpPr>
        <p:spPr bwMode="auto">
          <a:xfrm flipH="1">
            <a:off x="2123728" y="3429000"/>
            <a:ext cx="1185808" cy="744428"/>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Text Box 9"/>
          <p:cNvSpPr txBox="1">
            <a:spLocks noChangeArrowheads="1"/>
          </p:cNvSpPr>
          <p:nvPr/>
        </p:nvSpPr>
        <p:spPr bwMode="auto">
          <a:xfrm>
            <a:off x="3941583" y="1387941"/>
            <a:ext cx="5202417" cy="4401205"/>
          </a:xfrm>
          <a:prstGeom prst="rect">
            <a:avLst/>
          </a:prstGeom>
          <a:noFill/>
          <a:ln w="19050">
            <a:solidFill>
              <a:schemeClr val="tx1"/>
            </a:solidFill>
            <a:miter lim="800000"/>
            <a:headEnd/>
            <a:tailEnd/>
          </a:ln>
        </p:spPr>
        <p:txBody>
          <a:bodyPr wrap="square">
            <a:spAutoFit/>
          </a:bodyPr>
          <a:lstStyle/>
          <a:p>
            <a:pPr>
              <a:defRPr/>
            </a:pP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portType</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EmployeeInterface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documentation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err="1">
                <a:solidFill>
                  <a:srgbClr val="000000"/>
                </a:solidFill>
                <a:highlight>
                  <a:srgbClr val="FFFFFF"/>
                </a:highlight>
                <a:latin typeface="Arial"/>
              </a:rPr>
              <a:t>GetEmployeeWeeklyHoursLimit</a:t>
            </a:r>
            <a:r>
              <a:rPr lang="en-US" altLang="zh-CN" sz="1400" dirty="0">
                <a:solidFill>
                  <a:srgbClr val="000000"/>
                </a:solidFill>
                <a:highlight>
                  <a:srgbClr val="FFFFFF"/>
                </a:highlight>
                <a:latin typeface="Arial"/>
              </a:rPr>
              <a:t> uses the Employee</a:t>
            </a:r>
          </a:p>
          <a:p>
            <a:pPr>
              <a:defRPr/>
            </a:pPr>
            <a:r>
              <a:rPr lang="en-US" altLang="zh-CN" sz="1400" dirty="0">
                <a:solidFill>
                  <a:srgbClr val="000000"/>
                </a:solidFill>
                <a:highlight>
                  <a:srgbClr val="FFFFFF"/>
                </a:highlight>
                <a:latin typeface="Arial"/>
              </a:rPr>
              <a:t>ID value to retrieve the </a:t>
            </a:r>
            <a:r>
              <a:rPr lang="en-US" altLang="zh-CN" sz="1400" dirty="0" err="1">
                <a:solidFill>
                  <a:srgbClr val="000000"/>
                </a:solidFill>
                <a:highlight>
                  <a:srgbClr val="FFFFFF"/>
                </a:highlight>
                <a:latin typeface="Arial"/>
              </a:rPr>
              <a:t>WeeklyHoursLimit</a:t>
            </a:r>
            <a:r>
              <a:rPr lang="en-US" altLang="zh-CN" sz="1400" dirty="0">
                <a:solidFill>
                  <a:srgbClr val="000000"/>
                </a:solidFill>
                <a:highlight>
                  <a:srgbClr val="FFFFFF"/>
                </a:highlight>
                <a:latin typeface="Arial"/>
              </a:rPr>
              <a:t> value.</a:t>
            </a:r>
          </a:p>
          <a:p>
            <a:pPr>
              <a:defRPr/>
            </a:pPr>
            <a:r>
              <a:rPr lang="en-US" altLang="zh-CN" sz="1400" dirty="0" err="1">
                <a:solidFill>
                  <a:srgbClr val="000000"/>
                </a:solidFill>
                <a:highlight>
                  <a:srgbClr val="FFFFFF"/>
                </a:highlight>
                <a:latin typeface="Arial"/>
              </a:rPr>
              <a:t>UpdateEmployeeHistory</a:t>
            </a:r>
            <a:r>
              <a:rPr lang="en-US" altLang="zh-CN" sz="1400" dirty="0">
                <a:solidFill>
                  <a:srgbClr val="000000"/>
                </a:solidFill>
                <a:highlight>
                  <a:srgbClr val="FFFFFF"/>
                </a:highlight>
                <a:latin typeface="Arial"/>
              </a:rPr>
              <a:t> uses the Employee ID value</a:t>
            </a:r>
          </a:p>
          <a:p>
            <a:pPr>
              <a:defRPr/>
            </a:pPr>
            <a:r>
              <a:rPr lang="en-US" altLang="zh-CN" sz="1400" dirty="0">
                <a:solidFill>
                  <a:srgbClr val="000000"/>
                </a:solidFill>
                <a:highlight>
                  <a:srgbClr val="FFFFFF"/>
                </a:highlight>
                <a:latin typeface="Arial"/>
              </a:rPr>
              <a:t>to update the Comment value of the </a:t>
            </a:r>
            <a:r>
              <a:rPr lang="en-US" altLang="zh-CN" sz="1400" dirty="0" err="1">
                <a:solidFill>
                  <a:srgbClr val="000000"/>
                </a:solidFill>
                <a:highlight>
                  <a:srgbClr val="FFFFFF"/>
                </a:highlight>
                <a:latin typeface="Arial"/>
              </a:rPr>
              <a:t>EmployeeHistory</a:t>
            </a:r>
            <a:r>
              <a:rPr lang="en-US" altLang="zh-CN" sz="1400" dirty="0">
                <a:solidFill>
                  <a:srgbClr val="000000"/>
                </a:solidFill>
                <a:highlight>
                  <a:srgbClr val="FFFFFF"/>
                </a:highlight>
                <a:latin typeface="Arial"/>
              </a:rPr>
              <a:t>.</a:t>
            </a:r>
          </a:p>
          <a:p>
            <a:pPr>
              <a:defRPr/>
            </a:pPr>
            <a:r>
              <a:rPr lang="en-US" altLang="zh-CN" sz="1400" dirty="0">
                <a:solidFill>
                  <a:srgbClr val="0000FF"/>
                </a:solidFill>
                <a:highlight>
                  <a:srgbClr val="FFFFFF"/>
                </a:highlight>
                <a:latin typeface="Arial"/>
              </a:rPr>
              <a:t>    &lt;/</a:t>
            </a:r>
            <a:r>
              <a:rPr lang="en-US" altLang="zh-CN" sz="1400" dirty="0">
                <a:solidFill>
                  <a:srgbClr val="800000"/>
                </a:solidFill>
                <a:highlight>
                  <a:srgbClr val="FFFFFF"/>
                </a:highlight>
                <a:latin typeface="Arial"/>
              </a:rPr>
              <a:t>documentation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operation</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GetEmployeeWeeklyHoursLimit</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input</a:t>
            </a:r>
            <a:r>
              <a:rPr lang="en-US" altLang="zh-CN" sz="1400" dirty="0">
                <a:solidFill>
                  <a:srgbClr val="FF0000"/>
                </a:solidFill>
                <a:highlight>
                  <a:srgbClr val="FFFFFF"/>
                </a:highlight>
                <a:latin typeface="Arial"/>
              </a:rPr>
              <a:t> message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tns:getEmployeeWeeklyHoursRequestMessage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output</a:t>
            </a:r>
            <a:r>
              <a:rPr lang="en-US" altLang="zh-CN" sz="1400" dirty="0">
                <a:solidFill>
                  <a:srgbClr val="FF0000"/>
                </a:solidFill>
                <a:highlight>
                  <a:srgbClr val="FFFFFF"/>
                </a:highlight>
                <a:latin typeface="Arial"/>
              </a:rPr>
              <a:t> message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tns:getEmployeeWeeklyHoursResponseMessage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operation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operation</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UpdateEmployeeHistory</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input</a:t>
            </a:r>
            <a:r>
              <a:rPr lang="en-US" altLang="zh-CN" sz="1400" dirty="0">
                <a:solidFill>
                  <a:srgbClr val="FF0000"/>
                </a:solidFill>
                <a:highlight>
                  <a:srgbClr val="FFFFFF"/>
                </a:highlight>
                <a:latin typeface="Arial"/>
              </a:rPr>
              <a:t> message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tns:updateEmployeeHistoryRequestMessage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output</a:t>
            </a:r>
            <a:r>
              <a:rPr lang="en-US" altLang="zh-CN" sz="1400" dirty="0">
                <a:solidFill>
                  <a:srgbClr val="FF0000"/>
                </a:solidFill>
                <a:highlight>
                  <a:srgbClr val="FFFFFF"/>
                </a:highlight>
                <a:latin typeface="Arial"/>
              </a:rPr>
              <a:t> message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tns:updateEmployeeHistoryResponseMessage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operation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portType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mn-lt"/>
              <a:ea typeface="宋体"/>
            </a:endParaRPr>
          </a:p>
        </p:txBody>
      </p:sp>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down)">
                                      <p:cBhvr>
                                        <p:cTn id="10" dur="500"/>
                                        <p:tgtEl>
                                          <p:spTgt spid="6"/>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down)">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p:txBody>
          <a:bodyPr/>
          <a:lstStyle/>
          <a:p>
            <a:r>
              <a:rPr lang="zh-CN" altLang="en-US"/>
              <a:t>以实体为核心的业务服务设计 </a:t>
            </a:r>
            <a:r>
              <a:rPr lang="en-US" altLang="zh-CN"/>
              <a:t>VIII</a:t>
            </a:r>
            <a:endParaRPr lang="zh-CN" altLang="en-US"/>
          </a:p>
        </p:txBody>
      </p:sp>
      <p:sp>
        <p:nvSpPr>
          <p:cNvPr id="28675" name="内容占位符 2"/>
          <p:cNvSpPr>
            <a:spLocks noGrp="1"/>
          </p:cNvSpPr>
          <p:nvPr>
            <p:ph sz="half" idx="1"/>
          </p:nvPr>
        </p:nvSpPr>
        <p:spPr/>
        <p:txBody>
          <a:bodyPr anchor="ctr"/>
          <a:lstStyle/>
          <a:p>
            <a:r>
              <a:rPr lang="en-US" altLang="zh-CN" dirty="0"/>
              <a:t>5. </a:t>
            </a:r>
            <a:r>
              <a:rPr lang="zh-CN" altLang="en-US" dirty="0"/>
              <a:t>标准化并完善服务接口</a:t>
            </a:r>
            <a:endParaRPr lang="en-US" altLang="zh-CN" dirty="0"/>
          </a:p>
          <a:p>
            <a:pPr lvl="1"/>
            <a:r>
              <a:rPr lang="zh-CN" altLang="en-US" dirty="0"/>
              <a:t>审查并应用现存设计标准和原则</a:t>
            </a:r>
            <a:endParaRPr lang="en-US" altLang="zh-CN" dirty="0"/>
          </a:p>
          <a:p>
            <a:pPr lvl="1"/>
            <a:r>
              <a:rPr lang="zh-CN" altLang="en-US" dirty="0"/>
              <a:t>修订服务设计</a:t>
            </a:r>
            <a:endParaRPr lang="en-US" altLang="zh-CN" dirty="0"/>
          </a:p>
          <a:p>
            <a:pPr lvl="1"/>
            <a:r>
              <a:rPr lang="zh-CN" altLang="en-US" dirty="0"/>
              <a:t>验证</a:t>
            </a:r>
            <a:r>
              <a:rPr lang="en-US" altLang="zh-CN" dirty="0"/>
              <a:t>WS-I </a:t>
            </a:r>
            <a:r>
              <a:rPr lang="zh-CN" altLang="en-US" dirty="0"/>
              <a:t>基本概要的一致性要求</a:t>
            </a:r>
            <a:r>
              <a:rPr lang="en-US" altLang="zh-CN" dirty="0"/>
              <a:t>(</a:t>
            </a:r>
            <a:r>
              <a:rPr lang="zh-CN" altLang="en-US" dirty="0"/>
              <a:t>完成到目前为止产物的校验</a:t>
            </a:r>
            <a:r>
              <a:rPr lang="en-US" altLang="zh-CN" dirty="0"/>
              <a:t>)</a:t>
            </a:r>
            <a:endParaRPr lang="zh-CN" altLang="en-US" dirty="0"/>
          </a:p>
        </p:txBody>
      </p:sp>
      <p:sp>
        <p:nvSpPr>
          <p:cNvPr id="28676" name="灯片编号占位符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D0B6F9AB-ACDE-42F5-97F8-0AEE206FF21E}" type="slidenum">
              <a:rPr lang="en-US" altLang="zh-CN" smtClean="0"/>
              <a:pPr eaLnBrk="1" hangingPunct="1"/>
              <a:t>27</a:t>
            </a:fld>
            <a:endParaRPr lang="en-US" altLang="zh-CN"/>
          </a:p>
        </p:txBody>
      </p:sp>
      <p:pic>
        <p:nvPicPr>
          <p:cNvPr id="2" name="图片 1"/>
          <p:cNvPicPr>
            <a:picLocks noChangeAspect="1"/>
          </p:cNvPicPr>
          <p:nvPr/>
        </p:nvPicPr>
        <p:blipFill>
          <a:blip r:embed="rId3"/>
          <a:stretch>
            <a:fillRect/>
          </a:stretch>
        </p:blipFill>
        <p:spPr>
          <a:xfrm>
            <a:off x="5076056" y="2162733"/>
            <a:ext cx="3398887" cy="3405658"/>
          </a:xfrm>
          <a:prstGeom prst="rect">
            <a:avLst/>
          </a:prstGeom>
        </p:spPr>
      </p:pic>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p:txBody>
          <a:bodyPr/>
          <a:lstStyle/>
          <a:p>
            <a:r>
              <a:rPr lang="zh-CN" altLang="en-US"/>
              <a:t>以实体为核心的业务服务设计 </a:t>
            </a:r>
            <a:r>
              <a:rPr lang="en-US" altLang="zh-CN"/>
              <a:t>IX</a:t>
            </a:r>
            <a:endParaRPr lang="zh-CN" altLang="en-US"/>
          </a:p>
        </p:txBody>
      </p:sp>
      <p:sp>
        <p:nvSpPr>
          <p:cNvPr id="29699" name="内容占位符 2"/>
          <p:cNvSpPr>
            <a:spLocks noGrp="1"/>
          </p:cNvSpPr>
          <p:nvPr>
            <p:ph sz="half" idx="1"/>
          </p:nvPr>
        </p:nvSpPr>
        <p:spPr/>
        <p:txBody>
          <a:bodyPr anchor="ctr"/>
          <a:lstStyle/>
          <a:p>
            <a:r>
              <a:rPr lang="en-US" altLang="zh-CN" dirty="0"/>
              <a:t>6. </a:t>
            </a:r>
            <a:r>
              <a:rPr lang="zh-CN" altLang="en-US" dirty="0"/>
              <a:t>扩展服务设计</a:t>
            </a:r>
            <a:endParaRPr lang="en-US" altLang="zh-CN" dirty="0"/>
          </a:p>
          <a:p>
            <a:pPr lvl="1"/>
            <a:r>
              <a:rPr lang="zh-CN" altLang="en-US" dirty="0"/>
              <a:t>添加新操作</a:t>
            </a:r>
          </a:p>
          <a:p>
            <a:pPr lvl="1"/>
            <a:r>
              <a:rPr lang="zh-CN" altLang="en-US" dirty="0"/>
              <a:t>在现存操作中添加新参数</a:t>
            </a:r>
            <a:endParaRPr lang="en-US" altLang="zh-CN" dirty="0"/>
          </a:p>
          <a:p>
            <a:pPr lvl="1"/>
            <a:r>
              <a:rPr lang="zh-CN" altLang="en-US" dirty="0"/>
              <a:t>实体为核心的服务的一组经典操作</a:t>
            </a:r>
            <a:endParaRPr lang="en-US" altLang="zh-CN" dirty="0"/>
          </a:p>
          <a:p>
            <a:pPr lvl="2"/>
            <a:r>
              <a:rPr lang="en-US" altLang="zh-CN" dirty="0" err="1"/>
              <a:t>GetSomething</a:t>
            </a:r>
            <a:endParaRPr lang="en-US" altLang="zh-CN" dirty="0"/>
          </a:p>
          <a:p>
            <a:pPr lvl="2"/>
            <a:r>
              <a:rPr lang="en-US" altLang="zh-CN" dirty="0" err="1"/>
              <a:t>UpdateSomething</a:t>
            </a:r>
            <a:endParaRPr lang="zh-CN" altLang="en-US" dirty="0"/>
          </a:p>
          <a:p>
            <a:pPr lvl="2"/>
            <a:r>
              <a:rPr lang="en-US" altLang="zh-CN" dirty="0" err="1"/>
              <a:t>AddSomething</a:t>
            </a:r>
            <a:endParaRPr lang="en-US" altLang="zh-CN" dirty="0"/>
          </a:p>
          <a:p>
            <a:pPr lvl="2"/>
            <a:r>
              <a:rPr lang="en-US" altLang="zh-CN" dirty="0" err="1"/>
              <a:t>DeleteSomething</a:t>
            </a:r>
            <a:endParaRPr lang="zh-CN" altLang="en-US" dirty="0"/>
          </a:p>
        </p:txBody>
      </p:sp>
      <p:sp>
        <p:nvSpPr>
          <p:cNvPr id="29700" name="灯片编号占位符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87A806D3-2712-4227-B237-AF33985021BF}" type="slidenum">
              <a:rPr lang="en-US" altLang="zh-CN" smtClean="0"/>
              <a:pPr eaLnBrk="1" hangingPunct="1"/>
              <a:t>28</a:t>
            </a:fld>
            <a:endParaRPr lang="en-US" altLang="zh-CN"/>
          </a:p>
        </p:txBody>
      </p:sp>
      <p:pic>
        <p:nvPicPr>
          <p:cNvPr id="2" name="图片 1"/>
          <p:cNvPicPr>
            <a:picLocks noChangeAspect="1"/>
          </p:cNvPicPr>
          <p:nvPr/>
        </p:nvPicPr>
        <p:blipFill>
          <a:blip r:embed="rId3"/>
          <a:stretch>
            <a:fillRect/>
          </a:stretch>
        </p:blipFill>
        <p:spPr>
          <a:xfrm>
            <a:off x="4788024" y="1880656"/>
            <a:ext cx="3387113" cy="4225280"/>
          </a:xfrm>
          <a:prstGeom prst="rect">
            <a:avLst/>
          </a:prstGeom>
        </p:spPr>
      </p:pic>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p:txBody>
          <a:bodyPr/>
          <a:lstStyle/>
          <a:p>
            <a:r>
              <a:rPr lang="zh-CN" altLang="en-US"/>
              <a:t>以实体为核心的业务服务设计 </a:t>
            </a:r>
            <a:r>
              <a:rPr lang="en-US" altLang="zh-CN"/>
              <a:t>X</a:t>
            </a:r>
            <a:endParaRPr lang="zh-CN" altLang="en-US"/>
          </a:p>
        </p:txBody>
      </p:sp>
      <p:sp>
        <p:nvSpPr>
          <p:cNvPr id="3" name="内容占位符 2"/>
          <p:cNvSpPr>
            <a:spLocks noGrp="1"/>
          </p:cNvSpPr>
          <p:nvPr>
            <p:ph idx="1"/>
          </p:nvPr>
        </p:nvSpPr>
        <p:spPr>
          <a:xfrm>
            <a:off x="0" y="1268760"/>
            <a:ext cx="3779912" cy="5184575"/>
          </a:xfrm>
        </p:spPr>
        <p:txBody>
          <a:bodyPr>
            <a:normAutofit/>
          </a:bodyPr>
          <a:lstStyle/>
          <a:p>
            <a:pPr>
              <a:defRPr/>
            </a:pPr>
            <a:r>
              <a:rPr lang="en-US" altLang="zh-CN" sz="2800" dirty="0"/>
              <a:t>7. </a:t>
            </a:r>
            <a:r>
              <a:rPr lang="zh-CN" altLang="en-US" sz="2800" dirty="0"/>
              <a:t>识别必要的处理</a:t>
            </a:r>
            <a:endParaRPr lang="en-US" altLang="zh-CN" sz="2800" dirty="0"/>
          </a:p>
          <a:p>
            <a:pPr lvl="1">
              <a:defRPr/>
            </a:pPr>
            <a:r>
              <a:rPr lang="zh-CN" altLang="en-US" sz="2400" dirty="0"/>
              <a:t>在服务建模的基础上进一步识别应用服务</a:t>
            </a:r>
            <a:endParaRPr lang="en-US" altLang="zh-CN" sz="2400" dirty="0"/>
          </a:p>
          <a:p>
            <a:pPr lvl="1">
              <a:defRPr/>
            </a:pPr>
            <a:r>
              <a:rPr lang="zh-CN" altLang="en-US" sz="2400" dirty="0"/>
              <a:t>雇员信息存储分布在账务系统和</a:t>
            </a:r>
            <a:r>
              <a:rPr lang="en-US" altLang="zh-CN" sz="2400" dirty="0"/>
              <a:t>HR</a:t>
            </a:r>
            <a:r>
              <a:rPr lang="zh-CN" altLang="en-US" sz="2400" dirty="0"/>
              <a:t>系统</a:t>
            </a:r>
            <a:endParaRPr lang="en-US" altLang="zh-CN" sz="2400" dirty="0"/>
          </a:p>
          <a:p>
            <a:pPr lvl="2">
              <a:defRPr/>
            </a:pPr>
            <a:r>
              <a:rPr lang="en-US" altLang="zh-CN" sz="2000" dirty="0" err="1"/>
              <a:t>GetWeeklyHoursLimit</a:t>
            </a:r>
            <a:r>
              <a:rPr lang="zh-CN" altLang="en-US" sz="2000" dirty="0"/>
              <a:t>要求对账务数据库：</a:t>
            </a:r>
            <a:endParaRPr lang="en-US" altLang="zh-CN" sz="2000" dirty="0"/>
          </a:p>
          <a:p>
            <a:pPr lvl="3">
              <a:defRPr/>
            </a:pPr>
            <a:r>
              <a:rPr lang="zh-CN" altLang="en-US" sz="1600" dirty="0"/>
              <a:t>使用雇员</a:t>
            </a:r>
            <a:r>
              <a:rPr lang="en-US" altLang="zh-CN" sz="1600" dirty="0"/>
              <a:t>ID</a:t>
            </a:r>
            <a:r>
              <a:rPr lang="zh-CN" altLang="en-US" sz="1600" dirty="0"/>
              <a:t>作为唯一的搜索准则，返回雇员每周工作时间限制</a:t>
            </a:r>
            <a:endParaRPr lang="en-US" altLang="zh-CN" sz="1600" dirty="0"/>
          </a:p>
          <a:p>
            <a:pPr lvl="2">
              <a:defRPr/>
            </a:pPr>
            <a:r>
              <a:rPr lang="en-US" altLang="zh-CN" sz="2000" dirty="0" err="1"/>
              <a:t>UpdateHistory</a:t>
            </a:r>
            <a:r>
              <a:rPr lang="zh-CN" altLang="en-US" sz="2000" dirty="0"/>
              <a:t>要求对</a:t>
            </a:r>
            <a:r>
              <a:rPr lang="en-US" altLang="zh-CN" sz="2000" dirty="0"/>
              <a:t>HR </a:t>
            </a:r>
            <a:r>
              <a:rPr lang="zh-CN" altLang="en-US" sz="2000" dirty="0"/>
              <a:t>雇员概要数据库：</a:t>
            </a:r>
            <a:endParaRPr lang="en-US" altLang="zh-CN" sz="2000" dirty="0"/>
          </a:p>
          <a:p>
            <a:pPr lvl="3">
              <a:defRPr/>
            </a:pPr>
            <a:r>
              <a:rPr lang="zh-CN" altLang="en-US" sz="1600" dirty="0"/>
              <a:t>使用雇员</a:t>
            </a:r>
            <a:r>
              <a:rPr lang="en-US" altLang="zh-CN" sz="1600" dirty="0"/>
              <a:t>ID </a:t>
            </a:r>
            <a:r>
              <a:rPr lang="zh-CN" altLang="en-US" sz="1600" dirty="0"/>
              <a:t>作为唯一准则，更新雇员历史表</a:t>
            </a:r>
            <a:r>
              <a:rPr lang="en-US" altLang="zh-CN" sz="1600" dirty="0"/>
              <a:t>“</a:t>
            </a:r>
            <a:r>
              <a:rPr lang="zh-CN" altLang="en-US" sz="1600" dirty="0"/>
              <a:t>注释</a:t>
            </a:r>
            <a:r>
              <a:rPr lang="en-US" altLang="zh-CN" sz="1600" dirty="0"/>
              <a:t>”</a:t>
            </a:r>
            <a:r>
              <a:rPr lang="zh-CN" altLang="en-US" sz="1600" dirty="0"/>
              <a:t>列</a:t>
            </a:r>
          </a:p>
        </p:txBody>
      </p:sp>
      <p:sp>
        <p:nvSpPr>
          <p:cNvPr id="30724" name="灯片编号占位符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E8CD2598-8A2A-4991-8F1E-2780E2C12546}" type="slidenum">
              <a:rPr lang="en-US" altLang="zh-CN" smtClean="0"/>
              <a:pPr eaLnBrk="1" hangingPunct="1"/>
              <a:t>29</a:t>
            </a:fld>
            <a:endParaRPr lang="en-US" altLang="zh-CN"/>
          </a:p>
        </p:txBody>
      </p:sp>
      <p:pic>
        <p:nvPicPr>
          <p:cNvPr id="2" name="图片 1"/>
          <p:cNvPicPr>
            <a:picLocks noChangeAspect="1"/>
          </p:cNvPicPr>
          <p:nvPr/>
        </p:nvPicPr>
        <p:blipFill>
          <a:blip r:embed="rId3"/>
          <a:stretch>
            <a:fillRect/>
          </a:stretch>
        </p:blipFill>
        <p:spPr>
          <a:xfrm>
            <a:off x="3732856" y="1628800"/>
            <a:ext cx="5381673" cy="4104456"/>
          </a:xfrm>
          <a:prstGeom prst="rect">
            <a:avLst/>
          </a:prstGeom>
        </p:spPr>
      </p:pic>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p:txBody>
          <a:bodyPr/>
          <a:lstStyle/>
          <a:p>
            <a:r>
              <a:rPr lang="zh-CN" altLang="en-US"/>
              <a:t>以实体为核心的业务服务设计 </a:t>
            </a:r>
            <a:r>
              <a:rPr lang="en-US" altLang="zh-CN"/>
              <a:t>XI</a:t>
            </a:r>
            <a:endParaRPr lang="zh-CN" altLang="en-US"/>
          </a:p>
        </p:txBody>
      </p:sp>
      <p:sp>
        <p:nvSpPr>
          <p:cNvPr id="31747" name="内容占位符 2"/>
          <p:cNvSpPr>
            <a:spLocks noGrp="1"/>
          </p:cNvSpPr>
          <p:nvPr>
            <p:ph idx="1"/>
          </p:nvPr>
        </p:nvSpPr>
        <p:spPr>
          <a:xfrm>
            <a:off x="457200" y="1052737"/>
            <a:ext cx="8229600" cy="762271"/>
          </a:xfrm>
        </p:spPr>
        <p:txBody>
          <a:bodyPr/>
          <a:lstStyle/>
          <a:p>
            <a:r>
              <a:rPr lang="zh-CN" altLang="en-US" sz="2800" dirty="0"/>
              <a:t>最终的抽象服务定义</a:t>
            </a:r>
          </a:p>
        </p:txBody>
      </p:sp>
      <p:sp>
        <p:nvSpPr>
          <p:cNvPr id="31748" name="灯片编号占位符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94A5242C-882C-463A-9E5C-B78A714B8C34}" type="slidenum">
              <a:rPr lang="en-US" altLang="zh-CN" smtClean="0"/>
              <a:pPr eaLnBrk="1" hangingPunct="1"/>
              <a:t>30</a:t>
            </a:fld>
            <a:endParaRPr lang="en-US" altLang="zh-CN"/>
          </a:p>
        </p:txBody>
      </p:sp>
      <p:sp>
        <p:nvSpPr>
          <p:cNvPr id="6" name="Text Box 9"/>
          <p:cNvSpPr txBox="1">
            <a:spLocks noChangeArrowheads="1"/>
          </p:cNvSpPr>
          <p:nvPr/>
        </p:nvSpPr>
        <p:spPr bwMode="auto">
          <a:xfrm>
            <a:off x="107504" y="1810464"/>
            <a:ext cx="8928992" cy="5047536"/>
          </a:xfrm>
          <a:prstGeom prst="rect">
            <a:avLst/>
          </a:prstGeom>
          <a:noFill/>
          <a:ln w="19050">
            <a:solidFill>
              <a:schemeClr val="tx1"/>
            </a:solidFill>
            <a:miter lim="800000"/>
            <a:headEnd/>
            <a:tailEnd/>
          </a:ln>
        </p:spPr>
        <p:txBody>
          <a:bodyPr wrap="square">
            <a:spAutoFit/>
          </a:bodyPr>
          <a:lstStyle/>
          <a:p>
            <a:pPr>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definitions</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Employee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targetNamespace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http://www.xmltc.com/tls/employee/wsdl/</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http://schemas.xmlsoap.org/wsdl/</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xmlns:act</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http://www.xmltc.com/tls/employee/schema/accounting/</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xmlns:hr</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http://www.xmltc.com/tls/employee/schema/hr/</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xmlns:soap</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http://schemas.xmlsoap.org/wsdl/soap/</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xmlns:tns</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http://www.xmltc.com/tls/employee/wsdl/</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xmlns:xsd</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http://www.w3.org/2001/XMLSchema</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types</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xsd:schema</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targetNamespace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http://www.xmltc.com/tls/employee/schema/</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xsd:import</a:t>
            </a:r>
            <a:r>
              <a:rPr lang="en-US" altLang="zh-CN" sz="1400" dirty="0">
                <a:solidFill>
                  <a:srgbClr val="FF0000"/>
                </a:solidFill>
                <a:highlight>
                  <a:srgbClr val="FFFFFF"/>
                </a:highlight>
                <a:latin typeface="Arial"/>
              </a:rPr>
              <a:t> namespace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http://www.xmltc.com/tls/employee/schema/accounting/</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schemaLocation</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Employee.xsd</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xsd:import</a:t>
            </a:r>
            <a:r>
              <a:rPr lang="en-US" altLang="zh-CN" sz="1400" dirty="0">
                <a:solidFill>
                  <a:srgbClr val="FF0000"/>
                </a:solidFill>
                <a:highlight>
                  <a:srgbClr val="FFFFFF"/>
                </a:highlight>
                <a:latin typeface="Arial"/>
              </a:rPr>
              <a:t> namespace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hlinkClick r:id="rId3"/>
              </a:rPr>
              <a:t>http://www.xmltc.com/tls/employee/schema/hr/</a:t>
            </a:r>
            <a:endParaRPr lang="en-US" altLang="zh-CN" sz="1400" dirty="0">
              <a:solidFill>
                <a:srgbClr val="FF0000"/>
              </a:solidFill>
              <a:highlight>
                <a:srgbClr val="FFFFFF"/>
              </a:highlight>
              <a:latin typeface="Arial"/>
            </a:endParaRPr>
          </a:p>
          <a:p>
            <a:pPr>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schemaLocation</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EmployeeHistory.xsd</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xsd:schema</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types</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message</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getWeeklyHoursRequestMessage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part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RequestParameter</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element</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act:EmployeeHoursRequestType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message</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getWeeklyHoursResponseMessage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part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ResponseParameter</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element</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act:EmployeeHoursResponseType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message</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updateHistoryRequestMessage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part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RequestParameter</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element</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hr:EmployeeUpdateHistoryRequestType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a:t>
            </a:r>
            <a:endParaRPr lang="en-US" altLang="zh-CN" sz="1400" dirty="0">
              <a:solidFill>
                <a:srgbClr val="000000"/>
              </a:solidFill>
              <a:highlight>
                <a:srgbClr val="FFFFFF"/>
              </a:highlight>
              <a:latin typeface="+mn-lt"/>
              <a:ea typeface="宋体"/>
            </a:endParaRPr>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p:txBody>
          <a:bodyPr/>
          <a:lstStyle/>
          <a:p>
            <a:r>
              <a:rPr lang="zh-CN" altLang="en-US"/>
              <a:t>以实体为核心的业务服务设计 </a:t>
            </a:r>
            <a:r>
              <a:rPr lang="en-US" altLang="zh-CN"/>
              <a:t>XII</a:t>
            </a:r>
            <a:endParaRPr lang="zh-CN" altLang="en-US"/>
          </a:p>
        </p:txBody>
      </p:sp>
      <p:sp>
        <p:nvSpPr>
          <p:cNvPr id="32771" name="内容占位符 2"/>
          <p:cNvSpPr>
            <a:spLocks noGrp="1"/>
          </p:cNvSpPr>
          <p:nvPr>
            <p:ph idx="1"/>
          </p:nvPr>
        </p:nvSpPr>
        <p:spPr>
          <a:xfrm>
            <a:off x="457200" y="1052737"/>
            <a:ext cx="8229600" cy="1080119"/>
          </a:xfrm>
        </p:spPr>
        <p:txBody>
          <a:bodyPr/>
          <a:lstStyle/>
          <a:p>
            <a:r>
              <a:rPr lang="zh-CN" altLang="en-US" sz="2800" dirty="0"/>
              <a:t>最终的抽象服务定义</a:t>
            </a:r>
            <a:r>
              <a:rPr lang="en-US" altLang="zh-CN" sz="2800" dirty="0"/>
              <a:t> (</a:t>
            </a:r>
            <a:r>
              <a:rPr lang="zh-CN" altLang="en-US" sz="2800" dirty="0"/>
              <a:t>续</a:t>
            </a:r>
            <a:r>
              <a:rPr lang="en-US" altLang="zh-CN" sz="2800" dirty="0"/>
              <a:t>)</a:t>
            </a:r>
            <a:endParaRPr lang="zh-CN" altLang="en-US" sz="2800" dirty="0"/>
          </a:p>
        </p:txBody>
      </p:sp>
      <p:sp>
        <p:nvSpPr>
          <p:cNvPr id="32772" name="灯片编号占位符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0BD61B0-AB66-4967-A0B8-0037AF7E1565}" type="slidenum">
              <a:rPr lang="en-US" altLang="zh-CN" smtClean="0"/>
              <a:pPr eaLnBrk="1" hangingPunct="1"/>
              <a:t>31</a:t>
            </a:fld>
            <a:endParaRPr lang="en-US" altLang="zh-CN"/>
          </a:p>
        </p:txBody>
      </p:sp>
      <p:sp>
        <p:nvSpPr>
          <p:cNvPr id="6" name="Text Box 9"/>
          <p:cNvSpPr txBox="1">
            <a:spLocks noChangeArrowheads="1"/>
          </p:cNvSpPr>
          <p:nvPr/>
        </p:nvSpPr>
        <p:spPr bwMode="auto">
          <a:xfrm>
            <a:off x="143508" y="1988840"/>
            <a:ext cx="8856984" cy="4401205"/>
          </a:xfrm>
          <a:prstGeom prst="rect">
            <a:avLst/>
          </a:prstGeom>
          <a:noFill/>
          <a:ln w="19050">
            <a:solidFill>
              <a:schemeClr val="tx1"/>
            </a:solidFill>
            <a:miter lim="800000"/>
            <a:headEnd/>
            <a:tailEnd/>
          </a:ln>
        </p:spPr>
        <p:txBody>
          <a:bodyPr wrap="square">
            <a:spAutoFit/>
          </a:bodyPr>
          <a:lstStyle/>
          <a:p>
            <a:pPr>
              <a:defRPr/>
            </a:pPr>
            <a:r>
              <a:rPr lang="en-US" altLang="zh-CN" sz="1400" dirty="0">
                <a:solidFill>
                  <a:srgbClr val="0000FF"/>
                </a:solidFill>
                <a:highlight>
                  <a:srgbClr val="FFFFFF"/>
                </a:highlight>
                <a:latin typeface="Arial"/>
              </a:rPr>
              <a: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message</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updateHistoryResponseMessage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part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ResponseParameter</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element</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hr:EmployeeUpdateHistoryResponseType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portType</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EmployeeInterface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documentation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err="1">
                <a:solidFill>
                  <a:srgbClr val="000000"/>
                </a:solidFill>
                <a:highlight>
                  <a:srgbClr val="FFFFFF"/>
                </a:highlight>
                <a:latin typeface="Arial"/>
              </a:rPr>
              <a:t>GetWeeklyHoursLimit</a:t>
            </a:r>
            <a:r>
              <a:rPr lang="en-US" altLang="zh-CN" sz="1400" dirty="0">
                <a:solidFill>
                  <a:srgbClr val="000000"/>
                </a:solidFill>
                <a:highlight>
                  <a:srgbClr val="FFFFFF"/>
                </a:highlight>
                <a:latin typeface="Arial"/>
              </a:rPr>
              <a:t> uses the Employee ID value to retrieve the </a:t>
            </a:r>
            <a:r>
              <a:rPr lang="en-US" altLang="zh-CN" sz="1400" dirty="0" err="1">
                <a:solidFill>
                  <a:srgbClr val="000000"/>
                </a:solidFill>
                <a:highlight>
                  <a:srgbClr val="FFFFFF"/>
                </a:highlight>
                <a:latin typeface="Arial"/>
              </a:rPr>
              <a:t>WeeklyHoursLimit</a:t>
            </a:r>
            <a:r>
              <a:rPr lang="en-US" altLang="zh-CN" sz="1400" dirty="0">
                <a:solidFill>
                  <a:srgbClr val="000000"/>
                </a:solidFill>
                <a:highlight>
                  <a:srgbClr val="FFFFFF"/>
                </a:highlight>
                <a:latin typeface="Arial"/>
              </a:rPr>
              <a:t> value.</a:t>
            </a:r>
          </a:p>
          <a:p>
            <a:pPr>
              <a:defRPr/>
            </a:pPr>
            <a:r>
              <a:rPr lang="en-US" altLang="zh-CN" sz="1400" dirty="0" err="1">
                <a:solidFill>
                  <a:srgbClr val="000000"/>
                </a:solidFill>
                <a:highlight>
                  <a:srgbClr val="FFFFFF"/>
                </a:highlight>
                <a:latin typeface="Arial"/>
              </a:rPr>
              <a:t>UpdateHistory</a:t>
            </a:r>
            <a:r>
              <a:rPr lang="en-US" altLang="zh-CN" sz="1400" dirty="0">
                <a:solidFill>
                  <a:srgbClr val="000000"/>
                </a:solidFill>
                <a:highlight>
                  <a:srgbClr val="FFFFFF"/>
                </a:highlight>
                <a:latin typeface="Arial"/>
              </a:rPr>
              <a:t> uses the Employee ID value to update the Comment value of the </a:t>
            </a:r>
            <a:r>
              <a:rPr lang="en-US" altLang="zh-CN" sz="1400" dirty="0" err="1">
                <a:solidFill>
                  <a:srgbClr val="000000"/>
                </a:solidFill>
                <a:highlight>
                  <a:srgbClr val="FFFFFF"/>
                </a:highlight>
                <a:latin typeface="Arial"/>
              </a:rPr>
              <a:t>EmployeeHistory</a:t>
            </a:r>
            <a:r>
              <a:rPr lang="en-US" altLang="zh-CN" sz="1400" dirty="0">
                <a:solidFill>
                  <a:srgbClr val="000000"/>
                </a:solidFill>
                <a:highlight>
                  <a:srgbClr val="FFFFFF"/>
                </a:highlight>
                <a:latin typeface="Arial"/>
              </a:rPr>
              <a:t>.</a:t>
            </a:r>
          </a:p>
          <a:p>
            <a:pPr>
              <a:defRPr/>
            </a:pPr>
            <a:r>
              <a:rPr lang="en-US" altLang="zh-CN" sz="1400" dirty="0">
                <a:solidFill>
                  <a:srgbClr val="0000FF"/>
                </a:solidFill>
                <a:highlight>
                  <a:srgbClr val="FFFFFF"/>
                </a:highlight>
                <a:latin typeface="Arial"/>
              </a:rPr>
              <a:t>        &lt;/</a:t>
            </a:r>
            <a:r>
              <a:rPr lang="en-US" altLang="zh-CN" sz="1400" dirty="0">
                <a:solidFill>
                  <a:srgbClr val="800000"/>
                </a:solidFill>
                <a:highlight>
                  <a:srgbClr val="FFFFFF"/>
                </a:highlight>
                <a:latin typeface="Arial"/>
              </a:rPr>
              <a:t>documentation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operation</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GetWeeklyHoursLimit</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input</a:t>
            </a:r>
            <a:r>
              <a:rPr lang="en-US" altLang="zh-CN" sz="1400" dirty="0">
                <a:solidFill>
                  <a:srgbClr val="FF0000"/>
                </a:solidFill>
                <a:highlight>
                  <a:srgbClr val="FFFFFF"/>
                </a:highlight>
                <a:latin typeface="Arial"/>
              </a:rPr>
              <a:t> message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tns:getWeeklyHoursRequestMessage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output</a:t>
            </a:r>
            <a:r>
              <a:rPr lang="en-US" altLang="zh-CN" sz="1400" dirty="0">
                <a:solidFill>
                  <a:srgbClr val="FF0000"/>
                </a:solidFill>
                <a:highlight>
                  <a:srgbClr val="FFFFFF"/>
                </a:highlight>
                <a:latin typeface="Arial"/>
              </a:rPr>
              <a:t> message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tns:getWeeklyHoursResponseMessage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operation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operation</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UpdateHistory</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input</a:t>
            </a:r>
            <a:r>
              <a:rPr lang="en-US" altLang="zh-CN" sz="1400" dirty="0">
                <a:solidFill>
                  <a:srgbClr val="FF0000"/>
                </a:solidFill>
                <a:highlight>
                  <a:srgbClr val="FFFFFF"/>
                </a:highlight>
                <a:latin typeface="Arial"/>
              </a:rPr>
              <a:t> message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tns:updateHistoryRequestMessage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output</a:t>
            </a:r>
            <a:r>
              <a:rPr lang="en-US" altLang="zh-CN" sz="1400" dirty="0">
                <a:solidFill>
                  <a:srgbClr val="FF0000"/>
                </a:solidFill>
                <a:highlight>
                  <a:srgbClr val="FFFFFF"/>
                </a:highlight>
                <a:latin typeface="Arial"/>
              </a:rPr>
              <a:t> message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tns:updateHistoryResponseMessage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operation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portType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a:t>
            </a:r>
          </a:p>
          <a:p>
            <a:pPr>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definitions</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mn-lt"/>
              <a:ea typeface="宋体"/>
            </a:endParaRPr>
          </a:p>
        </p:txBody>
      </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p:txBody>
          <a:bodyPr/>
          <a:lstStyle/>
          <a:p>
            <a:r>
              <a:rPr lang="zh-CN" altLang="en-US"/>
              <a:t>应用服务设计 </a:t>
            </a:r>
            <a:r>
              <a:rPr lang="en-US" altLang="zh-CN"/>
              <a:t>I</a:t>
            </a:r>
            <a:endParaRPr lang="zh-CN" altLang="en-US"/>
          </a:p>
        </p:txBody>
      </p:sp>
      <p:sp>
        <p:nvSpPr>
          <p:cNvPr id="33795" name="内容占位符 2"/>
          <p:cNvSpPr>
            <a:spLocks noGrp="1"/>
          </p:cNvSpPr>
          <p:nvPr>
            <p:ph idx="1"/>
          </p:nvPr>
        </p:nvSpPr>
        <p:spPr>
          <a:xfrm>
            <a:off x="457200" y="1052737"/>
            <a:ext cx="8229600" cy="1512167"/>
          </a:xfrm>
        </p:spPr>
        <p:txBody>
          <a:bodyPr/>
          <a:lstStyle/>
          <a:p>
            <a:r>
              <a:rPr lang="en-US" altLang="zh-CN" dirty="0"/>
              <a:t>0. </a:t>
            </a:r>
            <a:r>
              <a:rPr lang="zh-CN" altLang="en-US" dirty="0"/>
              <a:t>案例：转换账务文档应用服务候选</a:t>
            </a:r>
          </a:p>
        </p:txBody>
      </p:sp>
      <p:sp>
        <p:nvSpPr>
          <p:cNvPr id="33796"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CA12E168-3933-456E-97CE-3AF396F79551}" type="slidenum">
              <a:rPr lang="en-US" altLang="zh-CN" smtClean="0"/>
              <a:pPr eaLnBrk="1" hangingPunct="1"/>
              <a:t>32</a:t>
            </a:fld>
            <a:endParaRPr lang="en-US" altLang="zh-CN"/>
          </a:p>
        </p:txBody>
      </p:sp>
      <p:pic>
        <p:nvPicPr>
          <p:cNvPr id="2" name="图片 1"/>
          <p:cNvPicPr>
            <a:picLocks noChangeAspect="1"/>
          </p:cNvPicPr>
          <p:nvPr/>
        </p:nvPicPr>
        <p:blipFill>
          <a:blip r:embed="rId3"/>
          <a:stretch>
            <a:fillRect/>
          </a:stretch>
        </p:blipFill>
        <p:spPr>
          <a:xfrm>
            <a:off x="3028193" y="2593456"/>
            <a:ext cx="3011413" cy="3030800"/>
          </a:xfrm>
          <a:prstGeom prst="rect">
            <a:avLst/>
          </a:prstGeom>
        </p:spPr>
      </p:pic>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p:nvPr>
        </p:nvSpPr>
        <p:spPr/>
        <p:txBody>
          <a:bodyPr/>
          <a:lstStyle/>
          <a:p>
            <a:r>
              <a:rPr lang="zh-CN" altLang="en-US"/>
              <a:t>应用服务设计 </a:t>
            </a:r>
            <a:r>
              <a:rPr lang="en-US" altLang="zh-CN"/>
              <a:t>II</a:t>
            </a:r>
            <a:endParaRPr lang="zh-CN" altLang="en-US"/>
          </a:p>
        </p:txBody>
      </p:sp>
      <p:sp>
        <p:nvSpPr>
          <p:cNvPr id="34819" name="内容占位符 2"/>
          <p:cNvSpPr>
            <a:spLocks noGrp="1"/>
          </p:cNvSpPr>
          <p:nvPr>
            <p:ph idx="1"/>
          </p:nvPr>
        </p:nvSpPr>
        <p:spPr/>
        <p:txBody>
          <a:bodyPr/>
          <a:lstStyle/>
          <a:p>
            <a:pPr>
              <a:lnSpc>
                <a:spcPct val="150000"/>
              </a:lnSpc>
            </a:pPr>
            <a:r>
              <a:rPr lang="en-US" altLang="zh-CN" dirty="0"/>
              <a:t>1. </a:t>
            </a:r>
            <a:r>
              <a:rPr lang="zh-CN" altLang="en-US" dirty="0"/>
              <a:t>审查现有服务</a:t>
            </a:r>
            <a:endParaRPr lang="en-US" altLang="zh-CN" dirty="0"/>
          </a:p>
          <a:p>
            <a:pPr lvl="1">
              <a:lnSpc>
                <a:spcPct val="150000"/>
              </a:lnSpc>
            </a:pPr>
            <a:r>
              <a:rPr lang="zh-CN" altLang="en-US" dirty="0"/>
              <a:t>避免应用服务内的冗余</a:t>
            </a:r>
            <a:endParaRPr lang="en-US" altLang="zh-CN" dirty="0"/>
          </a:p>
          <a:p>
            <a:pPr lvl="1">
              <a:lnSpc>
                <a:spcPct val="150000"/>
              </a:lnSpc>
            </a:pPr>
            <a:r>
              <a:rPr lang="zh-CN" altLang="en-US" dirty="0"/>
              <a:t>考虑使用第三方服务</a:t>
            </a:r>
            <a:endParaRPr lang="en-US" altLang="zh-CN" dirty="0"/>
          </a:p>
          <a:p>
            <a:pPr lvl="1">
              <a:lnSpc>
                <a:spcPct val="150000"/>
              </a:lnSpc>
            </a:pPr>
            <a:r>
              <a:rPr lang="zh-CN" altLang="en-US" dirty="0"/>
              <a:t>本案例中</a:t>
            </a:r>
            <a:endParaRPr lang="en-US" altLang="zh-CN" dirty="0"/>
          </a:p>
          <a:p>
            <a:pPr lvl="2">
              <a:lnSpc>
                <a:spcPct val="150000"/>
              </a:lnSpc>
            </a:pPr>
            <a:r>
              <a:rPr lang="zh-CN" altLang="en-US" dirty="0"/>
              <a:t>转换账务文档应用服务候选与其他已知应用服务之间不存在功能上的冗余和重叠</a:t>
            </a:r>
            <a:endParaRPr lang="en-US" altLang="zh-CN" dirty="0"/>
          </a:p>
          <a:p>
            <a:pPr lvl="2">
              <a:lnSpc>
                <a:spcPct val="150000"/>
              </a:lnSpc>
            </a:pPr>
            <a:r>
              <a:rPr lang="zh-CN" altLang="en-US" dirty="0"/>
              <a:t>也没有合适的第三方服务</a:t>
            </a:r>
          </a:p>
        </p:txBody>
      </p:sp>
      <p:sp>
        <p:nvSpPr>
          <p:cNvPr id="34820" name="灯片编号占位符 3"/>
          <p:cNvSpPr>
            <a:spLocks noGrp="1"/>
          </p:cNvSpPr>
          <p:nvPr>
            <p:ph type="sldNum" sz="quarter" idx="11"/>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57AB69A3-5826-4FC0-AAC4-2454B04E1FBF}" type="slidenum">
              <a:rPr lang="en-US" altLang="zh-CN" smtClean="0"/>
              <a:pPr/>
              <a:t>33</a:t>
            </a:fld>
            <a:endParaRPr lang="en-US" altLang="zh-CN"/>
          </a:p>
        </p:txBody>
      </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p:cNvSpPr>
          <p:nvPr>
            <p:ph type="title"/>
          </p:nvPr>
        </p:nvSpPr>
        <p:spPr/>
        <p:txBody>
          <a:bodyPr/>
          <a:lstStyle/>
          <a:p>
            <a:r>
              <a:rPr lang="zh-CN" altLang="en-US"/>
              <a:t>应用服务设计 </a:t>
            </a:r>
            <a:r>
              <a:rPr lang="en-US" altLang="zh-CN"/>
              <a:t>III</a:t>
            </a:r>
            <a:endParaRPr lang="zh-CN" altLang="en-US"/>
          </a:p>
        </p:txBody>
      </p:sp>
      <p:sp>
        <p:nvSpPr>
          <p:cNvPr id="35843" name="内容占位符 2"/>
          <p:cNvSpPr>
            <a:spLocks noGrp="1"/>
          </p:cNvSpPr>
          <p:nvPr>
            <p:ph idx="1"/>
          </p:nvPr>
        </p:nvSpPr>
        <p:spPr/>
        <p:txBody>
          <a:bodyPr>
            <a:normAutofit lnSpcReduction="10000"/>
          </a:bodyPr>
          <a:lstStyle/>
          <a:p>
            <a:pPr>
              <a:lnSpc>
                <a:spcPct val="150000"/>
              </a:lnSpc>
            </a:pPr>
            <a:r>
              <a:rPr lang="en-US" altLang="zh-CN" dirty="0"/>
              <a:t>2. </a:t>
            </a:r>
            <a:r>
              <a:rPr lang="zh-CN" altLang="en-US" dirty="0"/>
              <a:t>确认上下文</a:t>
            </a:r>
            <a:endParaRPr lang="en-US" altLang="zh-CN" dirty="0"/>
          </a:p>
          <a:p>
            <a:pPr lvl="1">
              <a:lnSpc>
                <a:spcPct val="150000"/>
              </a:lnSpc>
            </a:pPr>
            <a:r>
              <a:rPr lang="zh-CN" altLang="en-US" dirty="0"/>
              <a:t>在与现有服务设计所构成的上下文进行比对的基础上，重新评估由服务候选所提议的操作候选分组</a:t>
            </a:r>
            <a:endParaRPr lang="en-US" altLang="zh-CN" dirty="0"/>
          </a:p>
          <a:p>
            <a:pPr lvl="2">
              <a:lnSpc>
                <a:spcPct val="150000"/>
              </a:lnSpc>
            </a:pPr>
            <a:r>
              <a:rPr lang="zh-CN" altLang="en-US" dirty="0"/>
              <a:t>在以实体为核心的服务中，由于实体模型已经预定义了上下文，没有对应步骤</a:t>
            </a:r>
            <a:endParaRPr lang="en-US" altLang="zh-CN" dirty="0"/>
          </a:p>
          <a:p>
            <a:pPr lvl="1">
              <a:lnSpc>
                <a:spcPct val="150000"/>
              </a:lnSpc>
            </a:pPr>
            <a:r>
              <a:rPr lang="zh-CN" altLang="en-US" dirty="0"/>
              <a:t>本案例中，转换账务文档应用服务候选中的操作候选，已经良好分组</a:t>
            </a:r>
          </a:p>
        </p:txBody>
      </p:sp>
      <p:sp>
        <p:nvSpPr>
          <p:cNvPr id="35844" name="灯片编号占位符 3"/>
          <p:cNvSpPr>
            <a:spLocks noGrp="1"/>
          </p:cNvSpPr>
          <p:nvPr>
            <p:ph type="sldNum" sz="quarter" idx="11"/>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2FEB1353-3C5F-40A3-8C12-06EB6EF1BE6B}" type="slidenum">
              <a:rPr lang="en-US" altLang="zh-CN" smtClean="0"/>
              <a:pPr/>
              <a:t>34</a:t>
            </a:fld>
            <a:endParaRPr lang="en-US" altLang="zh-CN" dirty="0"/>
          </a:p>
        </p:txBody>
      </p:sp>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p:cNvSpPr>
          <p:nvPr>
            <p:ph type="title"/>
          </p:nvPr>
        </p:nvSpPr>
        <p:spPr/>
        <p:txBody>
          <a:bodyPr/>
          <a:lstStyle/>
          <a:p>
            <a:r>
              <a:rPr lang="zh-CN" altLang="en-US"/>
              <a:t>应用服务设计 </a:t>
            </a:r>
            <a:r>
              <a:rPr lang="en-US" altLang="zh-CN"/>
              <a:t>IV</a:t>
            </a:r>
            <a:endParaRPr lang="zh-CN" altLang="en-US"/>
          </a:p>
        </p:txBody>
      </p:sp>
      <p:sp>
        <p:nvSpPr>
          <p:cNvPr id="36867" name="内容占位符 2"/>
          <p:cNvSpPr>
            <a:spLocks noGrp="1"/>
          </p:cNvSpPr>
          <p:nvPr>
            <p:ph sz="half" idx="1"/>
          </p:nvPr>
        </p:nvSpPr>
        <p:spPr>
          <a:xfrm>
            <a:off x="457200" y="1152525"/>
            <a:ext cx="5122912" cy="5248275"/>
          </a:xfrm>
        </p:spPr>
        <p:txBody>
          <a:bodyPr>
            <a:normAutofit/>
          </a:bodyPr>
          <a:lstStyle/>
          <a:p>
            <a:r>
              <a:rPr lang="en-US" altLang="zh-CN" dirty="0"/>
              <a:t>3. </a:t>
            </a:r>
            <a:r>
              <a:rPr lang="zh-CN" altLang="en-US" dirty="0"/>
              <a:t>提取初始的服务接口</a:t>
            </a:r>
            <a:endParaRPr lang="en-US" altLang="zh-CN" dirty="0"/>
          </a:p>
          <a:p>
            <a:pPr lvl="1"/>
            <a:r>
              <a:rPr lang="zh-CN" altLang="en-US" dirty="0"/>
              <a:t>将应用服务候选视为主要输入，确保表示操作候选所代表的逻辑划分的粒度能适当地具备通用性和可复用性</a:t>
            </a:r>
            <a:endParaRPr lang="en-US" altLang="zh-CN" dirty="0"/>
          </a:p>
          <a:p>
            <a:pPr lvl="1"/>
            <a:r>
              <a:rPr lang="zh-CN" altLang="en-US" dirty="0"/>
              <a:t>将每个操作候选的输入和输出文档化，并使用 </a:t>
            </a:r>
            <a:r>
              <a:rPr lang="en-US" altLang="zh-CN" dirty="0"/>
              <a:t>XSD schema</a:t>
            </a:r>
            <a:r>
              <a:rPr lang="zh-CN" altLang="en-US" dirty="0"/>
              <a:t>结构定义消息结构（通过 </a:t>
            </a:r>
            <a:r>
              <a:rPr lang="en-US" altLang="zh-CN" dirty="0"/>
              <a:t>WSDL type</a:t>
            </a:r>
            <a:r>
              <a:rPr lang="zh-CN" altLang="en-US" dirty="0"/>
              <a:t>结构引入）</a:t>
            </a:r>
            <a:endParaRPr lang="en-US" altLang="zh-CN" dirty="0"/>
          </a:p>
          <a:p>
            <a:pPr lvl="1"/>
            <a:r>
              <a:rPr lang="zh-CN" altLang="en-US" dirty="0"/>
              <a:t>通过增加</a:t>
            </a:r>
            <a:r>
              <a:rPr lang="en-US" altLang="zh-CN" dirty="0" err="1"/>
              <a:t>portType</a:t>
            </a:r>
            <a:r>
              <a:rPr lang="en-US" altLang="zh-CN" dirty="0"/>
              <a:t>/interface </a:t>
            </a:r>
            <a:r>
              <a:rPr lang="zh-CN" altLang="en-US" dirty="0"/>
              <a:t>域（连同它的子元素</a:t>
            </a:r>
            <a:r>
              <a:rPr lang="en-US" altLang="zh-CN" dirty="0"/>
              <a:t>operation</a:t>
            </a:r>
            <a:r>
              <a:rPr lang="zh-CN" altLang="en-US" dirty="0"/>
              <a:t>）和必要的</a:t>
            </a:r>
            <a:r>
              <a:rPr lang="en-US" altLang="zh-CN" dirty="0"/>
              <a:t>message</a:t>
            </a:r>
            <a:r>
              <a:rPr lang="zh-CN" altLang="en-US" dirty="0"/>
              <a:t>元素来完善服务定义</a:t>
            </a:r>
            <a:endParaRPr lang="en-US" altLang="zh-CN" dirty="0"/>
          </a:p>
        </p:txBody>
      </p:sp>
      <p:sp>
        <p:nvSpPr>
          <p:cNvPr id="36868" name="灯片编号占位符 3"/>
          <p:cNvSpPr>
            <a:spLocks noGrp="1"/>
          </p:cNvSpPr>
          <p:nvPr>
            <p:ph type="sldNum" sz="quarter" idx="11"/>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7F9C29C0-143F-4D55-9A8A-3FB5BCC2742A}" type="slidenum">
              <a:rPr lang="en-US" altLang="zh-CN" smtClean="0"/>
              <a:pPr/>
              <a:t>35</a:t>
            </a:fld>
            <a:endParaRPr lang="en-US" altLang="zh-CN"/>
          </a:p>
        </p:txBody>
      </p:sp>
      <p:pic>
        <p:nvPicPr>
          <p:cNvPr id="5" name="图片 4"/>
          <p:cNvPicPr>
            <a:picLocks noChangeAspect="1"/>
          </p:cNvPicPr>
          <p:nvPr/>
        </p:nvPicPr>
        <p:blipFill>
          <a:blip r:embed="rId3"/>
          <a:stretch>
            <a:fillRect/>
          </a:stretch>
        </p:blipFill>
        <p:spPr>
          <a:xfrm>
            <a:off x="5580112" y="2204864"/>
            <a:ext cx="3303143" cy="3336043"/>
          </a:xfrm>
          <a:prstGeom prst="rect">
            <a:avLst/>
          </a:prstGeom>
        </p:spPr>
      </p:pic>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p:cNvSpPr>
          <p:nvPr>
            <p:ph type="title"/>
          </p:nvPr>
        </p:nvSpPr>
        <p:spPr/>
        <p:txBody>
          <a:bodyPr/>
          <a:lstStyle/>
          <a:p>
            <a:r>
              <a:rPr lang="zh-CN" altLang="en-US"/>
              <a:t>应用服务设计 </a:t>
            </a:r>
            <a:r>
              <a:rPr lang="en-US" altLang="zh-CN"/>
              <a:t>V</a:t>
            </a:r>
            <a:endParaRPr lang="zh-CN" altLang="en-US"/>
          </a:p>
        </p:txBody>
      </p:sp>
      <p:sp>
        <p:nvSpPr>
          <p:cNvPr id="37891"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260CAF3A-D689-4665-A179-9CA98DD16061}" type="slidenum">
              <a:rPr lang="en-US" altLang="zh-CN" smtClean="0"/>
              <a:pPr eaLnBrk="1" hangingPunct="1"/>
              <a:t>36</a:t>
            </a:fld>
            <a:endParaRPr lang="en-US" altLang="zh-CN"/>
          </a:p>
        </p:txBody>
      </p:sp>
      <p:sp>
        <p:nvSpPr>
          <p:cNvPr id="8" name="Text Box 9"/>
          <p:cNvSpPr txBox="1">
            <a:spLocks noChangeArrowheads="1"/>
          </p:cNvSpPr>
          <p:nvPr/>
        </p:nvSpPr>
        <p:spPr bwMode="auto">
          <a:xfrm>
            <a:off x="395536" y="1087934"/>
            <a:ext cx="3960440" cy="5693866"/>
          </a:xfrm>
          <a:prstGeom prst="rect">
            <a:avLst/>
          </a:prstGeom>
          <a:noFill/>
          <a:ln w="19050">
            <a:solidFill>
              <a:schemeClr val="tx1"/>
            </a:solidFill>
            <a:miter lim="800000"/>
            <a:headEnd/>
            <a:tailEnd/>
          </a:ln>
        </p:spPr>
        <p:txBody>
          <a:bodyPr>
            <a:spAutoFit/>
          </a:bodyPr>
          <a:lstStyle/>
          <a:p>
            <a:pPr>
              <a:defRPr/>
            </a:pP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xsd:schema</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targetNamespace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http://www.xmltc.com/railco/transform/schema/</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xsd:element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TransformToNativeType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xsd:complexType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xsd:sequence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xsd:element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SourcePath</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type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xsd:string</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xsd:element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DestinationPath</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type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xsd:string</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xsd:sequence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xsd:complexType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xsd:element</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xsd:element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TransformToNativeReturnCodeType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xsd:complexType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xsd:sequence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xsd:element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Code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type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xsd:integer</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xsd:element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Message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type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xsd:string</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xsd:sequence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xsd:complexType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xsd:element</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xsd:schema</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mn-lt"/>
              <a:ea typeface="宋体"/>
            </a:endParaRPr>
          </a:p>
        </p:txBody>
      </p:sp>
      <p:sp>
        <p:nvSpPr>
          <p:cNvPr id="11" name="Text Box 9"/>
          <p:cNvSpPr txBox="1">
            <a:spLocks noChangeArrowheads="1"/>
          </p:cNvSpPr>
          <p:nvPr/>
        </p:nvSpPr>
        <p:spPr bwMode="auto">
          <a:xfrm>
            <a:off x="4802560" y="1087934"/>
            <a:ext cx="3960440" cy="5693866"/>
          </a:xfrm>
          <a:prstGeom prst="rect">
            <a:avLst/>
          </a:prstGeom>
          <a:noFill/>
          <a:ln w="19050">
            <a:solidFill>
              <a:schemeClr val="tx1"/>
            </a:solidFill>
            <a:miter lim="800000"/>
            <a:headEnd/>
            <a:tailEnd/>
          </a:ln>
        </p:spPr>
        <p:txBody>
          <a:bodyPr>
            <a:spAutoFit/>
          </a:bodyPr>
          <a:lstStyle/>
          <a:p>
            <a:pPr>
              <a:defRPr/>
            </a:pP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xsd:schema</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targetNamespace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http://www.xmltc.com/railco/transform/schema/</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xsd:element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TransformToXMLType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xsd:complexType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xsd:sequence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xsd:element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SourcePath</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type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xsd:string</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xsd:element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DestinationPath</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type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xsd:string</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xsd:sequence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xsd:complexType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xsd:element</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xsd:element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TransformToXMLReturnCodeType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xsd:complexType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xsd:sequence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xsd:element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Code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type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xsd:integer</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xsd:element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Message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type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xsd:string</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xsd:sequence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xsd:complexType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xsd:element</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xsd:schema</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mn-lt"/>
              <a:ea typeface="宋体"/>
            </a:endParaRPr>
          </a:p>
        </p:txBody>
      </p:sp>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p:cNvSpPr>
          <p:nvPr>
            <p:ph type="title"/>
          </p:nvPr>
        </p:nvSpPr>
        <p:spPr/>
        <p:txBody>
          <a:bodyPr/>
          <a:lstStyle/>
          <a:p>
            <a:r>
              <a:rPr lang="zh-CN" altLang="en-US"/>
              <a:t>应用服务设计 </a:t>
            </a:r>
            <a:r>
              <a:rPr lang="en-US" altLang="zh-CN"/>
              <a:t>VI</a:t>
            </a:r>
            <a:endParaRPr lang="zh-CN" altLang="en-US"/>
          </a:p>
        </p:txBody>
      </p:sp>
      <p:sp>
        <p:nvSpPr>
          <p:cNvPr id="38915" name="灯片编号占位符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D497A43B-DEA0-44F2-A205-893466A841BC}" type="slidenum">
              <a:rPr lang="en-US" altLang="zh-CN" smtClean="0"/>
              <a:pPr eaLnBrk="1" hangingPunct="1"/>
              <a:t>37</a:t>
            </a:fld>
            <a:endParaRPr lang="en-US" altLang="zh-CN"/>
          </a:p>
        </p:txBody>
      </p:sp>
      <p:sp>
        <p:nvSpPr>
          <p:cNvPr id="6" name="Text Box 9"/>
          <p:cNvSpPr txBox="1">
            <a:spLocks noChangeArrowheads="1"/>
          </p:cNvSpPr>
          <p:nvPr/>
        </p:nvSpPr>
        <p:spPr bwMode="auto">
          <a:xfrm>
            <a:off x="1365548" y="1230067"/>
            <a:ext cx="6336704" cy="5262979"/>
          </a:xfrm>
          <a:prstGeom prst="rect">
            <a:avLst/>
          </a:prstGeom>
          <a:noFill/>
          <a:ln w="19050">
            <a:solidFill>
              <a:schemeClr val="tx1"/>
            </a:solidFill>
            <a:miter lim="800000"/>
            <a:headEnd/>
            <a:tailEnd/>
          </a:ln>
        </p:spPr>
        <p:txBody>
          <a:bodyPr>
            <a:spAutoFit/>
          </a:bodyPr>
          <a:lstStyle/>
          <a:p>
            <a:pPr>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message</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transformToNativeRequestMessage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part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RequestParameter</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element</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trn:TransformToNativeType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message</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transformToNativeResponseMessage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part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ResponseParameter</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element</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trn:TransformToNativeReturnCodeType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message</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transformToXMLRequestMessage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part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RequestParameter</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element</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trn:TransformToXMLType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message</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transformToXMLResponseMessage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part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ResponseParameter</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element</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trn:TransformToXMLReturnCodeType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portType</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TransformInterface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operation</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TransformToNative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input</a:t>
            </a:r>
            <a:r>
              <a:rPr lang="en-US" altLang="zh-CN" sz="1400" dirty="0">
                <a:solidFill>
                  <a:srgbClr val="FF0000"/>
                </a:solidFill>
                <a:highlight>
                  <a:srgbClr val="FFFFFF"/>
                </a:highlight>
                <a:latin typeface="Arial"/>
              </a:rPr>
              <a:t> message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tns:transformToNativeRequestMessage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output</a:t>
            </a:r>
            <a:r>
              <a:rPr lang="en-US" altLang="zh-CN" sz="1400" dirty="0">
                <a:solidFill>
                  <a:srgbClr val="FF0000"/>
                </a:solidFill>
                <a:highlight>
                  <a:srgbClr val="FFFFFF"/>
                </a:highlight>
                <a:latin typeface="Arial"/>
              </a:rPr>
              <a:t> message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tns:transformToNativeResponseMessage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operation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operation</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TransformToXML</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input</a:t>
            </a:r>
            <a:r>
              <a:rPr lang="en-US" altLang="zh-CN" sz="1400" dirty="0">
                <a:solidFill>
                  <a:srgbClr val="FF0000"/>
                </a:solidFill>
                <a:highlight>
                  <a:srgbClr val="FFFFFF"/>
                </a:highlight>
                <a:latin typeface="Arial"/>
              </a:rPr>
              <a:t> message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tns:transformToXMLRequestMessage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output</a:t>
            </a:r>
            <a:r>
              <a:rPr lang="en-US" altLang="zh-CN" sz="1400" dirty="0">
                <a:solidFill>
                  <a:srgbClr val="FF0000"/>
                </a:solidFill>
                <a:highlight>
                  <a:srgbClr val="FFFFFF"/>
                </a:highlight>
                <a:latin typeface="Arial"/>
              </a:rPr>
              <a:t> message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tns:transformToXMLResponseMessage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operation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portType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mn-lt"/>
              <a:ea typeface="宋体"/>
            </a:endParaRPr>
          </a:p>
        </p:txBody>
      </p:sp>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p:nvPr>
        </p:nvSpPr>
        <p:spPr/>
        <p:txBody>
          <a:bodyPr/>
          <a:lstStyle/>
          <a:p>
            <a:r>
              <a:rPr lang="zh-CN" altLang="en-US"/>
              <a:t>应用服务设计 </a:t>
            </a:r>
            <a:r>
              <a:rPr lang="en-US" altLang="zh-CN"/>
              <a:t>VII</a:t>
            </a:r>
            <a:endParaRPr lang="zh-CN" altLang="en-US"/>
          </a:p>
        </p:txBody>
      </p:sp>
      <p:sp>
        <p:nvSpPr>
          <p:cNvPr id="39939" name="内容占位符 2"/>
          <p:cNvSpPr>
            <a:spLocks noGrp="1"/>
          </p:cNvSpPr>
          <p:nvPr>
            <p:ph idx="1"/>
          </p:nvPr>
        </p:nvSpPr>
        <p:spPr/>
        <p:txBody>
          <a:bodyPr/>
          <a:lstStyle/>
          <a:p>
            <a:r>
              <a:rPr lang="en-US" altLang="zh-CN" dirty="0"/>
              <a:t>4. </a:t>
            </a:r>
            <a:r>
              <a:rPr lang="zh-CN" altLang="en-US" dirty="0"/>
              <a:t>应用面向服务原则</a:t>
            </a:r>
            <a:endParaRPr lang="en-US" altLang="zh-CN" dirty="0"/>
          </a:p>
          <a:p>
            <a:pPr lvl="1"/>
            <a:r>
              <a:rPr lang="zh-CN" altLang="en-US" dirty="0"/>
              <a:t>服务可复用性</a:t>
            </a:r>
            <a:endParaRPr lang="en-US" altLang="zh-CN" dirty="0"/>
          </a:p>
          <a:p>
            <a:pPr lvl="2"/>
            <a:r>
              <a:rPr lang="zh-CN" altLang="en-US" dirty="0"/>
              <a:t>审查现存的操作候选，以确保设计的通用和可复用</a:t>
            </a:r>
            <a:endParaRPr lang="en-US" altLang="zh-CN" dirty="0"/>
          </a:p>
          <a:p>
            <a:pPr lvl="1"/>
            <a:r>
              <a:rPr lang="zh-CN" altLang="en-US" dirty="0"/>
              <a:t>服务自治</a:t>
            </a:r>
            <a:endParaRPr lang="en-US" altLang="zh-CN" dirty="0"/>
          </a:p>
          <a:p>
            <a:pPr lvl="2"/>
            <a:r>
              <a:rPr lang="zh-CN" altLang="en-US" dirty="0"/>
              <a:t>确保用以执行服务操作的底层应用逻辑不强制依赖于该服务，且自身也没有依赖性</a:t>
            </a:r>
            <a:endParaRPr lang="en-US" altLang="zh-CN" dirty="0"/>
          </a:p>
          <a:p>
            <a:pPr lvl="1"/>
            <a:r>
              <a:rPr lang="zh-CN" altLang="en-US" dirty="0"/>
              <a:t>服务无状态</a:t>
            </a:r>
            <a:endParaRPr lang="en-US" altLang="zh-CN" dirty="0"/>
          </a:p>
          <a:p>
            <a:pPr lvl="2"/>
            <a:r>
              <a:rPr lang="zh-CN" altLang="en-US" dirty="0"/>
              <a:t>不同的应用平台和实现环境带来的挑战（功能</a:t>
            </a:r>
            <a:r>
              <a:rPr lang="en-US" altLang="zh-CN" dirty="0"/>
              <a:t>/</a:t>
            </a:r>
            <a:r>
              <a:rPr lang="zh-CN" altLang="en-US" dirty="0"/>
              <a:t>性能）</a:t>
            </a:r>
            <a:endParaRPr lang="en-US" altLang="zh-CN" dirty="0"/>
          </a:p>
          <a:p>
            <a:pPr lvl="1"/>
            <a:r>
              <a:rPr lang="zh-CN" altLang="en-US" dirty="0"/>
              <a:t>服务可发现性</a:t>
            </a:r>
            <a:endParaRPr lang="en-US" altLang="zh-CN" dirty="0"/>
          </a:p>
          <a:p>
            <a:pPr lvl="2"/>
            <a:r>
              <a:rPr lang="zh-CN" altLang="en-US" dirty="0"/>
              <a:t>使用元数据标注服务</a:t>
            </a:r>
          </a:p>
        </p:txBody>
      </p:sp>
      <p:sp>
        <p:nvSpPr>
          <p:cNvPr id="39940" name="灯片编号占位符 4"/>
          <p:cNvSpPr>
            <a:spLocks noGrp="1"/>
          </p:cNvSpPr>
          <p:nvPr>
            <p:ph type="sldNum" sz="quarter" idx="11"/>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719232D3-8D3E-49F2-B364-2E313D06EBB7}" type="slidenum">
              <a:rPr lang="en-US" altLang="zh-CN" smtClean="0"/>
              <a:pPr/>
              <a:t>38</a:t>
            </a:fld>
            <a:endParaRPr lang="en-US" altLang="zh-CN"/>
          </a:p>
        </p:txBody>
      </p:sp>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p:nvPr>
        </p:nvSpPr>
        <p:spPr/>
        <p:txBody>
          <a:bodyPr/>
          <a:lstStyle/>
          <a:p>
            <a:r>
              <a:rPr lang="zh-CN" altLang="en-US"/>
              <a:t>应用服务设计 </a:t>
            </a:r>
            <a:r>
              <a:rPr lang="en-US" altLang="zh-CN"/>
              <a:t>VIII</a:t>
            </a:r>
            <a:endParaRPr lang="zh-CN" altLang="en-US"/>
          </a:p>
        </p:txBody>
      </p:sp>
      <p:sp>
        <p:nvSpPr>
          <p:cNvPr id="40963" name="灯片编号占位符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BDB55BAE-1630-4C98-AFA2-D707AFFDFC4A}" type="slidenum">
              <a:rPr lang="en-US" altLang="zh-CN" smtClean="0"/>
              <a:pPr eaLnBrk="1" hangingPunct="1"/>
              <a:t>39</a:t>
            </a:fld>
            <a:endParaRPr lang="en-US" altLang="zh-CN"/>
          </a:p>
        </p:txBody>
      </p:sp>
      <p:sp>
        <p:nvSpPr>
          <p:cNvPr id="7" name="Text Box 9"/>
          <p:cNvSpPr txBox="1">
            <a:spLocks noChangeArrowheads="1"/>
          </p:cNvSpPr>
          <p:nvPr/>
        </p:nvSpPr>
        <p:spPr bwMode="auto">
          <a:xfrm>
            <a:off x="1259632" y="1844824"/>
            <a:ext cx="6336704" cy="3970318"/>
          </a:xfrm>
          <a:prstGeom prst="rect">
            <a:avLst/>
          </a:prstGeom>
          <a:noFill/>
          <a:ln w="19050">
            <a:solidFill>
              <a:schemeClr val="tx1"/>
            </a:solidFill>
            <a:miter lim="800000"/>
            <a:headEnd/>
            <a:tailEnd/>
          </a:ln>
        </p:spPr>
        <p:txBody>
          <a:bodyPr>
            <a:spAutoFit/>
          </a:bodyPr>
          <a:lstStyle/>
          <a:p>
            <a:pPr>
              <a:defRPr/>
            </a:pP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portType</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TransformInterface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documentation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Retrieves an XML document and converts it into the native accounting document format.</a:t>
            </a:r>
          </a:p>
          <a:p>
            <a:pPr>
              <a:defRPr/>
            </a:pPr>
            <a:r>
              <a:rPr lang="en-US" altLang="zh-CN" sz="1400" dirty="0">
                <a:solidFill>
                  <a:srgbClr val="0000FF"/>
                </a:solidFill>
                <a:highlight>
                  <a:srgbClr val="FFFFFF"/>
                </a:highlight>
                <a:latin typeface="Arial"/>
              </a:rPr>
              <a:t>    &lt;/</a:t>
            </a:r>
            <a:r>
              <a:rPr lang="en-US" altLang="zh-CN" sz="1400" dirty="0">
                <a:solidFill>
                  <a:srgbClr val="800000"/>
                </a:solidFill>
                <a:highlight>
                  <a:srgbClr val="FFFFFF"/>
                </a:highlight>
                <a:latin typeface="Arial"/>
              </a:rPr>
              <a:t>documentation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operation</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TransformToNative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input</a:t>
            </a:r>
            <a:r>
              <a:rPr lang="en-US" altLang="zh-CN" sz="1400" dirty="0">
                <a:solidFill>
                  <a:srgbClr val="FF0000"/>
                </a:solidFill>
                <a:highlight>
                  <a:srgbClr val="FFFFFF"/>
                </a:highlight>
                <a:latin typeface="Arial"/>
              </a:rPr>
              <a:t> message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tns:transformToNativeRequestMessage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output</a:t>
            </a:r>
            <a:r>
              <a:rPr lang="en-US" altLang="zh-CN" sz="1400" dirty="0">
                <a:solidFill>
                  <a:srgbClr val="FF0000"/>
                </a:solidFill>
                <a:highlight>
                  <a:srgbClr val="FFFFFF"/>
                </a:highlight>
                <a:latin typeface="Arial"/>
              </a:rPr>
              <a:t> message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tns:transformToNativeResponseMessage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operation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documentation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Retrieves a native accounting document and converts it into an XML document.</a:t>
            </a:r>
          </a:p>
          <a:p>
            <a:pPr>
              <a:defRPr/>
            </a:pPr>
            <a:r>
              <a:rPr lang="en-US" altLang="zh-CN" sz="1400" dirty="0">
                <a:solidFill>
                  <a:srgbClr val="0000FF"/>
                </a:solidFill>
                <a:highlight>
                  <a:srgbClr val="FFFFFF"/>
                </a:highlight>
                <a:latin typeface="Arial"/>
              </a:rPr>
              <a:t>    &lt;/</a:t>
            </a:r>
            <a:r>
              <a:rPr lang="en-US" altLang="zh-CN" sz="1400" dirty="0">
                <a:solidFill>
                  <a:srgbClr val="800000"/>
                </a:solidFill>
                <a:highlight>
                  <a:srgbClr val="FFFFFF"/>
                </a:highlight>
                <a:latin typeface="Arial"/>
              </a:rPr>
              <a:t>documentation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operation</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TransformToXML</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input</a:t>
            </a:r>
            <a:r>
              <a:rPr lang="en-US" altLang="zh-CN" sz="1400" dirty="0">
                <a:solidFill>
                  <a:srgbClr val="FF0000"/>
                </a:solidFill>
                <a:highlight>
                  <a:srgbClr val="FFFFFF"/>
                </a:highlight>
                <a:latin typeface="Arial"/>
              </a:rPr>
              <a:t> message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tns:transformToXMLRequestMessage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output</a:t>
            </a:r>
            <a:r>
              <a:rPr lang="en-US" altLang="zh-CN" sz="1400" dirty="0">
                <a:solidFill>
                  <a:srgbClr val="FF0000"/>
                </a:solidFill>
                <a:highlight>
                  <a:srgbClr val="FFFFFF"/>
                </a:highlight>
                <a:latin typeface="Arial"/>
              </a:rPr>
              <a:t> message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tns:transformToXMLResponseMessage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operation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portType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mn-lt"/>
              <a:ea typeface="宋体"/>
            </a:endParaRPr>
          </a:p>
        </p:txBody>
      </p:sp>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p:cNvSpPr>
          <p:nvPr>
            <p:ph type="title"/>
          </p:nvPr>
        </p:nvSpPr>
        <p:spPr/>
        <p:txBody>
          <a:bodyPr/>
          <a:lstStyle/>
          <a:p>
            <a:r>
              <a:rPr lang="zh-CN" altLang="en-US"/>
              <a:t>应用服务设计 </a:t>
            </a:r>
            <a:r>
              <a:rPr lang="en-US" altLang="zh-CN"/>
              <a:t>IX</a:t>
            </a:r>
            <a:endParaRPr lang="zh-CN" altLang="en-US"/>
          </a:p>
        </p:txBody>
      </p:sp>
      <p:sp>
        <p:nvSpPr>
          <p:cNvPr id="41987" name="内容占位符 2"/>
          <p:cNvSpPr>
            <a:spLocks noGrp="1"/>
          </p:cNvSpPr>
          <p:nvPr>
            <p:ph sz="half" idx="1"/>
          </p:nvPr>
        </p:nvSpPr>
        <p:spPr/>
        <p:txBody>
          <a:bodyPr anchor="ctr"/>
          <a:lstStyle/>
          <a:p>
            <a:r>
              <a:rPr lang="en-US" altLang="zh-CN" dirty="0"/>
              <a:t>5. </a:t>
            </a:r>
            <a:r>
              <a:rPr lang="zh-CN" altLang="en-US" dirty="0"/>
              <a:t>标准化并提炼服务接口</a:t>
            </a:r>
            <a:endParaRPr lang="en-US" altLang="zh-CN" dirty="0"/>
          </a:p>
          <a:p>
            <a:pPr lvl="1"/>
            <a:r>
              <a:rPr lang="zh-CN" altLang="en-US" dirty="0"/>
              <a:t>审查并应用现存设计标准和原则</a:t>
            </a:r>
            <a:endParaRPr lang="en-US" altLang="zh-CN" dirty="0"/>
          </a:p>
          <a:p>
            <a:pPr lvl="1"/>
            <a:r>
              <a:rPr lang="zh-CN" altLang="en-US" dirty="0"/>
              <a:t>审查设计目标，修订服务设计</a:t>
            </a:r>
            <a:endParaRPr lang="en-US" altLang="zh-CN" dirty="0"/>
          </a:p>
          <a:p>
            <a:pPr lvl="1"/>
            <a:r>
              <a:rPr lang="zh-CN" altLang="en-US" dirty="0"/>
              <a:t>验证</a:t>
            </a:r>
            <a:r>
              <a:rPr lang="en-US" altLang="zh-CN" dirty="0"/>
              <a:t>WS-I </a:t>
            </a:r>
            <a:r>
              <a:rPr lang="zh-CN" altLang="en-US" dirty="0"/>
              <a:t>基本概要的一致性要求</a:t>
            </a:r>
            <a:r>
              <a:rPr lang="en-US" altLang="zh-CN" dirty="0"/>
              <a:t>(</a:t>
            </a:r>
            <a:r>
              <a:rPr lang="zh-CN" altLang="en-US" dirty="0"/>
              <a:t>完成到目前为止产物的校验</a:t>
            </a:r>
            <a:r>
              <a:rPr lang="en-US" altLang="zh-CN" dirty="0"/>
              <a:t>)</a:t>
            </a:r>
            <a:endParaRPr lang="zh-CN" altLang="en-US" dirty="0"/>
          </a:p>
        </p:txBody>
      </p:sp>
      <p:sp>
        <p:nvSpPr>
          <p:cNvPr id="41988"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209AF507-3EDB-4BAE-A13C-BF8668748E17}" type="slidenum">
              <a:rPr lang="en-US" altLang="zh-CN" smtClean="0"/>
              <a:pPr eaLnBrk="1" hangingPunct="1"/>
              <a:t>40</a:t>
            </a:fld>
            <a:endParaRPr lang="en-US" altLang="zh-CN"/>
          </a:p>
        </p:txBody>
      </p:sp>
      <p:pic>
        <p:nvPicPr>
          <p:cNvPr id="4" name="图片 3"/>
          <p:cNvPicPr>
            <a:picLocks noChangeAspect="1"/>
          </p:cNvPicPr>
          <p:nvPr/>
        </p:nvPicPr>
        <p:blipFill>
          <a:blip r:embed="rId3"/>
          <a:stretch>
            <a:fillRect/>
          </a:stretch>
        </p:blipFill>
        <p:spPr>
          <a:xfrm>
            <a:off x="5004048" y="2329184"/>
            <a:ext cx="3302901" cy="3072755"/>
          </a:xfrm>
          <a:prstGeom prst="rect">
            <a:avLst/>
          </a:prstGeom>
        </p:spPr>
      </p:pic>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p:nvPr>
        </p:nvSpPr>
        <p:spPr/>
        <p:txBody>
          <a:bodyPr/>
          <a:lstStyle/>
          <a:p>
            <a:r>
              <a:rPr lang="zh-CN" altLang="en-US"/>
              <a:t>应用服务设计 </a:t>
            </a:r>
            <a:r>
              <a:rPr lang="en-US" altLang="zh-CN"/>
              <a:t>X</a:t>
            </a:r>
            <a:endParaRPr lang="zh-CN" altLang="en-US"/>
          </a:p>
        </p:txBody>
      </p:sp>
      <p:sp>
        <p:nvSpPr>
          <p:cNvPr id="43011" name="内容占位符 5"/>
          <p:cNvSpPr>
            <a:spLocks noGrp="1"/>
          </p:cNvSpPr>
          <p:nvPr>
            <p:ph idx="1"/>
          </p:nvPr>
        </p:nvSpPr>
        <p:spPr/>
        <p:txBody>
          <a:bodyPr/>
          <a:lstStyle/>
          <a:p>
            <a:pPr>
              <a:lnSpc>
                <a:spcPct val="150000"/>
              </a:lnSpc>
            </a:pPr>
            <a:r>
              <a:rPr lang="en-US" altLang="zh-CN" dirty="0"/>
              <a:t>6. </a:t>
            </a:r>
            <a:r>
              <a:rPr lang="zh-CN" altLang="en-US" dirty="0"/>
              <a:t>为服务候选引入推理性（</a:t>
            </a:r>
            <a:r>
              <a:rPr lang="en-US" altLang="zh-CN" dirty="0"/>
              <a:t>speculative</a:t>
            </a:r>
            <a:r>
              <a:rPr lang="zh-CN" altLang="en-US" dirty="0"/>
              <a:t>）</a:t>
            </a:r>
            <a:r>
              <a:rPr lang="en-US" altLang="zh-CN" dirty="0"/>
              <a:t> </a:t>
            </a:r>
            <a:r>
              <a:rPr lang="zh-CN" altLang="en-US" dirty="0"/>
              <a:t>特性</a:t>
            </a:r>
            <a:endParaRPr lang="en-US" altLang="zh-CN" dirty="0"/>
          </a:p>
          <a:p>
            <a:pPr lvl="1">
              <a:lnSpc>
                <a:spcPct val="150000"/>
              </a:lnSpc>
            </a:pPr>
            <a:r>
              <a:rPr lang="zh-CN" altLang="en-US" dirty="0"/>
              <a:t>可能修改现有操作或引入全新操作，需回溯到第</a:t>
            </a:r>
            <a:r>
              <a:rPr lang="en-US" altLang="zh-CN" dirty="0"/>
              <a:t>1</a:t>
            </a:r>
            <a:r>
              <a:rPr lang="zh-CN" altLang="en-US" dirty="0"/>
              <a:t>步，以审查现有服务</a:t>
            </a:r>
            <a:endParaRPr lang="en-US" altLang="zh-CN" dirty="0"/>
          </a:p>
          <a:p>
            <a:pPr lvl="1">
              <a:lnSpc>
                <a:spcPct val="150000"/>
              </a:lnSpc>
            </a:pPr>
            <a:r>
              <a:rPr lang="zh-CN" altLang="en-US" dirty="0"/>
              <a:t>如需要调整或新加入特性时，需回溯到第</a:t>
            </a:r>
            <a:r>
              <a:rPr lang="en-US" altLang="zh-CN" dirty="0"/>
              <a:t>2~5</a:t>
            </a:r>
            <a:r>
              <a:rPr lang="zh-CN" altLang="en-US" dirty="0"/>
              <a:t>步以确保良好和一致的设计</a:t>
            </a:r>
            <a:endParaRPr lang="en-US" altLang="zh-CN" dirty="0"/>
          </a:p>
        </p:txBody>
      </p:sp>
      <p:sp>
        <p:nvSpPr>
          <p:cNvPr id="43012" name="灯片编号占位符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DA5E8334-8010-4B85-86B8-ED4CD397EA01}" type="slidenum">
              <a:rPr lang="en-US" altLang="zh-CN" smtClean="0"/>
              <a:pPr eaLnBrk="1" hangingPunct="1"/>
              <a:t>41</a:t>
            </a:fld>
            <a:endParaRPr lang="en-US" altLang="zh-CN"/>
          </a:p>
        </p:txBody>
      </p:sp>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p:nvPr>
        </p:nvSpPr>
        <p:spPr/>
        <p:txBody>
          <a:bodyPr/>
          <a:lstStyle/>
          <a:p>
            <a:r>
              <a:rPr lang="zh-CN" altLang="en-US"/>
              <a:t>应用服务设计 </a:t>
            </a:r>
            <a:r>
              <a:rPr lang="en-US" altLang="zh-CN"/>
              <a:t>XI</a:t>
            </a:r>
            <a:endParaRPr lang="zh-CN" altLang="en-US"/>
          </a:p>
        </p:txBody>
      </p:sp>
      <p:sp>
        <p:nvSpPr>
          <p:cNvPr id="3" name="内容占位符 2"/>
          <p:cNvSpPr>
            <a:spLocks noGrp="1"/>
          </p:cNvSpPr>
          <p:nvPr>
            <p:ph idx="1"/>
          </p:nvPr>
        </p:nvSpPr>
        <p:spPr/>
        <p:txBody>
          <a:bodyPr>
            <a:normAutofit fontScale="92500" lnSpcReduction="10000"/>
          </a:bodyPr>
          <a:lstStyle/>
          <a:p>
            <a:pPr>
              <a:lnSpc>
                <a:spcPct val="110000"/>
              </a:lnSpc>
              <a:defRPr/>
            </a:pPr>
            <a:r>
              <a:rPr lang="en-US" altLang="zh-CN" dirty="0"/>
              <a:t>7. </a:t>
            </a:r>
            <a:r>
              <a:rPr lang="zh-CN" altLang="en-US" dirty="0"/>
              <a:t>识别技术约束</a:t>
            </a:r>
            <a:endParaRPr lang="en-US" altLang="zh-CN" dirty="0"/>
          </a:p>
          <a:p>
            <a:pPr lvl="1">
              <a:lnSpc>
                <a:spcPct val="110000"/>
              </a:lnSpc>
              <a:defRPr/>
            </a:pPr>
            <a:r>
              <a:rPr lang="zh-CN" altLang="en-US" dirty="0">
                <a:cs typeface="+mn-cs"/>
              </a:rPr>
              <a:t>特定功能的物理接入点（需要引用什么组件、需要调用什么</a:t>
            </a:r>
            <a:r>
              <a:rPr lang="en-US" altLang="zh-CN" dirty="0">
                <a:cs typeface="+mn-cs"/>
              </a:rPr>
              <a:t>API </a:t>
            </a:r>
            <a:r>
              <a:rPr lang="zh-CN" altLang="en-US" dirty="0">
                <a:cs typeface="+mn-cs"/>
              </a:rPr>
              <a:t>函数、或需要激活什么适配器）</a:t>
            </a:r>
            <a:endParaRPr lang="en-US" altLang="zh-CN" dirty="0">
              <a:cs typeface="+mn-cs"/>
            </a:endParaRPr>
          </a:p>
          <a:p>
            <a:pPr lvl="1">
              <a:lnSpc>
                <a:spcPct val="110000"/>
              </a:lnSpc>
              <a:defRPr/>
            </a:pPr>
            <a:r>
              <a:rPr lang="zh-CN" altLang="en-US" dirty="0">
                <a:cs typeface="+mn-cs"/>
              </a:rPr>
              <a:t>与处理过程中任意部分相关的安全性约束</a:t>
            </a:r>
          </a:p>
          <a:p>
            <a:pPr lvl="1">
              <a:lnSpc>
                <a:spcPct val="110000"/>
              </a:lnSpc>
              <a:defRPr/>
            </a:pPr>
            <a:r>
              <a:rPr lang="zh-CN" altLang="en-US" dirty="0">
                <a:cs typeface="+mn-cs"/>
              </a:rPr>
              <a:t>每个处理功能的响应时间</a:t>
            </a:r>
          </a:p>
          <a:p>
            <a:pPr lvl="1">
              <a:lnSpc>
                <a:spcPct val="110000"/>
              </a:lnSpc>
              <a:defRPr/>
            </a:pPr>
            <a:r>
              <a:rPr lang="zh-CN" altLang="en-US" dirty="0">
                <a:cs typeface="+mn-cs"/>
              </a:rPr>
              <a:t>执行处理功能的底层系统的可用性</a:t>
            </a:r>
          </a:p>
          <a:p>
            <a:pPr lvl="1">
              <a:lnSpc>
                <a:spcPct val="110000"/>
              </a:lnSpc>
              <a:defRPr/>
            </a:pPr>
            <a:r>
              <a:rPr lang="zh-CN" altLang="en-US" dirty="0">
                <a:cs typeface="+mn-cs"/>
              </a:rPr>
              <a:t>与服务部署位置相关的环境因素</a:t>
            </a:r>
            <a:endParaRPr lang="en-US" altLang="zh-CN" dirty="0">
              <a:cs typeface="+mn-cs"/>
            </a:endParaRPr>
          </a:p>
          <a:p>
            <a:pPr lvl="1">
              <a:lnSpc>
                <a:spcPct val="110000"/>
              </a:lnSpc>
              <a:defRPr/>
            </a:pPr>
            <a:r>
              <a:rPr lang="zh-CN" altLang="en-US" dirty="0">
                <a:cs typeface="+mn-cs"/>
              </a:rPr>
              <a:t>底层应用逻辑的技术限制（尤其是当面临遗留系统时）</a:t>
            </a:r>
          </a:p>
          <a:p>
            <a:pPr lvl="1">
              <a:lnSpc>
                <a:spcPct val="110000"/>
              </a:lnSpc>
              <a:defRPr/>
            </a:pPr>
            <a:r>
              <a:rPr lang="zh-CN" altLang="en-US" dirty="0">
                <a:cs typeface="+mn-cs"/>
              </a:rPr>
              <a:t>服务所带来的管理需求</a:t>
            </a:r>
            <a:endParaRPr lang="en-US" altLang="zh-CN" dirty="0">
              <a:cs typeface="+mn-cs"/>
            </a:endParaRPr>
          </a:p>
          <a:p>
            <a:pPr lvl="1">
              <a:lnSpc>
                <a:spcPct val="110000"/>
              </a:lnSpc>
              <a:defRPr/>
            </a:pPr>
            <a:r>
              <a:rPr lang="zh-CN" altLang="en-US" dirty="0">
                <a:cs typeface="+mn-cs"/>
              </a:rPr>
              <a:t>潜在的</a:t>
            </a:r>
            <a:r>
              <a:rPr lang="en-US" altLang="zh-CN" dirty="0">
                <a:cs typeface="+mn-cs"/>
              </a:rPr>
              <a:t>SLA </a:t>
            </a:r>
            <a:r>
              <a:rPr lang="zh-CN" altLang="en-US" dirty="0">
                <a:cs typeface="+mn-cs"/>
              </a:rPr>
              <a:t>需求</a:t>
            </a:r>
            <a:endParaRPr lang="zh-CN" altLang="en-US" dirty="0"/>
          </a:p>
        </p:txBody>
      </p:sp>
      <p:sp>
        <p:nvSpPr>
          <p:cNvPr id="44036"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BBCA5B66-1F09-458F-90FE-41E1932E18F0}" type="slidenum">
              <a:rPr lang="en-US" altLang="zh-CN" smtClean="0"/>
              <a:pPr eaLnBrk="1" hangingPunct="1"/>
              <a:t>42</a:t>
            </a:fld>
            <a:endParaRPr lang="en-US" altLang="zh-CN"/>
          </a:p>
        </p:txBody>
      </p:sp>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p:txBody>
          <a:bodyPr/>
          <a:lstStyle/>
          <a:p>
            <a:r>
              <a:rPr lang="zh-CN" altLang="en-US"/>
              <a:t>应用服务设计 </a:t>
            </a:r>
            <a:r>
              <a:rPr lang="en-US" altLang="zh-CN"/>
              <a:t>XII</a:t>
            </a:r>
            <a:endParaRPr lang="zh-CN" altLang="en-US"/>
          </a:p>
        </p:txBody>
      </p:sp>
      <p:sp>
        <p:nvSpPr>
          <p:cNvPr id="45059" name="内容占位符 2"/>
          <p:cNvSpPr>
            <a:spLocks noGrp="1"/>
          </p:cNvSpPr>
          <p:nvPr>
            <p:ph idx="1"/>
          </p:nvPr>
        </p:nvSpPr>
        <p:spPr>
          <a:xfrm>
            <a:off x="457200" y="1052737"/>
            <a:ext cx="8229600" cy="466084"/>
          </a:xfrm>
        </p:spPr>
        <p:txBody>
          <a:bodyPr/>
          <a:lstStyle/>
          <a:p>
            <a:r>
              <a:rPr lang="zh-CN" altLang="en-US" sz="2800" dirty="0"/>
              <a:t>最终的抽象服务定义</a:t>
            </a:r>
          </a:p>
        </p:txBody>
      </p:sp>
      <p:sp>
        <p:nvSpPr>
          <p:cNvPr id="45060"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C465483E-0688-492A-9CBA-7DBE878CDFA5}" type="slidenum">
              <a:rPr lang="en-US" altLang="zh-CN" smtClean="0"/>
              <a:pPr eaLnBrk="1" hangingPunct="1"/>
              <a:t>43</a:t>
            </a:fld>
            <a:endParaRPr lang="en-US" altLang="zh-CN"/>
          </a:p>
        </p:txBody>
      </p:sp>
      <p:sp>
        <p:nvSpPr>
          <p:cNvPr id="5" name="Text Box 9"/>
          <p:cNvSpPr txBox="1">
            <a:spLocks noChangeArrowheads="1"/>
          </p:cNvSpPr>
          <p:nvPr/>
        </p:nvSpPr>
        <p:spPr bwMode="auto">
          <a:xfrm>
            <a:off x="233264" y="1525009"/>
            <a:ext cx="8677472" cy="5262979"/>
          </a:xfrm>
          <a:prstGeom prst="rect">
            <a:avLst/>
          </a:prstGeom>
          <a:noFill/>
          <a:ln w="19050">
            <a:solidFill>
              <a:schemeClr val="tx1"/>
            </a:solidFill>
            <a:miter lim="800000"/>
            <a:headEnd/>
            <a:tailEnd/>
          </a:ln>
        </p:spPr>
        <p:txBody>
          <a:bodyPr wrap="square">
            <a:spAutoFit/>
          </a:bodyPr>
          <a:lstStyle/>
          <a:p>
            <a:pPr>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definitions</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Transform</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targetNamespace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http://www.xmltc.com/railco/transform/wsdl/</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http://schemas.xmlsoap.org/wsdl/</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xmlns:soap</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http://schemas.xmlsoap.org/wsdl/soap/</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xmlns:tns</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http://www.xmltc.com/railco/transform/wsdl/</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xmlns:trn</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http://www.xmltc.com/railco/transform/schema/</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xmlns:xsd</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http://www.w3.org/2001/XMLSchema</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types</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xsd:schema</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targetNamespace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http://www.xmltc.com/railco/transform/schema/</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xsd:element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ForImportType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xsd:complexType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xsd:sequence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xsd:element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SourcePath</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type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xsd:string</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xsd:element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DestinationPath</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type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xsd:string</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xsd:sequence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xsd:complexType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xsd:element</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xsd:element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ForImportReturnCodeType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xsd:complexType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xsd:sequence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xsd:element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Code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type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xsd:integer</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xsd:element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Message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type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xsd:string</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xsd:sequence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xsd:complexType</a:t>
            </a:r>
            <a:r>
              <a:rPr lang="en-US" altLang="zh-CN" sz="1400" dirty="0">
                <a:solidFill>
                  <a:srgbClr val="0000FF"/>
                </a:solidFill>
                <a:highlight>
                  <a:srgbClr val="FFFFFF"/>
                </a:highlight>
                <a:latin typeface="Arial"/>
              </a:rPr>
              <a:t>&gt;</a:t>
            </a:r>
          </a:p>
          <a:p>
            <a:pPr>
              <a:defRPr/>
            </a:pPr>
            <a:r>
              <a:rPr lang="en-US" altLang="zh-CN" sz="1400" dirty="0">
                <a:solidFill>
                  <a:srgbClr val="0000FF"/>
                </a:solidFill>
                <a:highlight>
                  <a:srgbClr val="FFFFFF"/>
                </a:highlight>
                <a:latin typeface="Arial"/>
              </a:rPr>
              <a:t>…</a:t>
            </a:r>
            <a:endParaRPr lang="en-US" altLang="zh-CN" sz="1400" dirty="0">
              <a:solidFill>
                <a:srgbClr val="000000"/>
              </a:solidFill>
              <a:highlight>
                <a:srgbClr val="FFFFFF"/>
              </a:highlight>
              <a:latin typeface="Arial"/>
            </a:endParaRPr>
          </a:p>
        </p:txBody>
      </p:sp>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p:nvPr>
        </p:nvSpPr>
        <p:spPr/>
        <p:txBody>
          <a:bodyPr/>
          <a:lstStyle/>
          <a:p>
            <a:r>
              <a:rPr lang="zh-CN" altLang="en-US"/>
              <a:t>应用服务设计 </a:t>
            </a:r>
            <a:r>
              <a:rPr lang="en-US" altLang="zh-CN"/>
              <a:t>XIII</a:t>
            </a:r>
            <a:endParaRPr lang="zh-CN" altLang="en-US"/>
          </a:p>
        </p:txBody>
      </p:sp>
      <p:sp>
        <p:nvSpPr>
          <p:cNvPr id="46084"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94FFEF13-80AA-471C-8309-4802007C7D24}" type="slidenum">
              <a:rPr lang="en-US" altLang="zh-CN" smtClean="0"/>
              <a:pPr eaLnBrk="1" hangingPunct="1"/>
              <a:t>44</a:t>
            </a:fld>
            <a:endParaRPr lang="en-US" altLang="zh-CN"/>
          </a:p>
        </p:txBody>
      </p:sp>
      <p:sp>
        <p:nvSpPr>
          <p:cNvPr id="5" name="Text Box 9"/>
          <p:cNvSpPr txBox="1">
            <a:spLocks noChangeArrowheads="1"/>
          </p:cNvSpPr>
          <p:nvPr/>
        </p:nvSpPr>
        <p:spPr bwMode="auto">
          <a:xfrm>
            <a:off x="899592" y="1844477"/>
            <a:ext cx="7344816" cy="4616648"/>
          </a:xfrm>
          <a:prstGeom prst="rect">
            <a:avLst/>
          </a:prstGeom>
          <a:noFill/>
          <a:ln w="19050">
            <a:solidFill>
              <a:schemeClr val="tx1"/>
            </a:solidFill>
            <a:miter lim="800000"/>
            <a:headEnd/>
            <a:tailEnd/>
          </a:ln>
        </p:spPr>
        <p:txBody>
          <a:bodyPr>
            <a:spAutoFit/>
          </a:bodyPr>
          <a:lstStyle/>
          <a:p>
            <a:pPr>
              <a:defRPr/>
            </a:pPr>
            <a:r>
              <a:rPr lang="en-US" altLang="zh-CN" sz="1400" dirty="0">
                <a:solidFill>
                  <a:srgbClr val="000000"/>
                </a:solidFill>
                <a:highlight>
                  <a:srgbClr val="FFFFFF"/>
                </a:highlight>
                <a:latin typeface="Arial"/>
              </a:rPr>
              <a:t>…</a:t>
            </a: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xsd:element</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xsd:element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ForExportType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xsd:complexType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xsd:sequence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xsd:element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SourcePath</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type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xsd:string</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xsd:element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DestinationPath</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type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xsd:string</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xsd:sequence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xsd:complexType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xsd:element</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xsd:element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ForExportReturnCodeType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xsd:complexType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xsd:sequence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xsd:element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Code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type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xsd:integer</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xsd:element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Message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type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xsd:string</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xsd:sequence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xsd:complexType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xsd:element</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xsd:schema</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types</a:t>
            </a:r>
            <a:r>
              <a:rPr lang="en-US" altLang="zh-CN" sz="1400" dirty="0">
                <a:solidFill>
                  <a:srgbClr val="0000FF"/>
                </a:solidFill>
                <a:highlight>
                  <a:srgbClr val="FFFFFF"/>
                </a:highlight>
                <a:latin typeface="Arial"/>
              </a:rPr>
              <a:t>&gt;</a:t>
            </a:r>
          </a:p>
          <a:p>
            <a:pPr>
              <a:defRPr/>
            </a:pPr>
            <a:r>
              <a:rPr lang="en-US" altLang="zh-CN" sz="1400" dirty="0">
                <a:solidFill>
                  <a:srgbClr val="0000FF"/>
                </a:solidFill>
                <a:highlight>
                  <a:srgbClr val="FFFFFF"/>
                </a:highlight>
                <a:latin typeface="Arial"/>
              </a:rPr>
              <a:t>…</a:t>
            </a:r>
            <a:endParaRPr lang="en-US" altLang="zh-CN" sz="1400" dirty="0">
              <a:solidFill>
                <a:srgbClr val="000000"/>
              </a:solidFill>
              <a:highlight>
                <a:srgbClr val="FFFFFF"/>
              </a:highlight>
              <a:latin typeface="Arial"/>
            </a:endParaRPr>
          </a:p>
        </p:txBody>
      </p:sp>
      <p:sp>
        <p:nvSpPr>
          <p:cNvPr id="8" name="内容占位符 2"/>
          <p:cNvSpPr txBox="1">
            <a:spLocks/>
          </p:cNvSpPr>
          <p:nvPr/>
        </p:nvSpPr>
        <p:spPr bwMode="auto">
          <a:xfrm>
            <a:off x="457200" y="1052737"/>
            <a:ext cx="8229600" cy="4660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marL="363538" indent="-363538" algn="l" rtl="0" eaLnBrk="1" fontAlgn="base" hangingPunct="1">
              <a:spcBef>
                <a:spcPct val="20000"/>
              </a:spcBef>
              <a:spcAft>
                <a:spcPct val="0"/>
              </a:spcAft>
              <a:buClr>
                <a:srgbClr val="00607A"/>
              </a:buClr>
              <a:buFont typeface="Wingdings" pitchFamily="2" charset="2"/>
              <a:buChar char="l"/>
              <a:defRPr sz="3200">
                <a:solidFill>
                  <a:srgbClr val="00708E"/>
                </a:solidFill>
                <a:latin typeface="+mn-lt"/>
                <a:ea typeface="+mn-ea"/>
                <a:cs typeface="+mn-cs"/>
              </a:defRPr>
            </a:lvl1pPr>
            <a:lvl2pPr marL="715963" indent="-352425" algn="l" rtl="0" eaLnBrk="1" fontAlgn="base" hangingPunct="1">
              <a:spcBef>
                <a:spcPct val="20000"/>
              </a:spcBef>
              <a:spcAft>
                <a:spcPct val="0"/>
              </a:spcAft>
              <a:buClr>
                <a:srgbClr val="00607A"/>
              </a:buClr>
              <a:buFont typeface="Wingdings" pitchFamily="2" charset="2"/>
              <a:buChar char="n"/>
              <a:defRPr sz="2800">
                <a:solidFill>
                  <a:srgbClr val="00708E"/>
                </a:solidFill>
                <a:latin typeface="+mn-ea"/>
                <a:ea typeface="+mn-ea"/>
              </a:defRPr>
            </a:lvl2pPr>
            <a:lvl3pPr marL="1079500" indent="-363538" algn="l" rtl="0" eaLnBrk="1" fontAlgn="base" hangingPunct="1">
              <a:spcBef>
                <a:spcPct val="20000"/>
              </a:spcBef>
              <a:spcAft>
                <a:spcPct val="0"/>
              </a:spcAft>
              <a:buClr>
                <a:srgbClr val="00607A"/>
              </a:buClr>
              <a:buFont typeface="Wingdings" pitchFamily="2" charset="2"/>
              <a:buChar char="u"/>
              <a:defRPr sz="2400">
                <a:solidFill>
                  <a:srgbClr val="00708E"/>
                </a:solidFill>
                <a:latin typeface="+mn-ea"/>
                <a:ea typeface="+mn-ea"/>
              </a:defRPr>
            </a:lvl3pPr>
            <a:lvl4pPr marL="1431925" indent="-352425" algn="l" rtl="0" eaLnBrk="1" fontAlgn="base" hangingPunct="1">
              <a:spcBef>
                <a:spcPct val="20000"/>
              </a:spcBef>
              <a:spcAft>
                <a:spcPct val="0"/>
              </a:spcAft>
              <a:buChar char="–"/>
              <a:defRPr sz="2000">
                <a:solidFill>
                  <a:srgbClr val="00708E"/>
                </a:solidFill>
                <a:latin typeface="+mn-ea"/>
                <a:ea typeface="+mn-ea"/>
              </a:defRPr>
            </a:lvl4pPr>
            <a:lvl5pPr marL="1795463" indent="-363538" algn="l" rtl="0" eaLnBrk="1" fontAlgn="base" hangingPunct="1">
              <a:spcBef>
                <a:spcPct val="20000"/>
              </a:spcBef>
              <a:spcAft>
                <a:spcPct val="0"/>
              </a:spcAft>
              <a:buFont typeface="Wingdings" pitchFamily="2" charset="2"/>
              <a:buChar char="ü"/>
              <a:defRPr sz="2000">
                <a:solidFill>
                  <a:srgbClr val="00708E"/>
                </a:solidFill>
                <a:latin typeface="+mn-ea"/>
                <a:ea typeface="+mn-ea"/>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r>
              <a:rPr lang="zh-CN" altLang="en-US" sz="2800" kern="0" dirty="0"/>
              <a:t>最终的抽象服务定义（续）</a:t>
            </a:r>
          </a:p>
        </p:txBody>
      </p:sp>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p:txBody>
          <a:bodyPr/>
          <a:lstStyle/>
          <a:p>
            <a:r>
              <a:rPr lang="zh-CN" altLang="en-US"/>
              <a:t>应用服务设计 </a:t>
            </a:r>
            <a:r>
              <a:rPr lang="en-US" altLang="zh-CN"/>
              <a:t>XIV</a:t>
            </a:r>
            <a:endParaRPr lang="zh-CN" altLang="en-US"/>
          </a:p>
        </p:txBody>
      </p:sp>
      <p:sp>
        <p:nvSpPr>
          <p:cNvPr id="47108"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8300D104-CC1B-477B-A268-E49BA608037D}" type="slidenum">
              <a:rPr lang="en-US" altLang="zh-CN" smtClean="0"/>
              <a:pPr eaLnBrk="1" hangingPunct="1"/>
              <a:t>45</a:t>
            </a:fld>
            <a:endParaRPr lang="en-US" altLang="zh-CN"/>
          </a:p>
        </p:txBody>
      </p:sp>
      <p:sp>
        <p:nvSpPr>
          <p:cNvPr id="5" name="Text Box 9"/>
          <p:cNvSpPr txBox="1">
            <a:spLocks noChangeArrowheads="1"/>
          </p:cNvSpPr>
          <p:nvPr/>
        </p:nvSpPr>
        <p:spPr bwMode="auto">
          <a:xfrm>
            <a:off x="818220" y="1412776"/>
            <a:ext cx="7507560" cy="5447645"/>
          </a:xfrm>
          <a:prstGeom prst="rect">
            <a:avLst/>
          </a:prstGeom>
          <a:noFill/>
          <a:ln w="19050">
            <a:solidFill>
              <a:schemeClr val="tx1"/>
            </a:solidFill>
            <a:miter lim="800000"/>
            <a:headEnd/>
            <a:tailEnd/>
          </a:ln>
        </p:spPr>
        <p:txBody>
          <a:bodyPr wrap="square">
            <a:spAutoFit/>
          </a:bodyPr>
          <a:lstStyle/>
          <a:p>
            <a:pPr>
              <a:defRPr/>
            </a:pPr>
            <a:r>
              <a:rPr lang="en-US" altLang="zh-CN" sz="1200" dirty="0">
                <a:solidFill>
                  <a:srgbClr val="0000FF"/>
                </a:solidFill>
                <a:highlight>
                  <a:srgbClr val="FFFFFF"/>
                </a:highlight>
                <a:latin typeface="Arial"/>
              </a:rPr>
              <a:t>…</a:t>
            </a:r>
          </a:p>
          <a:p>
            <a:pPr>
              <a:defRPr/>
            </a:pP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message</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ForAccountingImportRequestMessage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part</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RequestParameter</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element</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trn:ForImportType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a:defRPr/>
            </a:pP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message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a:defRPr/>
            </a:pP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message</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ForAccountingImportResponseMessage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part</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ResponseParameter</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element</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trn:ForImportReturnCodeType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a:defRPr/>
            </a:pP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message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a:defRPr/>
            </a:pP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message</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ForAccountingExportRequestMessage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part</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RequestParameter</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element</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trn:ForExportType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a:defRPr/>
            </a:pP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message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a:defRPr/>
            </a:pP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message</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ForAccountingExportResponseMessage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part</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ResponseParameter</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element</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trn:ForExportReturnCodeType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a:defRPr/>
            </a:pP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message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a:defRPr/>
            </a:pP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portType</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TransformInterface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documentation</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a:defRPr/>
            </a:pPr>
            <a:r>
              <a:rPr lang="en-US" altLang="zh-CN" sz="1200" dirty="0" err="1">
                <a:solidFill>
                  <a:srgbClr val="000000"/>
                </a:solidFill>
                <a:highlight>
                  <a:srgbClr val="FFFFFF"/>
                </a:highlight>
                <a:latin typeface="Arial"/>
              </a:rPr>
              <a:t>ForAccountingImport</a:t>
            </a:r>
            <a:r>
              <a:rPr lang="en-US" altLang="zh-CN" sz="1200" dirty="0">
                <a:solidFill>
                  <a:srgbClr val="000000"/>
                </a:solidFill>
                <a:highlight>
                  <a:srgbClr val="FFFFFF"/>
                </a:highlight>
                <a:latin typeface="Arial"/>
              </a:rPr>
              <a:t> retrieves an XML document and converts it into the native accounting document format.</a:t>
            </a:r>
          </a:p>
          <a:p>
            <a:pPr>
              <a:defRPr/>
            </a:pPr>
            <a:r>
              <a:rPr lang="en-US" altLang="zh-CN" sz="1200" dirty="0" err="1">
                <a:solidFill>
                  <a:srgbClr val="000000"/>
                </a:solidFill>
                <a:highlight>
                  <a:srgbClr val="FFFFFF"/>
                </a:highlight>
                <a:latin typeface="Arial"/>
              </a:rPr>
              <a:t>ForAccountingExport</a:t>
            </a:r>
            <a:r>
              <a:rPr lang="en-US" altLang="zh-CN" sz="1200" dirty="0">
                <a:solidFill>
                  <a:srgbClr val="000000"/>
                </a:solidFill>
                <a:highlight>
                  <a:srgbClr val="FFFFFF"/>
                </a:highlight>
                <a:latin typeface="Arial"/>
              </a:rPr>
              <a:t> retrieves a native accounting document and converts it into an XML document.</a:t>
            </a:r>
          </a:p>
          <a:p>
            <a:pPr>
              <a:defRPr/>
            </a:pPr>
            <a:r>
              <a:rPr lang="en-US" altLang="zh-CN" sz="1200" dirty="0">
                <a:solidFill>
                  <a:srgbClr val="0000FF"/>
                </a:solidFill>
                <a:highlight>
                  <a:srgbClr val="FFFFFF"/>
                </a:highlight>
                <a:latin typeface="Arial"/>
              </a:rPr>
              <a:t>    &lt;/</a:t>
            </a:r>
            <a:r>
              <a:rPr lang="en-US" altLang="zh-CN" sz="1200" dirty="0">
                <a:solidFill>
                  <a:srgbClr val="800000"/>
                </a:solidFill>
                <a:highlight>
                  <a:srgbClr val="FFFFFF"/>
                </a:highlight>
                <a:latin typeface="Arial"/>
              </a:rPr>
              <a:t>documentation</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operation</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ForAccountingImport</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input</a:t>
            </a:r>
            <a:r>
              <a:rPr lang="en-US" altLang="zh-CN" sz="1200" dirty="0">
                <a:solidFill>
                  <a:srgbClr val="FF0000"/>
                </a:solidFill>
                <a:highlight>
                  <a:srgbClr val="FFFFFF"/>
                </a:highlight>
                <a:latin typeface="Arial"/>
              </a:rPr>
              <a:t> message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tns:ForAccountingImportRequestMessage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output</a:t>
            </a:r>
            <a:r>
              <a:rPr lang="en-US" altLang="zh-CN" sz="1200" dirty="0">
                <a:solidFill>
                  <a:srgbClr val="FF0000"/>
                </a:solidFill>
                <a:highlight>
                  <a:srgbClr val="FFFFFF"/>
                </a:highlight>
                <a:latin typeface="Arial"/>
              </a:rPr>
              <a:t> message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tns:ForAccountingImportResponseMessage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operation</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operation</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ForAccountingExport</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input</a:t>
            </a:r>
            <a:r>
              <a:rPr lang="en-US" altLang="zh-CN" sz="1200" dirty="0">
                <a:solidFill>
                  <a:srgbClr val="FF0000"/>
                </a:solidFill>
                <a:highlight>
                  <a:srgbClr val="FFFFFF"/>
                </a:highlight>
                <a:latin typeface="Arial"/>
              </a:rPr>
              <a:t> message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tns:ForAccountingExportRequestMessage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output</a:t>
            </a:r>
            <a:r>
              <a:rPr lang="en-US" altLang="zh-CN" sz="1200" dirty="0">
                <a:solidFill>
                  <a:srgbClr val="FF0000"/>
                </a:solidFill>
                <a:highlight>
                  <a:srgbClr val="FFFFFF"/>
                </a:highlight>
                <a:latin typeface="Arial"/>
              </a:rPr>
              <a:t> message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tns:ForAccountingExportResponseMessage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operation</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a:defRPr/>
            </a:pP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portType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a:defRPr/>
            </a:pPr>
            <a:r>
              <a:rPr lang="en-US" altLang="zh-CN" sz="1200" dirty="0">
                <a:solidFill>
                  <a:srgbClr val="000000"/>
                </a:solidFill>
                <a:highlight>
                  <a:srgbClr val="FFFFFF"/>
                </a:highlight>
                <a:latin typeface="Arial"/>
              </a:rPr>
              <a:t>...</a:t>
            </a:r>
          </a:p>
          <a:p>
            <a:pPr>
              <a:defRPr/>
            </a:pP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definitions</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p:txBody>
      </p:sp>
      <p:sp>
        <p:nvSpPr>
          <p:cNvPr id="7" name="内容占位符 2"/>
          <p:cNvSpPr txBox="1">
            <a:spLocks/>
          </p:cNvSpPr>
          <p:nvPr/>
        </p:nvSpPr>
        <p:spPr bwMode="auto">
          <a:xfrm>
            <a:off x="457200" y="1052737"/>
            <a:ext cx="8229600" cy="3600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marL="363538" indent="-363538" algn="l" rtl="0" eaLnBrk="1" fontAlgn="base" hangingPunct="1">
              <a:spcBef>
                <a:spcPct val="20000"/>
              </a:spcBef>
              <a:spcAft>
                <a:spcPct val="0"/>
              </a:spcAft>
              <a:buClr>
                <a:srgbClr val="00607A"/>
              </a:buClr>
              <a:buFont typeface="Wingdings" pitchFamily="2" charset="2"/>
              <a:buChar char="l"/>
              <a:defRPr sz="3200">
                <a:solidFill>
                  <a:srgbClr val="00708E"/>
                </a:solidFill>
                <a:latin typeface="+mn-lt"/>
                <a:ea typeface="+mn-ea"/>
                <a:cs typeface="+mn-cs"/>
              </a:defRPr>
            </a:lvl1pPr>
            <a:lvl2pPr marL="715963" indent="-352425" algn="l" rtl="0" eaLnBrk="1" fontAlgn="base" hangingPunct="1">
              <a:spcBef>
                <a:spcPct val="20000"/>
              </a:spcBef>
              <a:spcAft>
                <a:spcPct val="0"/>
              </a:spcAft>
              <a:buClr>
                <a:srgbClr val="00607A"/>
              </a:buClr>
              <a:buFont typeface="Wingdings" pitchFamily="2" charset="2"/>
              <a:buChar char="n"/>
              <a:defRPr sz="2800">
                <a:solidFill>
                  <a:srgbClr val="00708E"/>
                </a:solidFill>
                <a:latin typeface="+mn-ea"/>
                <a:ea typeface="+mn-ea"/>
              </a:defRPr>
            </a:lvl2pPr>
            <a:lvl3pPr marL="1079500" indent="-363538" algn="l" rtl="0" eaLnBrk="1" fontAlgn="base" hangingPunct="1">
              <a:spcBef>
                <a:spcPct val="20000"/>
              </a:spcBef>
              <a:spcAft>
                <a:spcPct val="0"/>
              </a:spcAft>
              <a:buClr>
                <a:srgbClr val="00607A"/>
              </a:buClr>
              <a:buFont typeface="Wingdings" pitchFamily="2" charset="2"/>
              <a:buChar char="u"/>
              <a:defRPr sz="2400">
                <a:solidFill>
                  <a:srgbClr val="00708E"/>
                </a:solidFill>
                <a:latin typeface="+mn-ea"/>
                <a:ea typeface="+mn-ea"/>
              </a:defRPr>
            </a:lvl3pPr>
            <a:lvl4pPr marL="1431925" indent="-352425" algn="l" rtl="0" eaLnBrk="1" fontAlgn="base" hangingPunct="1">
              <a:spcBef>
                <a:spcPct val="20000"/>
              </a:spcBef>
              <a:spcAft>
                <a:spcPct val="0"/>
              </a:spcAft>
              <a:buChar char="–"/>
              <a:defRPr sz="2000">
                <a:solidFill>
                  <a:srgbClr val="00708E"/>
                </a:solidFill>
                <a:latin typeface="+mn-ea"/>
                <a:ea typeface="+mn-ea"/>
              </a:defRPr>
            </a:lvl4pPr>
            <a:lvl5pPr marL="1795463" indent="-363538" algn="l" rtl="0" eaLnBrk="1" fontAlgn="base" hangingPunct="1">
              <a:spcBef>
                <a:spcPct val="20000"/>
              </a:spcBef>
              <a:spcAft>
                <a:spcPct val="0"/>
              </a:spcAft>
              <a:buFont typeface="Wingdings" pitchFamily="2" charset="2"/>
              <a:buChar char="ü"/>
              <a:defRPr sz="2000">
                <a:solidFill>
                  <a:srgbClr val="00708E"/>
                </a:solidFill>
                <a:latin typeface="+mn-ea"/>
                <a:ea typeface="+mn-ea"/>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r>
              <a:rPr lang="zh-CN" altLang="en-US" sz="2800" kern="0"/>
              <a:t>最终的抽象服务定义 （续）</a:t>
            </a:r>
            <a:endParaRPr lang="zh-CN" altLang="en-US" sz="2800" kern="0" dirty="0"/>
          </a:p>
        </p:txBody>
      </p:sp>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p:cNvSpPr>
            <a:spLocks noGrp="1"/>
          </p:cNvSpPr>
          <p:nvPr>
            <p:ph type="title"/>
          </p:nvPr>
        </p:nvSpPr>
        <p:spPr/>
        <p:txBody>
          <a:bodyPr/>
          <a:lstStyle/>
          <a:p>
            <a:r>
              <a:rPr lang="zh-CN" altLang="en-US"/>
              <a:t>以任务为核心的业务服务设计</a:t>
            </a:r>
            <a:r>
              <a:rPr lang="en-US" altLang="zh-CN"/>
              <a:t> I</a:t>
            </a:r>
            <a:endParaRPr lang="zh-CN" altLang="en-US"/>
          </a:p>
        </p:txBody>
      </p:sp>
      <p:sp>
        <p:nvSpPr>
          <p:cNvPr id="48131" name="内容占位符 2"/>
          <p:cNvSpPr>
            <a:spLocks noGrp="1"/>
          </p:cNvSpPr>
          <p:nvPr>
            <p:ph idx="1"/>
          </p:nvPr>
        </p:nvSpPr>
        <p:spPr>
          <a:xfrm>
            <a:off x="457200" y="1052737"/>
            <a:ext cx="8229600" cy="1080119"/>
          </a:xfrm>
        </p:spPr>
        <p:txBody>
          <a:bodyPr/>
          <a:lstStyle/>
          <a:p>
            <a:r>
              <a:rPr lang="en-US" altLang="zh-CN" dirty="0"/>
              <a:t>0. </a:t>
            </a:r>
            <a:r>
              <a:rPr lang="zh-CN" altLang="en-US" dirty="0"/>
              <a:t>案例，发票处理业务服务候选</a:t>
            </a:r>
            <a:endParaRPr lang="en-US" altLang="zh-CN" dirty="0"/>
          </a:p>
        </p:txBody>
      </p:sp>
      <p:sp>
        <p:nvSpPr>
          <p:cNvPr id="48132"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E39308B4-01E1-4BB0-9522-EB4731667332}" type="slidenum">
              <a:rPr lang="en-US" altLang="zh-CN" smtClean="0"/>
              <a:pPr eaLnBrk="1" hangingPunct="1"/>
              <a:t>46</a:t>
            </a:fld>
            <a:endParaRPr lang="en-US" altLang="zh-CN"/>
          </a:p>
        </p:txBody>
      </p:sp>
      <p:pic>
        <p:nvPicPr>
          <p:cNvPr id="3" name="图片 2"/>
          <p:cNvPicPr>
            <a:picLocks noChangeAspect="1"/>
          </p:cNvPicPr>
          <p:nvPr/>
        </p:nvPicPr>
        <p:blipFill>
          <a:blip r:embed="rId3"/>
          <a:stretch>
            <a:fillRect/>
          </a:stretch>
        </p:blipFill>
        <p:spPr>
          <a:xfrm>
            <a:off x="1760967" y="2780928"/>
            <a:ext cx="6808730" cy="3524428"/>
          </a:xfrm>
          <a:prstGeom prst="rect">
            <a:avLst/>
          </a:prstGeom>
        </p:spPr>
      </p:pic>
      <p:pic>
        <p:nvPicPr>
          <p:cNvPr id="2" name="图片 1"/>
          <p:cNvPicPr>
            <a:picLocks noChangeAspect="1"/>
          </p:cNvPicPr>
          <p:nvPr/>
        </p:nvPicPr>
        <p:blipFill>
          <a:blip r:embed="rId4"/>
          <a:stretch>
            <a:fillRect/>
          </a:stretch>
        </p:blipFill>
        <p:spPr>
          <a:xfrm>
            <a:off x="1115616" y="2132856"/>
            <a:ext cx="1800200" cy="1781330"/>
          </a:xfrm>
          <a:prstGeom prst="rect">
            <a:avLst/>
          </a:prstGeom>
        </p:spPr>
      </p:pic>
    </p:spTree>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p:cNvSpPr>
          <p:nvPr>
            <p:ph type="title"/>
          </p:nvPr>
        </p:nvSpPr>
        <p:spPr/>
        <p:txBody>
          <a:bodyPr/>
          <a:lstStyle/>
          <a:p>
            <a:r>
              <a:rPr lang="zh-CN" altLang="en-US"/>
              <a:t>以任务为核心的业务服务设计</a:t>
            </a:r>
            <a:r>
              <a:rPr lang="en-US" altLang="zh-CN"/>
              <a:t> II</a:t>
            </a:r>
            <a:endParaRPr lang="zh-CN" altLang="en-US"/>
          </a:p>
        </p:txBody>
      </p:sp>
      <p:sp>
        <p:nvSpPr>
          <p:cNvPr id="49155" name="内容占位符 2"/>
          <p:cNvSpPr>
            <a:spLocks noGrp="1"/>
          </p:cNvSpPr>
          <p:nvPr>
            <p:ph idx="1"/>
          </p:nvPr>
        </p:nvSpPr>
        <p:spPr>
          <a:xfrm>
            <a:off x="457200" y="1052737"/>
            <a:ext cx="8229600" cy="1656183"/>
          </a:xfrm>
        </p:spPr>
        <p:txBody>
          <a:bodyPr/>
          <a:lstStyle/>
          <a:p>
            <a:pPr>
              <a:defRPr/>
            </a:pPr>
            <a:r>
              <a:rPr lang="en-US" altLang="zh-CN" dirty="0"/>
              <a:t>1.</a:t>
            </a:r>
            <a:r>
              <a:rPr lang="zh-CN" altLang="en-US" dirty="0"/>
              <a:t>定义工作流逻辑</a:t>
            </a:r>
            <a:endParaRPr lang="en-US" altLang="zh-CN" dirty="0"/>
          </a:p>
          <a:p>
            <a:pPr lvl="1">
              <a:defRPr/>
            </a:pPr>
            <a:r>
              <a:rPr lang="zh-CN" altLang="en-US" dirty="0"/>
              <a:t>为每个可能的交互场景定义逻辑（执行路径）</a:t>
            </a:r>
            <a:endParaRPr lang="en-US" altLang="zh-CN" dirty="0"/>
          </a:p>
          <a:p>
            <a:pPr lvl="1">
              <a:defRPr/>
            </a:pPr>
            <a:r>
              <a:rPr lang="zh-CN" altLang="en-US" dirty="0"/>
              <a:t>便于提供定义类型、操作和消息格式的信息</a:t>
            </a:r>
            <a:endParaRPr lang="en-US" altLang="zh-CN" dirty="0"/>
          </a:p>
        </p:txBody>
      </p:sp>
      <p:sp>
        <p:nvSpPr>
          <p:cNvPr id="49156"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4B6F921B-E90B-4E1B-97E9-5B85CE8404BE}" type="slidenum">
              <a:rPr lang="en-US" altLang="zh-CN" smtClean="0"/>
              <a:pPr eaLnBrk="1" hangingPunct="1"/>
              <a:t>47</a:t>
            </a:fld>
            <a:endParaRPr lang="en-US" altLang="zh-CN"/>
          </a:p>
        </p:txBody>
      </p:sp>
      <p:pic>
        <p:nvPicPr>
          <p:cNvPr id="2" name="图片 1"/>
          <p:cNvPicPr>
            <a:picLocks noChangeAspect="1"/>
          </p:cNvPicPr>
          <p:nvPr/>
        </p:nvPicPr>
        <p:blipFill>
          <a:blip r:embed="rId4"/>
          <a:stretch>
            <a:fillRect/>
          </a:stretch>
        </p:blipFill>
        <p:spPr>
          <a:xfrm>
            <a:off x="1043608" y="2780928"/>
            <a:ext cx="7056784" cy="3657874"/>
          </a:xfrm>
          <a:prstGeom prst="rect">
            <a:avLst/>
          </a:prstGeom>
        </p:spPr>
      </p:pic>
    </p:spTree>
    <p:custDataLst>
      <p:tags r:id="rId1"/>
    </p:custDataLst>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p:cNvSpPr>
          <p:nvPr>
            <p:ph type="title"/>
          </p:nvPr>
        </p:nvSpPr>
        <p:spPr/>
        <p:txBody>
          <a:bodyPr/>
          <a:lstStyle/>
          <a:p>
            <a:r>
              <a:rPr lang="zh-CN" altLang="en-US"/>
              <a:t>以任务为核心的业务服务设计</a:t>
            </a:r>
            <a:r>
              <a:rPr lang="en-US" altLang="zh-CN"/>
              <a:t> II</a:t>
            </a:r>
            <a:endParaRPr lang="zh-CN" altLang="en-US"/>
          </a:p>
        </p:txBody>
      </p:sp>
      <p:sp>
        <p:nvSpPr>
          <p:cNvPr id="49155" name="内容占位符 2"/>
          <p:cNvSpPr>
            <a:spLocks noGrp="1"/>
          </p:cNvSpPr>
          <p:nvPr>
            <p:ph idx="1"/>
          </p:nvPr>
        </p:nvSpPr>
        <p:spPr>
          <a:xfrm>
            <a:off x="457200" y="1052737"/>
            <a:ext cx="8229600" cy="1656183"/>
          </a:xfrm>
        </p:spPr>
        <p:txBody>
          <a:bodyPr/>
          <a:lstStyle/>
          <a:p>
            <a:pPr>
              <a:defRPr/>
            </a:pPr>
            <a:r>
              <a:rPr lang="en-US" altLang="zh-CN" dirty="0"/>
              <a:t>1.</a:t>
            </a:r>
            <a:r>
              <a:rPr lang="zh-CN" altLang="en-US" dirty="0"/>
              <a:t>定义工作流逻辑</a:t>
            </a:r>
            <a:endParaRPr lang="en-US" altLang="zh-CN" dirty="0"/>
          </a:p>
          <a:p>
            <a:pPr lvl="1">
              <a:defRPr/>
            </a:pPr>
            <a:r>
              <a:rPr lang="zh-CN" altLang="en-US" dirty="0"/>
              <a:t>为每个可能的交互场景定义逻辑（执行路径）</a:t>
            </a:r>
            <a:endParaRPr lang="en-US" altLang="zh-CN" dirty="0"/>
          </a:p>
          <a:p>
            <a:pPr lvl="1">
              <a:defRPr/>
            </a:pPr>
            <a:r>
              <a:rPr lang="zh-CN" altLang="en-US" dirty="0"/>
              <a:t>便于提供定义类型、操作和消息格式的信息</a:t>
            </a:r>
            <a:endParaRPr lang="en-US" altLang="zh-CN" dirty="0"/>
          </a:p>
        </p:txBody>
      </p:sp>
      <p:sp>
        <p:nvSpPr>
          <p:cNvPr id="49156"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4B6F921B-E90B-4E1B-97E9-5B85CE8404BE}" type="slidenum">
              <a:rPr lang="en-US" altLang="zh-CN" smtClean="0"/>
              <a:pPr eaLnBrk="1" hangingPunct="1"/>
              <a:t>48</a:t>
            </a:fld>
            <a:endParaRPr lang="en-US" altLang="zh-CN"/>
          </a:p>
        </p:txBody>
      </p:sp>
      <p:pic>
        <p:nvPicPr>
          <p:cNvPr id="3" name="图片 2"/>
          <p:cNvPicPr>
            <a:picLocks noChangeAspect="1"/>
          </p:cNvPicPr>
          <p:nvPr/>
        </p:nvPicPr>
        <p:blipFill>
          <a:blip r:embed="rId4"/>
          <a:stretch>
            <a:fillRect/>
          </a:stretch>
        </p:blipFill>
        <p:spPr>
          <a:xfrm>
            <a:off x="1115616" y="2904722"/>
            <a:ext cx="7085037" cy="3393741"/>
          </a:xfrm>
          <a:prstGeom prst="rect">
            <a:avLst/>
          </a:prstGeom>
        </p:spPr>
      </p:pic>
    </p:spTree>
    <p:custDataLst>
      <p:tags r:id="rId1"/>
    </p:custDataLst>
    <p:extLst>
      <p:ext uri="{BB962C8B-B14F-4D97-AF65-F5344CB8AC3E}">
        <p14:creationId xmlns:p14="http://schemas.microsoft.com/office/powerpoint/2010/main" val="3747230172"/>
      </p:ext>
    </p:extLst>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p:cNvSpPr>
            <a:spLocks noGrp="1"/>
          </p:cNvSpPr>
          <p:nvPr>
            <p:ph type="title"/>
          </p:nvPr>
        </p:nvSpPr>
        <p:spPr/>
        <p:txBody>
          <a:bodyPr/>
          <a:lstStyle/>
          <a:p>
            <a:r>
              <a:rPr lang="zh-CN" altLang="en-US"/>
              <a:t>以任务为核心的业务服务设计</a:t>
            </a:r>
            <a:r>
              <a:rPr lang="en-US" altLang="zh-CN"/>
              <a:t> III</a:t>
            </a:r>
            <a:endParaRPr lang="zh-CN" altLang="en-US"/>
          </a:p>
        </p:txBody>
      </p:sp>
      <p:sp>
        <p:nvSpPr>
          <p:cNvPr id="3" name="内容占位符 2"/>
          <p:cNvSpPr>
            <a:spLocks noGrp="1"/>
          </p:cNvSpPr>
          <p:nvPr>
            <p:ph idx="1"/>
          </p:nvPr>
        </p:nvSpPr>
        <p:spPr/>
        <p:txBody>
          <a:bodyPr>
            <a:normAutofit fontScale="92500"/>
          </a:bodyPr>
          <a:lstStyle/>
          <a:p>
            <a:pPr>
              <a:lnSpc>
                <a:spcPct val="110000"/>
              </a:lnSpc>
              <a:defRPr/>
            </a:pPr>
            <a:r>
              <a:rPr lang="en-US" altLang="zh-CN" dirty="0"/>
              <a:t>2. </a:t>
            </a:r>
            <a:r>
              <a:rPr lang="zh-CN" altLang="en-US" dirty="0"/>
              <a:t>提取服务接口</a:t>
            </a:r>
            <a:endParaRPr lang="en-US" altLang="zh-CN" dirty="0"/>
          </a:p>
          <a:p>
            <a:pPr lvl="1">
              <a:lnSpc>
                <a:spcPct val="110000"/>
              </a:lnSpc>
              <a:defRPr/>
            </a:pPr>
            <a:r>
              <a:rPr lang="zh-CN" altLang="en-US" dirty="0">
                <a:cs typeface="+mn-cs"/>
              </a:rPr>
              <a:t>使用应用服务操作候选，得到一组对应的操作。</a:t>
            </a:r>
          </a:p>
          <a:p>
            <a:pPr lvl="1">
              <a:lnSpc>
                <a:spcPct val="110000"/>
              </a:lnSpc>
              <a:defRPr/>
            </a:pPr>
            <a:r>
              <a:rPr lang="zh-CN" altLang="en-US" dirty="0">
                <a:cs typeface="+mn-cs"/>
              </a:rPr>
              <a:t>与其他服务设计过程不同，所</a:t>
            </a:r>
            <a:r>
              <a:rPr lang="zh-CN" altLang="en-US" dirty="0"/>
              <a:t>提取</a:t>
            </a:r>
            <a:r>
              <a:rPr lang="zh-CN" altLang="en-US" dirty="0">
                <a:cs typeface="+mn-cs"/>
              </a:rPr>
              <a:t>的服务接口来源于活动图和在第</a:t>
            </a:r>
            <a:r>
              <a:rPr lang="en-US" altLang="zh-CN" dirty="0">
                <a:cs typeface="+mn-cs"/>
              </a:rPr>
              <a:t>1</a:t>
            </a:r>
            <a:r>
              <a:rPr lang="zh-CN" altLang="en-US" dirty="0">
                <a:cs typeface="+mn-cs"/>
              </a:rPr>
              <a:t>步中所记录的工作逻辑。这些信息可能导致以任务为核心的服务附加额外的操作</a:t>
            </a:r>
            <a:endParaRPr lang="en-US" altLang="zh-CN" dirty="0">
              <a:cs typeface="+mn-cs"/>
            </a:endParaRPr>
          </a:p>
          <a:p>
            <a:pPr lvl="1">
              <a:lnSpc>
                <a:spcPct val="110000"/>
              </a:lnSpc>
              <a:defRPr/>
            </a:pPr>
            <a:r>
              <a:rPr lang="zh-CN" altLang="en-US" dirty="0">
                <a:cs typeface="+mn-cs"/>
              </a:rPr>
              <a:t>将处理每个操作所需的输入值和输出值</a:t>
            </a:r>
            <a:r>
              <a:rPr lang="zh-CN" altLang="en-US" dirty="0"/>
              <a:t>文档化</a:t>
            </a:r>
            <a:r>
              <a:rPr lang="zh-CN" altLang="en-US" dirty="0">
                <a:cs typeface="+mn-cs"/>
              </a:rPr>
              <a:t>，根据操作所需的</a:t>
            </a:r>
            <a:r>
              <a:rPr lang="en-US" altLang="zh-CN" dirty="0">
                <a:cs typeface="+mn-cs"/>
              </a:rPr>
              <a:t>XSD schema </a:t>
            </a:r>
            <a:r>
              <a:rPr lang="zh-CN" altLang="en-US" dirty="0">
                <a:cs typeface="+mn-cs"/>
              </a:rPr>
              <a:t>类型产生</a:t>
            </a:r>
            <a:r>
              <a:rPr lang="en-US" altLang="zh-CN" dirty="0">
                <a:cs typeface="+mn-cs"/>
              </a:rPr>
              <a:t>WSDL</a:t>
            </a:r>
            <a:r>
              <a:rPr lang="zh-CN" altLang="en-US" dirty="0">
                <a:cs typeface="+mn-cs"/>
              </a:rPr>
              <a:t>中的</a:t>
            </a:r>
            <a:r>
              <a:rPr lang="en-US" altLang="zh-CN" dirty="0">
                <a:cs typeface="+mn-cs"/>
              </a:rPr>
              <a:t>types</a:t>
            </a:r>
          </a:p>
          <a:p>
            <a:pPr lvl="1">
              <a:lnSpc>
                <a:spcPct val="110000"/>
              </a:lnSpc>
              <a:defRPr/>
            </a:pPr>
            <a:r>
              <a:rPr lang="zh-CN" altLang="en-US" dirty="0">
                <a:cs typeface="+mn-cs"/>
              </a:rPr>
              <a:t>通过创建</a:t>
            </a:r>
            <a:r>
              <a:rPr lang="en-US" altLang="zh-CN" dirty="0" err="1">
                <a:cs typeface="+mn-cs"/>
              </a:rPr>
              <a:t>portType</a:t>
            </a:r>
            <a:r>
              <a:rPr lang="en-US" altLang="zh-CN" dirty="0">
                <a:cs typeface="+mn-cs"/>
              </a:rPr>
              <a:t>/interface</a:t>
            </a:r>
            <a:r>
              <a:rPr lang="zh-CN" altLang="en-US" dirty="0">
                <a:cs typeface="+mn-cs"/>
              </a:rPr>
              <a:t>域，构建</a:t>
            </a:r>
            <a:r>
              <a:rPr lang="en-US" altLang="zh-CN" dirty="0">
                <a:cs typeface="+mn-cs"/>
              </a:rPr>
              <a:t>WSDL </a:t>
            </a:r>
            <a:r>
              <a:rPr lang="zh-CN" altLang="en-US" dirty="0">
                <a:cs typeface="+mn-cs"/>
              </a:rPr>
              <a:t>定义，并加入识别出的</a:t>
            </a:r>
            <a:r>
              <a:rPr lang="en-US" altLang="zh-CN" dirty="0">
                <a:cs typeface="+mn-cs"/>
              </a:rPr>
              <a:t>operation</a:t>
            </a:r>
            <a:r>
              <a:rPr lang="zh-CN" altLang="en-US" dirty="0">
                <a:cs typeface="+mn-cs"/>
              </a:rPr>
              <a:t>元素。然后添加通过</a:t>
            </a:r>
            <a:r>
              <a:rPr lang="en-US" altLang="zh-CN" dirty="0">
                <a:cs typeface="+mn-cs"/>
              </a:rPr>
              <a:t>part</a:t>
            </a:r>
            <a:r>
              <a:rPr lang="zh-CN" altLang="en-US" dirty="0">
                <a:cs typeface="+mn-cs"/>
              </a:rPr>
              <a:t>子元素引用恰当</a:t>
            </a:r>
            <a:r>
              <a:rPr lang="en-US" altLang="zh-CN" dirty="0">
                <a:cs typeface="+mn-cs"/>
              </a:rPr>
              <a:t>schema</a:t>
            </a:r>
            <a:r>
              <a:rPr lang="zh-CN" altLang="en-US" dirty="0">
                <a:cs typeface="+mn-cs"/>
              </a:rPr>
              <a:t>类型的</a:t>
            </a:r>
            <a:r>
              <a:rPr lang="en-US" altLang="zh-CN" dirty="0">
                <a:cs typeface="+mn-cs"/>
              </a:rPr>
              <a:t>message</a:t>
            </a:r>
            <a:r>
              <a:rPr lang="zh-CN" altLang="en-US" dirty="0">
                <a:cs typeface="+mn-cs"/>
              </a:rPr>
              <a:t>元素</a:t>
            </a:r>
          </a:p>
        </p:txBody>
      </p:sp>
      <p:sp>
        <p:nvSpPr>
          <p:cNvPr id="50180"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080633A5-99FD-4160-8735-A7D084520FB8}" type="slidenum">
              <a:rPr lang="en-US" altLang="zh-CN" smtClean="0"/>
              <a:pPr eaLnBrk="1" hangingPunct="1"/>
              <a:t>49</a:t>
            </a:fld>
            <a:endParaRPr lang="en-US" altLang="zh-CN"/>
          </a:p>
        </p:txBody>
      </p:sp>
    </p:spTree>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p:cNvSpPr>
            <a:spLocks noGrp="1"/>
          </p:cNvSpPr>
          <p:nvPr>
            <p:ph type="title"/>
          </p:nvPr>
        </p:nvSpPr>
        <p:spPr/>
        <p:txBody>
          <a:bodyPr/>
          <a:lstStyle/>
          <a:p>
            <a:r>
              <a:rPr lang="zh-CN" altLang="en-US"/>
              <a:t>以任务为核心的业务服务设计</a:t>
            </a:r>
            <a:r>
              <a:rPr lang="en-US" altLang="zh-CN"/>
              <a:t> IV</a:t>
            </a:r>
            <a:endParaRPr lang="zh-CN" altLang="en-US"/>
          </a:p>
        </p:txBody>
      </p:sp>
      <p:sp>
        <p:nvSpPr>
          <p:cNvPr id="51203" name="内容占位符 2"/>
          <p:cNvSpPr>
            <a:spLocks noGrp="1"/>
          </p:cNvSpPr>
          <p:nvPr>
            <p:ph idx="1"/>
          </p:nvPr>
        </p:nvSpPr>
        <p:spPr>
          <a:xfrm>
            <a:off x="457200" y="1052737"/>
            <a:ext cx="8229600" cy="1368151"/>
          </a:xfrm>
        </p:spPr>
        <p:txBody>
          <a:bodyPr/>
          <a:lstStyle/>
          <a:p>
            <a:r>
              <a:rPr lang="zh-CN" altLang="en-US" dirty="0"/>
              <a:t>根据活动图派生服务所需执行的动作集合</a:t>
            </a:r>
            <a:endParaRPr lang="en-US" altLang="zh-CN" dirty="0"/>
          </a:p>
        </p:txBody>
      </p:sp>
      <p:sp>
        <p:nvSpPr>
          <p:cNvPr id="51204"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E9F02B41-0E06-491B-B96A-DAA08F36D277}" type="slidenum">
              <a:rPr lang="en-US" altLang="zh-CN" smtClean="0"/>
              <a:pPr eaLnBrk="1" hangingPunct="1"/>
              <a:t>50</a:t>
            </a:fld>
            <a:endParaRPr lang="en-US" altLang="zh-CN"/>
          </a:p>
        </p:txBody>
      </p:sp>
      <p:pic>
        <p:nvPicPr>
          <p:cNvPr id="2" name="图片 1"/>
          <p:cNvPicPr>
            <a:picLocks noChangeAspect="1"/>
          </p:cNvPicPr>
          <p:nvPr/>
        </p:nvPicPr>
        <p:blipFill>
          <a:blip r:embed="rId3"/>
          <a:stretch>
            <a:fillRect/>
          </a:stretch>
        </p:blipFill>
        <p:spPr>
          <a:xfrm>
            <a:off x="2046833" y="2144996"/>
            <a:ext cx="5050333" cy="2137343"/>
          </a:xfrm>
          <a:prstGeom prst="rect">
            <a:avLst/>
          </a:prstGeom>
        </p:spPr>
      </p:pic>
      <p:pic>
        <p:nvPicPr>
          <p:cNvPr id="3" name="图片 2"/>
          <p:cNvPicPr>
            <a:picLocks noChangeAspect="1"/>
          </p:cNvPicPr>
          <p:nvPr/>
        </p:nvPicPr>
        <p:blipFill>
          <a:blip r:embed="rId4"/>
          <a:stretch>
            <a:fillRect/>
          </a:stretch>
        </p:blipFill>
        <p:spPr>
          <a:xfrm>
            <a:off x="3505200" y="4353994"/>
            <a:ext cx="2069976" cy="2035476"/>
          </a:xfrm>
          <a:prstGeom prst="rect">
            <a:avLst/>
          </a:prstGeom>
        </p:spPr>
      </p:pic>
    </p:spTree>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p:cNvSpPr>
            <a:spLocks noGrp="1"/>
          </p:cNvSpPr>
          <p:nvPr>
            <p:ph type="title"/>
          </p:nvPr>
        </p:nvSpPr>
        <p:spPr/>
        <p:txBody>
          <a:bodyPr/>
          <a:lstStyle/>
          <a:p>
            <a:r>
              <a:rPr lang="zh-CN" altLang="en-US"/>
              <a:t>以任务为核心的业务服务设计</a:t>
            </a:r>
            <a:r>
              <a:rPr lang="en-US" altLang="zh-CN"/>
              <a:t> V</a:t>
            </a:r>
            <a:endParaRPr lang="zh-CN" altLang="en-US"/>
          </a:p>
        </p:txBody>
      </p:sp>
      <p:sp>
        <p:nvSpPr>
          <p:cNvPr id="52227"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CE7BF31C-D362-4654-BBA1-5A628549D248}" type="slidenum">
              <a:rPr lang="en-US" altLang="zh-CN" smtClean="0"/>
              <a:pPr eaLnBrk="1" hangingPunct="1"/>
              <a:t>51</a:t>
            </a:fld>
            <a:endParaRPr lang="en-US" altLang="zh-CN"/>
          </a:p>
        </p:txBody>
      </p:sp>
      <p:sp>
        <p:nvSpPr>
          <p:cNvPr id="5" name="Text Box 9"/>
          <p:cNvSpPr txBox="1">
            <a:spLocks noChangeArrowheads="1"/>
          </p:cNvSpPr>
          <p:nvPr/>
        </p:nvSpPr>
        <p:spPr bwMode="auto">
          <a:xfrm>
            <a:off x="861492" y="1484784"/>
            <a:ext cx="7344816" cy="4616648"/>
          </a:xfrm>
          <a:prstGeom prst="rect">
            <a:avLst/>
          </a:prstGeom>
          <a:noFill/>
          <a:ln w="19050">
            <a:solidFill>
              <a:schemeClr val="tx1"/>
            </a:solidFill>
            <a:miter lim="800000"/>
            <a:headEnd/>
            <a:tailEnd/>
          </a:ln>
        </p:spPr>
        <p:txBody>
          <a:bodyPr>
            <a:spAutoFit/>
          </a:bodyPr>
          <a:lstStyle/>
          <a:p>
            <a:pPr>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types</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xsd:schema</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targetNamespace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http://www.xmltc.com/railco/invoiceservice/schema/</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xsd:element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SubmitInvoiceType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xsd:complexType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xsd:sequence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xsd:element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ContextID</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type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xsd:integer</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xsd:element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InvoiceLocation</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type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xsd:string</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xsd:sequence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xsd:complexType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xsd:element</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xsd:schema</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types</a:t>
            </a:r>
            <a:r>
              <a:rPr lang="en-US" altLang="zh-CN" sz="1400" dirty="0">
                <a:solidFill>
                  <a:srgbClr val="0000FF"/>
                </a:solidFill>
                <a:highlight>
                  <a:srgbClr val="FFFFFF"/>
                </a:highlight>
                <a:latin typeface="Arial"/>
              </a:rPr>
              <a:t>&gt;</a:t>
            </a:r>
            <a:r>
              <a:rPr lang="en-US" altLang="zh-CN" sz="1400" dirty="0">
                <a:solidFill>
                  <a:srgbClr val="000000"/>
                </a:solidFill>
                <a:highlight>
                  <a:srgbClr val="FFFFFF"/>
                </a:highlight>
                <a:latin typeface="Arial"/>
              </a:rPr>
              <a:t>	</a:t>
            </a:r>
          </a:p>
          <a:p>
            <a:pPr>
              <a:defRPr/>
            </a:pPr>
            <a:endParaRPr lang="en-US" altLang="zh-CN" sz="1400" dirty="0">
              <a:solidFill>
                <a:srgbClr val="000000"/>
              </a:solidFill>
              <a:highlight>
                <a:srgbClr val="FFFFFF"/>
              </a:highlight>
              <a:latin typeface="Arial"/>
            </a:endParaRPr>
          </a:p>
          <a:p>
            <a:pPr>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message</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receiveSubmitInvoiceMessage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part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RequestParameter</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element</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invs:SubmitInvoiceType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portType</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InvoiceProcessingInterface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operation</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SubmitInvoice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input</a:t>
            </a:r>
            <a:r>
              <a:rPr lang="en-US" altLang="zh-CN" sz="1400" dirty="0">
                <a:solidFill>
                  <a:srgbClr val="FF0000"/>
                </a:solidFill>
                <a:highlight>
                  <a:srgbClr val="FFFFFF"/>
                </a:highlight>
                <a:latin typeface="Arial"/>
              </a:rPr>
              <a:t> message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tns:receiveSubmitInvoiceMessage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operation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portType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p:txBody>
      </p:sp>
    </p:spTree>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1"/>
          <p:cNvSpPr>
            <a:spLocks noGrp="1"/>
          </p:cNvSpPr>
          <p:nvPr>
            <p:ph type="title"/>
          </p:nvPr>
        </p:nvSpPr>
        <p:spPr/>
        <p:txBody>
          <a:bodyPr/>
          <a:lstStyle/>
          <a:p>
            <a:r>
              <a:rPr lang="zh-CN" altLang="en-US"/>
              <a:t>以任务为核心的业务服务设计</a:t>
            </a:r>
            <a:r>
              <a:rPr lang="en-US" altLang="zh-CN"/>
              <a:t> VI</a:t>
            </a:r>
            <a:endParaRPr lang="zh-CN" altLang="en-US"/>
          </a:p>
        </p:txBody>
      </p:sp>
      <p:sp>
        <p:nvSpPr>
          <p:cNvPr id="3" name="内容占位符 2"/>
          <p:cNvSpPr>
            <a:spLocks noGrp="1"/>
          </p:cNvSpPr>
          <p:nvPr>
            <p:ph idx="1"/>
          </p:nvPr>
        </p:nvSpPr>
        <p:spPr>
          <a:xfrm>
            <a:off x="457200" y="1600200"/>
            <a:ext cx="4402138" cy="4860925"/>
          </a:xfrm>
        </p:spPr>
        <p:txBody>
          <a:bodyPr>
            <a:normAutofit fontScale="85000" lnSpcReduction="10000"/>
          </a:bodyPr>
          <a:lstStyle/>
          <a:p>
            <a:pPr>
              <a:defRPr/>
            </a:pPr>
            <a:r>
              <a:rPr lang="en-US" altLang="zh-CN" dirty="0"/>
              <a:t>3.</a:t>
            </a:r>
            <a:r>
              <a:rPr lang="zh-CN" altLang="en-US" dirty="0"/>
              <a:t>应用面向服务原则</a:t>
            </a:r>
            <a:endParaRPr lang="en-US" altLang="zh-CN" dirty="0"/>
          </a:p>
          <a:p>
            <a:pPr lvl="1">
              <a:defRPr/>
            </a:pPr>
            <a:r>
              <a:rPr lang="zh-CN" altLang="en-US" dirty="0"/>
              <a:t>服务可复用性</a:t>
            </a:r>
            <a:endParaRPr lang="en-US" altLang="zh-CN" dirty="0"/>
          </a:p>
          <a:p>
            <a:pPr lvl="2">
              <a:defRPr/>
            </a:pPr>
            <a:r>
              <a:rPr lang="zh-CN" altLang="en-US" dirty="0"/>
              <a:t>相对较弱</a:t>
            </a:r>
            <a:endParaRPr lang="en-US" altLang="zh-CN" dirty="0"/>
          </a:p>
          <a:p>
            <a:pPr lvl="2">
              <a:defRPr/>
            </a:pPr>
            <a:r>
              <a:rPr lang="zh-CN" altLang="en-US" dirty="0"/>
              <a:t>仍可对子流程进行抽象，达成跨流程和流程内的复用</a:t>
            </a:r>
            <a:endParaRPr lang="en-US" altLang="zh-CN" dirty="0"/>
          </a:p>
          <a:p>
            <a:pPr lvl="1">
              <a:defRPr/>
            </a:pPr>
            <a:r>
              <a:rPr lang="zh-CN" altLang="en-US" dirty="0"/>
              <a:t>服务自治</a:t>
            </a:r>
            <a:endParaRPr lang="en-US" altLang="zh-CN" dirty="0"/>
          </a:p>
          <a:p>
            <a:pPr lvl="2">
              <a:defRPr/>
            </a:pPr>
            <a:r>
              <a:rPr lang="zh-CN" altLang="en-US" dirty="0"/>
              <a:t>取决于底层子服务的自治性</a:t>
            </a:r>
            <a:endParaRPr lang="en-US" altLang="zh-CN" dirty="0"/>
          </a:p>
          <a:p>
            <a:pPr lvl="1">
              <a:defRPr/>
            </a:pPr>
            <a:r>
              <a:rPr lang="zh-CN" altLang="en-US" dirty="0"/>
              <a:t>服务无状态</a:t>
            </a:r>
            <a:endParaRPr lang="en-US" altLang="zh-CN" dirty="0"/>
          </a:p>
          <a:p>
            <a:pPr lvl="2">
              <a:defRPr/>
            </a:pPr>
            <a:r>
              <a:rPr lang="zh-CN" altLang="en-US" dirty="0"/>
              <a:t>使用文档风格的</a:t>
            </a:r>
            <a:r>
              <a:rPr lang="en-US" altLang="zh-CN" dirty="0"/>
              <a:t>SOAP</a:t>
            </a:r>
            <a:r>
              <a:rPr lang="zh-CN" altLang="en-US" dirty="0"/>
              <a:t>消息来转移状态信息</a:t>
            </a:r>
            <a:endParaRPr lang="en-US" altLang="zh-CN" dirty="0"/>
          </a:p>
          <a:p>
            <a:pPr lvl="1">
              <a:defRPr/>
            </a:pPr>
            <a:r>
              <a:rPr lang="zh-CN" altLang="en-US" dirty="0"/>
              <a:t>服务可发现性</a:t>
            </a:r>
            <a:endParaRPr lang="en-US" altLang="zh-CN" dirty="0"/>
          </a:p>
          <a:p>
            <a:pPr lvl="2">
              <a:defRPr/>
            </a:pPr>
            <a:r>
              <a:rPr lang="zh-CN" altLang="en-US" dirty="0"/>
              <a:t>要求相对不高</a:t>
            </a:r>
            <a:endParaRPr lang="en-US" altLang="zh-CN" dirty="0"/>
          </a:p>
          <a:p>
            <a:pPr lvl="2">
              <a:defRPr/>
            </a:pPr>
            <a:r>
              <a:rPr lang="zh-CN" altLang="en-US" dirty="0"/>
              <a:t>使用元数据标注服务</a:t>
            </a:r>
          </a:p>
        </p:txBody>
      </p:sp>
      <p:sp>
        <p:nvSpPr>
          <p:cNvPr id="53252"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4CB4DB1-6072-4B58-A2BF-17600AD2B1A5}" type="slidenum">
              <a:rPr lang="en-US" altLang="zh-CN" smtClean="0"/>
              <a:pPr eaLnBrk="1" hangingPunct="1"/>
              <a:t>52</a:t>
            </a:fld>
            <a:endParaRPr lang="en-US" altLang="zh-CN"/>
          </a:p>
        </p:txBody>
      </p:sp>
      <p:sp>
        <p:nvSpPr>
          <p:cNvPr id="5" name="Text Box 9"/>
          <p:cNvSpPr txBox="1">
            <a:spLocks noChangeArrowheads="1"/>
          </p:cNvSpPr>
          <p:nvPr/>
        </p:nvSpPr>
        <p:spPr bwMode="auto">
          <a:xfrm>
            <a:off x="4859338" y="2924944"/>
            <a:ext cx="4105150" cy="2031325"/>
          </a:xfrm>
          <a:prstGeom prst="rect">
            <a:avLst/>
          </a:prstGeom>
          <a:noFill/>
          <a:ln w="19050">
            <a:solidFill>
              <a:schemeClr val="tx1"/>
            </a:solidFill>
            <a:miter lim="800000"/>
            <a:headEnd/>
            <a:tailEnd/>
          </a:ln>
        </p:spPr>
        <p:txBody>
          <a:bodyPr wrap="square">
            <a:spAutoFit/>
          </a:bodyPr>
          <a:lstStyle/>
          <a:p>
            <a:pPr>
              <a:defRPr/>
            </a:pP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portType</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InvoiceProcessingInterface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documentation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Initiates the Invoice Submission Process.</a:t>
            </a:r>
          </a:p>
          <a:p>
            <a:pPr>
              <a:defRPr/>
            </a:pPr>
            <a:r>
              <a:rPr lang="en-US" altLang="zh-CN" sz="1400" dirty="0">
                <a:solidFill>
                  <a:srgbClr val="0000FF"/>
                </a:solidFill>
                <a:highlight>
                  <a:srgbClr val="FFFFFF"/>
                </a:highlight>
                <a:latin typeface="Arial"/>
              </a:rPr>
              <a:t>    &lt;/</a:t>
            </a:r>
            <a:r>
              <a:rPr lang="en-US" altLang="zh-CN" sz="1400" dirty="0">
                <a:solidFill>
                  <a:srgbClr val="800000"/>
                </a:solidFill>
                <a:highlight>
                  <a:srgbClr val="FFFFFF"/>
                </a:highlight>
                <a:latin typeface="Arial"/>
              </a:rPr>
              <a:t>documentation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operation</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SubmitInvoice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input</a:t>
            </a:r>
            <a:r>
              <a:rPr lang="en-US" altLang="zh-CN" sz="1400" dirty="0">
                <a:solidFill>
                  <a:srgbClr val="FF0000"/>
                </a:solidFill>
                <a:highlight>
                  <a:srgbClr val="FFFFFF"/>
                </a:highlight>
                <a:latin typeface="Arial"/>
              </a:rPr>
              <a:t> message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tns:receiveSubmitInvoiceMessage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operation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portType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mn-lt"/>
              <a:ea typeface="宋体"/>
            </a:endParaRPr>
          </a:p>
        </p:txBody>
      </p:sp>
    </p:spTree>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p:cNvSpPr>
            <a:spLocks noGrp="1"/>
          </p:cNvSpPr>
          <p:nvPr>
            <p:ph type="title"/>
          </p:nvPr>
        </p:nvSpPr>
        <p:spPr/>
        <p:txBody>
          <a:bodyPr/>
          <a:lstStyle/>
          <a:p>
            <a:r>
              <a:rPr lang="zh-CN" altLang="en-US"/>
              <a:t>以任务为核心的业务服务设计</a:t>
            </a:r>
            <a:r>
              <a:rPr lang="en-US" altLang="zh-CN"/>
              <a:t> VII</a:t>
            </a:r>
            <a:endParaRPr lang="zh-CN" altLang="en-US"/>
          </a:p>
        </p:txBody>
      </p:sp>
      <p:sp>
        <p:nvSpPr>
          <p:cNvPr id="54275" name="内容占位符 5"/>
          <p:cNvSpPr>
            <a:spLocks noGrp="1"/>
          </p:cNvSpPr>
          <p:nvPr>
            <p:ph idx="1"/>
          </p:nvPr>
        </p:nvSpPr>
        <p:spPr>
          <a:xfrm>
            <a:off x="457200" y="1052737"/>
            <a:ext cx="8229600" cy="2658175"/>
          </a:xfrm>
        </p:spPr>
        <p:txBody>
          <a:bodyPr/>
          <a:lstStyle/>
          <a:p>
            <a:r>
              <a:rPr lang="en-US" altLang="zh-CN" dirty="0"/>
              <a:t>4. </a:t>
            </a:r>
            <a:r>
              <a:rPr lang="zh-CN" altLang="en-US" dirty="0"/>
              <a:t>标准化并完善服务接口</a:t>
            </a:r>
            <a:endParaRPr lang="en-US" altLang="zh-CN" dirty="0"/>
          </a:p>
          <a:p>
            <a:pPr lvl="1"/>
            <a:r>
              <a:rPr lang="zh-CN" altLang="en-US" dirty="0"/>
              <a:t>审查并应用现存设计标准和原则</a:t>
            </a:r>
            <a:endParaRPr lang="en-US" altLang="zh-CN" dirty="0"/>
          </a:p>
          <a:p>
            <a:pPr lvl="1"/>
            <a:r>
              <a:rPr lang="zh-CN" altLang="en-US" dirty="0"/>
              <a:t>审查设计目标，修订服务设计</a:t>
            </a:r>
            <a:endParaRPr lang="en-US" altLang="zh-CN" dirty="0"/>
          </a:p>
          <a:p>
            <a:pPr lvl="1"/>
            <a:r>
              <a:rPr lang="zh-CN" altLang="en-US" dirty="0"/>
              <a:t>验证</a:t>
            </a:r>
            <a:r>
              <a:rPr lang="en-US" altLang="zh-CN" dirty="0"/>
              <a:t>WS-I </a:t>
            </a:r>
            <a:r>
              <a:rPr lang="zh-CN" altLang="en-US" dirty="0"/>
              <a:t>基本概要的一致性要求</a:t>
            </a:r>
            <a:r>
              <a:rPr lang="en-US" altLang="zh-CN" dirty="0"/>
              <a:t>(</a:t>
            </a:r>
            <a:r>
              <a:rPr lang="zh-CN" altLang="en-US" dirty="0"/>
              <a:t>完成到目前为止产物的校验</a:t>
            </a:r>
            <a:r>
              <a:rPr lang="en-US" altLang="zh-CN" dirty="0"/>
              <a:t>)</a:t>
            </a:r>
            <a:endParaRPr lang="zh-CN" altLang="en-US" dirty="0"/>
          </a:p>
        </p:txBody>
      </p:sp>
      <p:sp>
        <p:nvSpPr>
          <p:cNvPr id="54276"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780BE82E-3F2B-4234-9F8F-658A171DF92A}" type="slidenum">
              <a:rPr lang="en-US" altLang="zh-CN" smtClean="0"/>
              <a:pPr eaLnBrk="1" hangingPunct="1"/>
              <a:t>53</a:t>
            </a:fld>
            <a:endParaRPr lang="en-US" altLang="zh-CN"/>
          </a:p>
        </p:txBody>
      </p:sp>
      <p:pic>
        <p:nvPicPr>
          <p:cNvPr id="2" name="图片 1"/>
          <p:cNvPicPr>
            <a:picLocks noChangeAspect="1"/>
          </p:cNvPicPr>
          <p:nvPr/>
        </p:nvPicPr>
        <p:blipFill>
          <a:blip r:embed="rId3"/>
          <a:stretch>
            <a:fillRect/>
          </a:stretch>
        </p:blipFill>
        <p:spPr>
          <a:xfrm>
            <a:off x="3254313" y="3861048"/>
            <a:ext cx="2559174" cy="2449941"/>
          </a:xfrm>
          <a:prstGeom prst="rect">
            <a:avLst/>
          </a:prstGeom>
        </p:spPr>
      </p:pic>
    </p:spTree>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1"/>
          <p:cNvSpPr>
            <a:spLocks noGrp="1"/>
          </p:cNvSpPr>
          <p:nvPr>
            <p:ph type="title"/>
          </p:nvPr>
        </p:nvSpPr>
        <p:spPr/>
        <p:txBody>
          <a:bodyPr/>
          <a:lstStyle/>
          <a:p>
            <a:r>
              <a:rPr lang="zh-CN" altLang="en-US"/>
              <a:t>以任务为核心的业务服务设计</a:t>
            </a:r>
            <a:r>
              <a:rPr lang="en-US" altLang="zh-CN"/>
              <a:t> VIII</a:t>
            </a:r>
            <a:endParaRPr lang="zh-CN" altLang="en-US"/>
          </a:p>
        </p:txBody>
      </p:sp>
      <p:sp>
        <p:nvSpPr>
          <p:cNvPr id="55299" name="内容占位符 2"/>
          <p:cNvSpPr>
            <a:spLocks noGrp="1"/>
          </p:cNvSpPr>
          <p:nvPr>
            <p:ph sz="half" idx="1"/>
          </p:nvPr>
        </p:nvSpPr>
        <p:spPr>
          <a:xfrm>
            <a:off x="457200" y="1600200"/>
            <a:ext cx="2819400" cy="4530725"/>
          </a:xfrm>
        </p:spPr>
        <p:txBody>
          <a:bodyPr anchor="ctr"/>
          <a:lstStyle/>
          <a:p>
            <a:r>
              <a:rPr lang="zh-CN" altLang="en-US" dirty="0"/>
              <a:t>复用其他服务的接口（</a:t>
            </a:r>
            <a:r>
              <a:rPr lang="en-US" altLang="zh-CN" dirty="0"/>
              <a:t>WSDL</a:t>
            </a:r>
            <a:r>
              <a:rPr lang="zh-CN" altLang="en-US" dirty="0"/>
              <a:t>）和类型（</a:t>
            </a:r>
            <a:r>
              <a:rPr lang="en-US" altLang="zh-CN" dirty="0"/>
              <a:t>XSD Schema</a:t>
            </a:r>
            <a:r>
              <a:rPr lang="zh-CN" altLang="en-US" dirty="0"/>
              <a:t>）</a:t>
            </a:r>
          </a:p>
          <a:p>
            <a:endParaRPr lang="zh-CN" altLang="en-US" dirty="0"/>
          </a:p>
        </p:txBody>
      </p:sp>
      <p:sp>
        <p:nvSpPr>
          <p:cNvPr id="55300"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D4C10BEE-1D3B-4B28-BF3E-88BC00392D23}" type="slidenum">
              <a:rPr lang="en-US" altLang="zh-CN" smtClean="0"/>
              <a:pPr eaLnBrk="1" hangingPunct="1"/>
              <a:t>54</a:t>
            </a:fld>
            <a:endParaRPr lang="en-US" altLang="zh-CN"/>
          </a:p>
        </p:txBody>
      </p:sp>
      <p:sp>
        <p:nvSpPr>
          <p:cNvPr id="6" name="Text Box 9"/>
          <p:cNvSpPr txBox="1">
            <a:spLocks noChangeArrowheads="1"/>
          </p:cNvSpPr>
          <p:nvPr/>
        </p:nvSpPr>
        <p:spPr bwMode="auto">
          <a:xfrm>
            <a:off x="3095328" y="1124744"/>
            <a:ext cx="6048672" cy="5262979"/>
          </a:xfrm>
          <a:prstGeom prst="rect">
            <a:avLst/>
          </a:prstGeom>
          <a:noFill/>
          <a:ln w="19050">
            <a:solidFill>
              <a:schemeClr val="tx1"/>
            </a:solidFill>
            <a:miter lim="800000"/>
            <a:headEnd/>
            <a:tailEnd/>
          </a:ln>
        </p:spPr>
        <p:txBody>
          <a:bodyPr wrap="square">
            <a:spAutoFit/>
          </a:bodyPr>
          <a:lstStyle/>
          <a:p>
            <a:pPr>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types</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xsd:schema</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targetNamespace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http://www.xmltc.com/railco/invoiceservice/schema/</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xsd:import</a:t>
            </a:r>
            <a:r>
              <a:rPr lang="en-US" altLang="zh-CN" sz="1400" dirty="0">
                <a:solidFill>
                  <a:srgbClr val="FF0000"/>
                </a:solidFill>
                <a:highlight>
                  <a:srgbClr val="FFFFFF"/>
                </a:highlight>
                <a:latin typeface="Arial"/>
              </a:rPr>
              <a:t> 	namespace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http://www.xmltc.com/railco/invoice/schema/</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schemaLocation</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Invoice.xsd</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xsd:element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SubmitInvoiceType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xsd:complexType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xsd:sequence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xsd:element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ContextID</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type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xsd:integer</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xsd:element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InvoiceLocation</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type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xsd:string</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xsd:element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InvoiceDocument</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type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inv:InvoiceType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xsd:sequence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xsd:complexType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xsd:element</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xsd:schema</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types</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a:t>
            </a:r>
          </a:p>
          <a:p>
            <a:pPr>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documentation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Initiates the Invoice Submission Process.</a:t>
            </a:r>
          </a:p>
          <a:p>
            <a:pPr>
              <a:defRPr/>
            </a:pPr>
            <a:r>
              <a:rPr lang="en-US" altLang="zh-CN" sz="1400" dirty="0">
                <a:solidFill>
                  <a:srgbClr val="000000"/>
                </a:solidFill>
                <a:highlight>
                  <a:srgbClr val="FFFFFF"/>
                </a:highlight>
                <a:latin typeface="Arial"/>
              </a:rPr>
              <a:t>Requires either the invoice document location</a:t>
            </a:r>
          </a:p>
          <a:p>
            <a:pPr>
              <a:defRPr/>
            </a:pPr>
            <a:r>
              <a:rPr lang="en-US" altLang="zh-CN" sz="1400" dirty="0">
                <a:solidFill>
                  <a:srgbClr val="000000"/>
                </a:solidFill>
                <a:highlight>
                  <a:srgbClr val="FFFFFF"/>
                </a:highlight>
                <a:latin typeface="Arial"/>
              </a:rPr>
              <a:t>or the document.</a:t>
            </a:r>
          </a:p>
          <a:p>
            <a:pPr>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documentation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mn-lt"/>
              <a:ea typeface="宋体"/>
            </a:endParaRPr>
          </a:p>
        </p:txBody>
      </p:sp>
    </p:spTree>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p:cNvSpPr>
            <a:spLocks noGrp="1"/>
          </p:cNvSpPr>
          <p:nvPr>
            <p:ph type="title"/>
          </p:nvPr>
        </p:nvSpPr>
        <p:spPr/>
        <p:txBody>
          <a:bodyPr/>
          <a:lstStyle/>
          <a:p>
            <a:r>
              <a:rPr lang="zh-CN" altLang="en-US"/>
              <a:t>以任务为核心的业务服务设计</a:t>
            </a:r>
            <a:r>
              <a:rPr lang="en-US" altLang="zh-CN"/>
              <a:t> IX</a:t>
            </a:r>
            <a:endParaRPr lang="zh-CN" altLang="en-US"/>
          </a:p>
        </p:txBody>
      </p:sp>
      <p:sp>
        <p:nvSpPr>
          <p:cNvPr id="56323" name="内容占位符 5"/>
          <p:cNvSpPr>
            <a:spLocks noGrp="1"/>
          </p:cNvSpPr>
          <p:nvPr>
            <p:ph idx="1"/>
          </p:nvPr>
        </p:nvSpPr>
        <p:spPr/>
        <p:txBody>
          <a:bodyPr/>
          <a:lstStyle/>
          <a:p>
            <a:pPr>
              <a:lnSpc>
                <a:spcPct val="150000"/>
              </a:lnSpc>
            </a:pPr>
            <a:r>
              <a:rPr lang="en-US" altLang="zh-CN" dirty="0"/>
              <a:t>5. </a:t>
            </a:r>
            <a:r>
              <a:rPr lang="zh-CN" altLang="en-US" dirty="0"/>
              <a:t>识别需要的处理</a:t>
            </a:r>
            <a:endParaRPr lang="en-US" altLang="zh-CN" dirty="0"/>
          </a:p>
          <a:p>
            <a:pPr lvl="1">
              <a:lnSpc>
                <a:spcPct val="150000"/>
              </a:lnSpc>
            </a:pPr>
            <a:r>
              <a:rPr lang="zh-CN" altLang="en-US" dirty="0"/>
              <a:t>鉴于复用性，以任务为核心的业务服务可能调用了以实体为核心的业务服务，应用服务以及其他的以任务为核心的业务服务</a:t>
            </a:r>
            <a:endParaRPr lang="en-US" altLang="zh-CN" dirty="0"/>
          </a:p>
          <a:p>
            <a:pPr lvl="1">
              <a:lnSpc>
                <a:spcPct val="150000"/>
              </a:lnSpc>
            </a:pPr>
            <a:r>
              <a:rPr lang="zh-CN" altLang="en-US" dirty="0"/>
              <a:t>确认所需的子</a:t>
            </a:r>
            <a:r>
              <a:rPr lang="zh-CN" altLang="en-US"/>
              <a:t>服务已</a:t>
            </a:r>
            <a:r>
              <a:rPr lang="zh-CN" altLang="zh-CN"/>
              <a:t>经</a:t>
            </a:r>
            <a:r>
              <a:rPr lang="zh-CN" altLang="en-US"/>
              <a:t>存在</a:t>
            </a:r>
            <a:r>
              <a:rPr lang="zh-CN" altLang="en-US" dirty="0"/>
              <a:t>或者已经完成设计</a:t>
            </a:r>
            <a:endParaRPr lang="en-US" altLang="zh-CN" dirty="0"/>
          </a:p>
          <a:p>
            <a:pPr lvl="1">
              <a:lnSpc>
                <a:spcPct val="150000"/>
              </a:lnSpc>
            </a:pPr>
            <a:r>
              <a:rPr lang="zh-CN" altLang="en-US" dirty="0"/>
              <a:t>否则需要重新进行考虑</a:t>
            </a:r>
          </a:p>
        </p:txBody>
      </p:sp>
      <p:sp>
        <p:nvSpPr>
          <p:cNvPr id="56324" name="灯片编号占位符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A97974C-606D-4281-8CC7-D52AA961B57F}" type="slidenum">
              <a:rPr lang="en-US" altLang="zh-CN" smtClean="0"/>
              <a:pPr eaLnBrk="1" hangingPunct="1"/>
              <a:t>55</a:t>
            </a:fld>
            <a:endParaRPr lang="en-US" altLang="zh-CN"/>
          </a:p>
        </p:txBody>
      </p:sp>
    </p:spTree>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
          <p:cNvSpPr>
            <a:spLocks noGrp="1"/>
          </p:cNvSpPr>
          <p:nvPr>
            <p:ph type="title"/>
          </p:nvPr>
        </p:nvSpPr>
        <p:spPr/>
        <p:txBody>
          <a:bodyPr/>
          <a:lstStyle/>
          <a:p>
            <a:r>
              <a:rPr lang="zh-CN" altLang="en-US"/>
              <a:t>以任务为核心的业务服务设计</a:t>
            </a:r>
            <a:r>
              <a:rPr lang="en-US" altLang="zh-CN"/>
              <a:t> X</a:t>
            </a:r>
            <a:endParaRPr lang="zh-CN" altLang="en-US"/>
          </a:p>
        </p:txBody>
      </p:sp>
      <p:sp>
        <p:nvSpPr>
          <p:cNvPr id="57347" name="内容占位符 2"/>
          <p:cNvSpPr>
            <a:spLocks noGrp="1"/>
          </p:cNvSpPr>
          <p:nvPr>
            <p:ph idx="1"/>
          </p:nvPr>
        </p:nvSpPr>
        <p:spPr>
          <a:xfrm>
            <a:off x="457200" y="1052738"/>
            <a:ext cx="8229600" cy="466084"/>
          </a:xfrm>
        </p:spPr>
        <p:txBody>
          <a:bodyPr/>
          <a:lstStyle/>
          <a:p>
            <a:r>
              <a:rPr lang="zh-CN" altLang="en-US" sz="2800" dirty="0"/>
              <a:t>最终的抽象服务定义</a:t>
            </a:r>
          </a:p>
        </p:txBody>
      </p:sp>
      <p:sp>
        <p:nvSpPr>
          <p:cNvPr id="57348"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8A132C5C-621E-48B2-82DF-315082A866A7}" type="slidenum">
              <a:rPr lang="en-US" altLang="zh-CN" smtClean="0"/>
              <a:pPr eaLnBrk="1" hangingPunct="1"/>
              <a:t>56</a:t>
            </a:fld>
            <a:endParaRPr lang="en-US" altLang="zh-CN"/>
          </a:p>
        </p:txBody>
      </p:sp>
      <p:sp>
        <p:nvSpPr>
          <p:cNvPr id="6" name="Text Box 9"/>
          <p:cNvSpPr txBox="1">
            <a:spLocks noChangeArrowheads="1"/>
          </p:cNvSpPr>
          <p:nvPr/>
        </p:nvSpPr>
        <p:spPr bwMode="auto">
          <a:xfrm>
            <a:off x="278160" y="1595021"/>
            <a:ext cx="8511480" cy="5262979"/>
          </a:xfrm>
          <a:prstGeom prst="rect">
            <a:avLst/>
          </a:prstGeom>
          <a:noFill/>
          <a:ln w="19050">
            <a:solidFill>
              <a:schemeClr val="tx1"/>
            </a:solidFill>
            <a:miter lim="800000"/>
            <a:headEnd/>
            <a:tailEnd/>
          </a:ln>
        </p:spPr>
        <p:txBody>
          <a:bodyPr wrap="square">
            <a:spAutoFit/>
          </a:bodyPr>
          <a:lstStyle/>
          <a:p>
            <a:pPr>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definitions</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InvoiceProcessing</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targetNamespace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http://www.xmltc.com/railco/transform/wsdl/</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http://schemas.xmlsoap.org/wsdl/</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p>
          <a:p>
            <a:pPr>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xmlns:inv</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http://www.xmltc.com/railco/invoice/schema/</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xmlns:invs</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http://www.xmltc.com/railco/invoiceservice/schema/</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xmlns:soap</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http://schemas.xmlsoap.org/wsdl/soap/</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xmlns:tns</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http://www.xmltc.com/railco/transform/wsdl/</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xmlns:xsd</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http://www.w3.org/2001/XMLSchema</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types</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xsd:schema</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targetNamespace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http://www.xmltc.com/railco/invoiceservice/</a:t>
            </a:r>
          </a:p>
          <a:p>
            <a:pPr>
              <a:defRPr/>
            </a:pPr>
            <a:r>
              <a:rPr lang="en-US" altLang="zh-CN" sz="1400" dirty="0">
                <a:solidFill>
                  <a:srgbClr val="000000"/>
                </a:solidFill>
                <a:highlight>
                  <a:srgbClr val="FFFFFF"/>
                </a:highlight>
                <a:latin typeface="Arial"/>
              </a:rPr>
              <a:t>schema/</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xsd:import</a:t>
            </a:r>
            <a:r>
              <a:rPr lang="en-US" altLang="zh-CN" sz="1400" dirty="0">
                <a:solidFill>
                  <a:srgbClr val="FF0000"/>
                </a:solidFill>
                <a:highlight>
                  <a:srgbClr val="FFFFFF"/>
                </a:highlight>
                <a:latin typeface="Arial"/>
              </a:rPr>
              <a:t> namespace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http://www.xmltc.com/railco/invoice/schema/</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schemaLocation</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Invoice.xsd</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xsd:element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SubmitInvoiceType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xsd:complexType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xsd:sequence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xsd:element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ContextID</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type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xsd:integer</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xsd:element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InvoiceLocation</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type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xsd:string</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xsd:element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InvoiceDocument</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type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inv:InvoiceType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xsd:sequence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xsd:complexType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xsd:element</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xsd:schema</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types</a:t>
            </a:r>
            <a:r>
              <a:rPr lang="en-US" altLang="zh-CN" sz="1400" dirty="0">
                <a:solidFill>
                  <a:srgbClr val="0000FF"/>
                </a:solidFill>
                <a:highlight>
                  <a:srgbClr val="FFFFFF"/>
                </a:highlight>
                <a:latin typeface="Arial"/>
              </a:rPr>
              <a:t>&gt;</a:t>
            </a:r>
          </a:p>
          <a:p>
            <a:pPr>
              <a:defRPr/>
            </a:pPr>
            <a:r>
              <a:rPr lang="en-US" altLang="zh-CN" sz="1400" dirty="0">
                <a:solidFill>
                  <a:srgbClr val="0000FF"/>
                </a:solidFill>
                <a:highlight>
                  <a:srgbClr val="FFFFFF"/>
                </a:highlight>
                <a:latin typeface="Arial"/>
              </a:rPr>
              <a:t>…</a:t>
            </a:r>
            <a:endParaRPr lang="en-US" altLang="zh-CN" sz="1400" dirty="0">
              <a:solidFill>
                <a:srgbClr val="000000"/>
              </a:solidFill>
              <a:highlight>
                <a:srgbClr val="FFFFFF"/>
              </a:highlight>
              <a:latin typeface="Arial"/>
            </a:endParaRPr>
          </a:p>
        </p:txBody>
      </p:sp>
    </p:spTree>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1"/>
          <p:cNvSpPr>
            <a:spLocks noGrp="1"/>
          </p:cNvSpPr>
          <p:nvPr>
            <p:ph type="title"/>
          </p:nvPr>
        </p:nvSpPr>
        <p:spPr/>
        <p:txBody>
          <a:bodyPr/>
          <a:lstStyle/>
          <a:p>
            <a:r>
              <a:rPr lang="zh-CN" altLang="en-US"/>
              <a:t>以任务为核心的业务服务设计</a:t>
            </a:r>
            <a:r>
              <a:rPr lang="en-US" altLang="zh-CN"/>
              <a:t> XI</a:t>
            </a:r>
            <a:endParaRPr lang="zh-CN" altLang="en-US"/>
          </a:p>
        </p:txBody>
      </p:sp>
      <p:sp>
        <p:nvSpPr>
          <p:cNvPr id="58372"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1E8E55B2-12FB-4263-A2E8-DD873BC78F0D}" type="slidenum">
              <a:rPr lang="en-US" altLang="zh-CN" smtClean="0"/>
              <a:pPr eaLnBrk="1" hangingPunct="1"/>
              <a:t>57</a:t>
            </a:fld>
            <a:endParaRPr lang="en-US" altLang="zh-CN"/>
          </a:p>
        </p:txBody>
      </p:sp>
      <p:sp>
        <p:nvSpPr>
          <p:cNvPr id="6" name="Text Box 9"/>
          <p:cNvSpPr txBox="1">
            <a:spLocks noChangeArrowheads="1"/>
          </p:cNvSpPr>
          <p:nvPr/>
        </p:nvSpPr>
        <p:spPr bwMode="auto">
          <a:xfrm>
            <a:off x="899592" y="2276872"/>
            <a:ext cx="7344816" cy="3539430"/>
          </a:xfrm>
          <a:prstGeom prst="rect">
            <a:avLst/>
          </a:prstGeom>
          <a:noFill/>
          <a:ln w="19050">
            <a:solidFill>
              <a:schemeClr val="tx1"/>
            </a:solidFill>
            <a:miter lim="800000"/>
            <a:headEnd/>
            <a:tailEnd/>
          </a:ln>
        </p:spPr>
        <p:txBody>
          <a:bodyPr>
            <a:spAutoFit/>
          </a:bodyPr>
          <a:lstStyle/>
          <a:p>
            <a:pPr>
              <a:defRPr/>
            </a:pPr>
            <a:r>
              <a:rPr lang="en-US" altLang="zh-CN" sz="1400" dirty="0">
                <a:solidFill>
                  <a:srgbClr val="0000FF"/>
                </a:solidFill>
                <a:highlight>
                  <a:srgbClr val="FFFFFF"/>
                </a:highlight>
                <a:latin typeface="Arial"/>
              </a:rPr>
              <a: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message</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receiveSubmitMessage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part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RequestParameter</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element</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invs:SubmitInvoiceType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portType</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InvoiceProcessingInterface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documentation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Initiates the Invoice Submission Process.</a:t>
            </a:r>
          </a:p>
          <a:p>
            <a:pPr>
              <a:defRPr/>
            </a:pPr>
            <a:r>
              <a:rPr lang="en-US" altLang="zh-CN" sz="1400" dirty="0">
                <a:solidFill>
                  <a:srgbClr val="000000"/>
                </a:solidFill>
                <a:highlight>
                  <a:srgbClr val="FFFFFF"/>
                </a:highlight>
                <a:latin typeface="Arial"/>
              </a:rPr>
              <a:t>Requires either the invoice document</a:t>
            </a:r>
          </a:p>
          <a:p>
            <a:pPr>
              <a:defRPr/>
            </a:pPr>
            <a:r>
              <a:rPr lang="en-US" altLang="zh-CN" sz="1400" dirty="0">
                <a:solidFill>
                  <a:srgbClr val="000000"/>
                </a:solidFill>
                <a:highlight>
                  <a:srgbClr val="FFFFFF"/>
                </a:highlight>
                <a:latin typeface="Arial"/>
              </a:rPr>
              <a:t>location or the document.</a:t>
            </a:r>
          </a:p>
          <a:p>
            <a:pPr>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documentation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operation</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Submit</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input</a:t>
            </a:r>
            <a:r>
              <a:rPr lang="en-US" altLang="zh-CN" sz="1400" dirty="0">
                <a:solidFill>
                  <a:srgbClr val="FF0000"/>
                </a:solidFill>
                <a:highlight>
                  <a:srgbClr val="FFFFFF"/>
                </a:highlight>
                <a:latin typeface="Arial"/>
              </a:rPr>
              <a:t> message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tns:receiveSubmitMessage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operation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portType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a:t>
            </a:r>
          </a:p>
          <a:p>
            <a:pPr>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definitions</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p:txBody>
      </p:sp>
      <p:sp>
        <p:nvSpPr>
          <p:cNvPr id="7" name="内容占位符 2"/>
          <p:cNvSpPr txBox="1">
            <a:spLocks/>
          </p:cNvSpPr>
          <p:nvPr/>
        </p:nvSpPr>
        <p:spPr bwMode="auto">
          <a:xfrm>
            <a:off x="457200" y="1052738"/>
            <a:ext cx="8229600" cy="4660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marL="363538" indent="-363538" algn="l" rtl="0" eaLnBrk="1" fontAlgn="base" hangingPunct="1">
              <a:spcBef>
                <a:spcPct val="20000"/>
              </a:spcBef>
              <a:spcAft>
                <a:spcPct val="0"/>
              </a:spcAft>
              <a:buClr>
                <a:srgbClr val="00607A"/>
              </a:buClr>
              <a:buFont typeface="Wingdings" pitchFamily="2" charset="2"/>
              <a:buChar char="l"/>
              <a:defRPr sz="3200">
                <a:solidFill>
                  <a:srgbClr val="00708E"/>
                </a:solidFill>
                <a:latin typeface="+mn-lt"/>
                <a:ea typeface="+mn-ea"/>
                <a:cs typeface="+mn-cs"/>
              </a:defRPr>
            </a:lvl1pPr>
            <a:lvl2pPr marL="715963" indent="-352425" algn="l" rtl="0" eaLnBrk="1" fontAlgn="base" hangingPunct="1">
              <a:spcBef>
                <a:spcPct val="20000"/>
              </a:spcBef>
              <a:spcAft>
                <a:spcPct val="0"/>
              </a:spcAft>
              <a:buClr>
                <a:srgbClr val="00607A"/>
              </a:buClr>
              <a:buFont typeface="Wingdings" pitchFamily="2" charset="2"/>
              <a:buChar char="n"/>
              <a:defRPr sz="2800">
                <a:solidFill>
                  <a:srgbClr val="00708E"/>
                </a:solidFill>
                <a:latin typeface="+mn-ea"/>
                <a:ea typeface="+mn-ea"/>
              </a:defRPr>
            </a:lvl2pPr>
            <a:lvl3pPr marL="1079500" indent="-363538" algn="l" rtl="0" eaLnBrk="1" fontAlgn="base" hangingPunct="1">
              <a:spcBef>
                <a:spcPct val="20000"/>
              </a:spcBef>
              <a:spcAft>
                <a:spcPct val="0"/>
              </a:spcAft>
              <a:buClr>
                <a:srgbClr val="00607A"/>
              </a:buClr>
              <a:buFont typeface="Wingdings" pitchFamily="2" charset="2"/>
              <a:buChar char="u"/>
              <a:defRPr sz="2400">
                <a:solidFill>
                  <a:srgbClr val="00708E"/>
                </a:solidFill>
                <a:latin typeface="+mn-ea"/>
                <a:ea typeface="+mn-ea"/>
              </a:defRPr>
            </a:lvl3pPr>
            <a:lvl4pPr marL="1431925" indent="-352425" algn="l" rtl="0" eaLnBrk="1" fontAlgn="base" hangingPunct="1">
              <a:spcBef>
                <a:spcPct val="20000"/>
              </a:spcBef>
              <a:spcAft>
                <a:spcPct val="0"/>
              </a:spcAft>
              <a:buChar char="–"/>
              <a:defRPr sz="2000">
                <a:solidFill>
                  <a:srgbClr val="00708E"/>
                </a:solidFill>
                <a:latin typeface="+mn-ea"/>
                <a:ea typeface="+mn-ea"/>
              </a:defRPr>
            </a:lvl4pPr>
            <a:lvl5pPr marL="1795463" indent="-363538" algn="l" rtl="0" eaLnBrk="1" fontAlgn="base" hangingPunct="1">
              <a:spcBef>
                <a:spcPct val="20000"/>
              </a:spcBef>
              <a:spcAft>
                <a:spcPct val="0"/>
              </a:spcAft>
              <a:buFont typeface="Wingdings" pitchFamily="2" charset="2"/>
              <a:buChar char="ü"/>
              <a:defRPr sz="2000">
                <a:solidFill>
                  <a:srgbClr val="00708E"/>
                </a:solidFill>
                <a:latin typeface="+mn-ea"/>
                <a:ea typeface="+mn-ea"/>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r>
              <a:rPr lang="zh-CN" altLang="en-US" sz="2800" kern="0" dirty="0"/>
              <a:t>最终的抽象服务定义（续）</a:t>
            </a:r>
          </a:p>
        </p:txBody>
      </p:sp>
    </p:spTree>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p:cNvSpPr>
            <a:spLocks noGrp="1"/>
          </p:cNvSpPr>
          <p:nvPr>
            <p:ph type="title"/>
          </p:nvPr>
        </p:nvSpPr>
        <p:spPr/>
        <p:txBody>
          <a:bodyPr/>
          <a:lstStyle/>
          <a:p>
            <a:r>
              <a:rPr lang="zh-CN" altLang="en-US"/>
              <a:t>面向服务的业务流程设计</a:t>
            </a:r>
            <a:r>
              <a:rPr lang="en-US" altLang="zh-CN"/>
              <a:t> I</a:t>
            </a:r>
            <a:endParaRPr lang="zh-CN" altLang="en-US"/>
          </a:p>
        </p:txBody>
      </p:sp>
      <p:sp>
        <p:nvSpPr>
          <p:cNvPr id="59395" name="内容占位符 2"/>
          <p:cNvSpPr>
            <a:spLocks noGrp="1"/>
          </p:cNvSpPr>
          <p:nvPr>
            <p:ph idx="1"/>
          </p:nvPr>
        </p:nvSpPr>
        <p:spPr/>
        <p:txBody>
          <a:bodyPr/>
          <a:lstStyle/>
          <a:p>
            <a:r>
              <a:rPr lang="zh-CN" altLang="en-US" dirty="0"/>
              <a:t>传统上</a:t>
            </a:r>
            <a:endParaRPr lang="en-US" altLang="zh-CN" dirty="0"/>
          </a:p>
          <a:p>
            <a:pPr lvl="1"/>
            <a:r>
              <a:rPr lang="zh-CN" altLang="en-US" dirty="0"/>
              <a:t>业务流程由分析师采用建模工具设计，产生图表交给架构师和开发者实现</a:t>
            </a:r>
            <a:endParaRPr lang="en-US" altLang="zh-CN" dirty="0"/>
          </a:p>
          <a:p>
            <a:pPr lvl="1"/>
            <a:r>
              <a:rPr lang="zh-CN" altLang="en-US" dirty="0"/>
              <a:t>在一个自动化解决方案中，工作流程图及其相应的文档是传达该逻辑应如何实现的唯一方式</a:t>
            </a:r>
            <a:endParaRPr lang="en-US" altLang="zh-CN" dirty="0"/>
          </a:p>
          <a:p>
            <a:r>
              <a:rPr lang="zh-CN" altLang="en-US" dirty="0"/>
              <a:t>面向服务的业务流程设计</a:t>
            </a:r>
            <a:endParaRPr lang="en-US" altLang="zh-CN" dirty="0"/>
          </a:p>
          <a:p>
            <a:pPr lvl="1"/>
            <a:r>
              <a:rPr lang="zh-CN" altLang="en-US" dirty="0"/>
              <a:t>技术分析师和系统架构师来图形化地创建代表它们的工作流逻辑的业务流程图，并自动转化并对应到</a:t>
            </a:r>
            <a:r>
              <a:rPr lang="en-US" altLang="zh-CN" dirty="0"/>
              <a:t>BPEL</a:t>
            </a:r>
            <a:r>
              <a:rPr lang="zh-CN" altLang="en-US" dirty="0"/>
              <a:t>脚本</a:t>
            </a:r>
            <a:endParaRPr lang="en-US" altLang="zh-CN" dirty="0"/>
          </a:p>
          <a:p>
            <a:pPr lvl="1"/>
            <a:r>
              <a:rPr lang="zh-CN" altLang="en-US" dirty="0"/>
              <a:t>更加自动化的工具使得业务分析师可以在不了解</a:t>
            </a:r>
            <a:r>
              <a:rPr lang="en-US" altLang="zh-CN" dirty="0"/>
              <a:t>BPEL</a:t>
            </a:r>
            <a:r>
              <a:rPr lang="zh-CN" altLang="en-US" dirty="0"/>
              <a:t>的前提下，完成流程的设计</a:t>
            </a:r>
          </a:p>
        </p:txBody>
      </p:sp>
      <p:sp>
        <p:nvSpPr>
          <p:cNvPr id="59396" name="灯片编号占位符 3"/>
          <p:cNvSpPr>
            <a:spLocks noGrp="1"/>
          </p:cNvSpPr>
          <p:nvPr>
            <p:ph type="sldNum" sz="quarter" idx="11"/>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0D9190B6-C274-4D90-8FC0-BBBEBF093EB6}" type="slidenum">
              <a:rPr lang="en-US" altLang="zh-CN" smtClean="0"/>
              <a:pPr/>
              <a:t>58</a:t>
            </a:fld>
            <a:endParaRPr lang="en-US" altLang="zh-CN"/>
          </a:p>
        </p:txBody>
      </p:sp>
    </p:spTree>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1"/>
          <p:cNvSpPr>
            <a:spLocks noGrp="1"/>
          </p:cNvSpPr>
          <p:nvPr>
            <p:ph type="title"/>
          </p:nvPr>
        </p:nvSpPr>
        <p:spPr/>
        <p:txBody>
          <a:bodyPr/>
          <a:lstStyle/>
          <a:p>
            <a:r>
              <a:rPr lang="zh-CN" altLang="en-US"/>
              <a:t>面向服务的业务流程设计</a:t>
            </a:r>
            <a:r>
              <a:rPr lang="en-US" altLang="zh-CN"/>
              <a:t> II</a:t>
            </a:r>
            <a:endParaRPr lang="zh-CN" altLang="en-US"/>
          </a:p>
        </p:txBody>
      </p:sp>
      <p:sp>
        <p:nvSpPr>
          <p:cNvPr id="60419" name="内容占位符 2"/>
          <p:cNvSpPr>
            <a:spLocks noGrp="1"/>
          </p:cNvSpPr>
          <p:nvPr>
            <p:ph idx="1"/>
          </p:nvPr>
        </p:nvSpPr>
        <p:spPr>
          <a:xfrm>
            <a:off x="457200" y="1052737"/>
            <a:ext cx="8229600" cy="1152127"/>
          </a:xfrm>
        </p:spPr>
        <p:txBody>
          <a:bodyPr/>
          <a:lstStyle/>
          <a:p>
            <a:r>
              <a:rPr lang="en-US" altLang="zh-CN" dirty="0"/>
              <a:t>0. </a:t>
            </a:r>
            <a:r>
              <a:rPr lang="zh-CN" altLang="en-US" dirty="0"/>
              <a:t>案例：工单提交流程</a:t>
            </a:r>
          </a:p>
        </p:txBody>
      </p:sp>
      <p:sp>
        <p:nvSpPr>
          <p:cNvPr id="60420"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A9864994-A6D1-4F22-AAE8-4DD947805B58}" type="slidenum">
              <a:rPr lang="en-US" altLang="zh-CN" smtClean="0"/>
              <a:pPr eaLnBrk="1" hangingPunct="1"/>
              <a:t>59</a:t>
            </a:fld>
            <a:endParaRPr lang="en-US" altLang="zh-CN"/>
          </a:p>
        </p:txBody>
      </p:sp>
      <p:sp>
        <p:nvSpPr>
          <p:cNvPr id="10" name="流程图: 可选过程 9"/>
          <p:cNvSpPr/>
          <p:nvPr/>
        </p:nvSpPr>
        <p:spPr>
          <a:xfrm>
            <a:off x="5600114" y="980579"/>
            <a:ext cx="648072" cy="4320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t>开始</a:t>
            </a:r>
          </a:p>
        </p:txBody>
      </p:sp>
      <p:sp>
        <p:nvSpPr>
          <p:cNvPr id="11" name="流程图: 数据 10"/>
          <p:cNvSpPr/>
          <p:nvPr/>
        </p:nvSpPr>
        <p:spPr>
          <a:xfrm>
            <a:off x="5076056" y="1672194"/>
            <a:ext cx="1684987" cy="352784"/>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t>接受工单</a:t>
            </a:r>
          </a:p>
        </p:txBody>
      </p:sp>
      <p:cxnSp>
        <p:nvCxnSpPr>
          <p:cNvPr id="12" name="直接箭头连接符 11"/>
          <p:cNvCxnSpPr>
            <a:stCxn id="10" idx="2"/>
            <a:endCxn id="11" idx="1"/>
          </p:cNvCxnSpPr>
          <p:nvPr/>
        </p:nvCxnSpPr>
        <p:spPr>
          <a:xfrm flipH="1">
            <a:off x="5918550" y="1412627"/>
            <a:ext cx="5600" cy="259567"/>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3" name="直接箭头连接符 12"/>
          <p:cNvCxnSpPr>
            <a:stCxn id="19" idx="2"/>
          </p:cNvCxnSpPr>
          <p:nvPr/>
        </p:nvCxnSpPr>
        <p:spPr>
          <a:xfrm>
            <a:off x="5915080" y="2860609"/>
            <a:ext cx="0" cy="259567"/>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4" name="流程图: 可选过程 13"/>
          <p:cNvSpPr/>
          <p:nvPr/>
        </p:nvSpPr>
        <p:spPr>
          <a:xfrm>
            <a:off x="5600114" y="6365486"/>
            <a:ext cx="648072" cy="4320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t>结束</a:t>
            </a:r>
            <a:endParaRPr lang="en-US" altLang="zh-CN" sz="1600" dirty="0"/>
          </a:p>
        </p:txBody>
      </p:sp>
      <p:sp>
        <p:nvSpPr>
          <p:cNvPr id="15" name="流程图: 决策 14"/>
          <p:cNvSpPr/>
          <p:nvPr/>
        </p:nvSpPr>
        <p:spPr>
          <a:xfrm>
            <a:off x="4909261" y="3120176"/>
            <a:ext cx="2029777" cy="792088"/>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t>时间匹配？</a:t>
            </a:r>
          </a:p>
        </p:txBody>
      </p:sp>
      <p:cxnSp>
        <p:nvCxnSpPr>
          <p:cNvPr id="16" name="直接箭头连接符 15"/>
          <p:cNvCxnSpPr>
            <a:stCxn id="11" idx="4"/>
            <a:endCxn id="19" idx="0"/>
          </p:cNvCxnSpPr>
          <p:nvPr/>
        </p:nvCxnSpPr>
        <p:spPr>
          <a:xfrm flipH="1">
            <a:off x="5915080" y="2024978"/>
            <a:ext cx="3470" cy="259567"/>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7" name="文本框 16"/>
          <p:cNvSpPr txBox="1"/>
          <p:nvPr/>
        </p:nvSpPr>
        <p:spPr>
          <a:xfrm>
            <a:off x="6904430" y="3177666"/>
            <a:ext cx="310038" cy="338554"/>
          </a:xfrm>
          <a:prstGeom prst="rect">
            <a:avLst/>
          </a:prstGeom>
          <a:noFill/>
        </p:spPr>
        <p:txBody>
          <a:bodyPr wrap="square" rtlCol="0">
            <a:spAutoFit/>
          </a:bodyPr>
          <a:lstStyle/>
          <a:p>
            <a:r>
              <a:rPr lang="zh-CN" altLang="en-US" sz="1600" dirty="0"/>
              <a:t>否</a:t>
            </a:r>
          </a:p>
        </p:txBody>
      </p:sp>
      <p:sp>
        <p:nvSpPr>
          <p:cNvPr id="18" name="文本框 17"/>
          <p:cNvSpPr txBox="1"/>
          <p:nvPr/>
        </p:nvSpPr>
        <p:spPr>
          <a:xfrm>
            <a:off x="4394449" y="3207568"/>
            <a:ext cx="310038" cy="338554"/>
          </a:xfrm>
          <a:prstGeom prst="rect">
            <a:avLst/>
          </a:prstGeom>
          <a:noFill/>
        </p:spPr>
        <p:txBody>
          <a:bodyPr wrap="square" rtlCol="0">
            <a:spAutoFit/>
          </a:bodyPr>
          <a:lstStyle/>
          <a:p>
            <a:r>
              <a:rPr lang="zh-CN" altLang="en-US" sz="1600" dirty="0"/>
              <a:t>是</a:t>
            </a:r>
          </a:p>
        </p:txBody>
      </p:sp>
      <p:sp>
        <p:nvSpPr>
          <p:cNvPr id="19" name="流程图: 过程 18"/>
          <p:cNvSpPr/>
          <p:nvPr/>
        </p:nvSpPr>
        <p:spPr>
          <a:xfrm>
            <a:off x="5364219" y="2284545"/>
            <a:ext cx="1101722" cy="576064"/>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t>比较已支付时间</a:t>
            </a:r>
          </a:p>
        </p:txBody>
      </p:sp>
      <p:sp>
        <p:nvSpPr>
          <p:cNvPr id="20" name="流程图: 过程 19"/>
          <p:cNvSpPr/>
          <p:nvPr/>
        </p:nvSpPr>
        <p:spPr>
          <a:xfrm>
            <a:off x="3073934" y="3228188"/>
            <a:ext cx="1101722" cy="576064"/>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t>确认授权</a:t>
            </a:r>
          </a:p>
        </p:txBody>
      </p:sp>
      <p:sp>
        <p:nvSpPr>
          <p:cNvPr id="21" name="流程图: 决策 20"/>
          <p:cNvSpPr/>
          <p:nvPr/>
        </p:nvSpPr>
        <p:spPr>
          <a:xfrm>
            <a:off x="3361760" y="4040636"/>
            <a:ext cx="518458" cy="379298"/>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p>
        </p:txBody>
      </p:sp>
      <p:sp>
        <p:nvSpPr>
          <p:cNvPr id="22" name="流程图: 过程 21"/>
          <p:cNvSpPr/>
          <p:nvPr/>
        </p:nvSpPr>
        <p:spPr>
          <a:xfrm>
            <a:off x="3073934" y="4656318"/>
            <a:ext cx="1101722" cy="576064"/>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t>确认时间限制</a:t>
            </a:r>
          </a:p>
        </p:txBody>
      </p:sp>
      <p:sp>
        <p:nvSpPr>
          <p:cNvPr id="23" name="流程图: 决策 22"/>
          <p:cNvSpPr/>
          <p:nvPr/>
        </p:nvSpPr>
        <p:spPr>
          <a:xfrm>
            <a:off x="3361760" y="5440267"/>
            <a:ext cx="518458" cy="379298"/>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p>
        </p:txBody>
      </p:sp>
      <p:sp>
        <p:nvSpPr>
          <p:cNvPr id="24" name="流程图: 过程 23"/>
          <p:cNvSpPr/>
          <p:nvPr/>
        </p:nvSpPr>
        <p:spPr>
          <a:xfrm>
            <a:off x="7588054" y="3953323"/>
            <a:ext cx="1368151" cy="576064"/>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t>更新工作者的档案记录</a:t>
            </a:r>
          </a:p>
        </p:txBody>
      </p:sp>
      <p:sp>
        <p:nvSpPr>
          <p:cNvPr id="25" name="流程图: 过程 24"/>
          <p:cNvSpPr/>
          <p:nvPr/>
        </p:nvSpPr>
        <p:spPr>
          <a:xfrm>
            <a:off x="7724365" y="4811884"/>
            <a:ext cx="1101722" cy="576064"/>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t>向管理者发出通知</a:t>
            </a:r>
          </a:p>
        </p:txBody>
      </p:sp>
      <p:sp>
        <p:nvSpPr>
          <p:cNvPr id="26" name="流程图: 过程 25"/>
          <p:cNvSpPr/>
          <p:nvPr/>
        </p:nvSpPr>
        <p:spPr>
          <a:xfrm>
            <a:off x="7732070" y="5670445"/>
            <a:ext cx="1101722" cy="576064"/>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t>向工作者发出通知</a:t>
            </a:r>
          </a:p>
        </p:txBody>
      </p:sp>
      <p:cxnSp>
        <p:nvCxnSpPr>
          <p:cNvPr id="27" name="直接箭头连接符 26"/>
          <p:cNvCxnSpPr>
            <a:stCxn id="15" idx="1"/>
            <a:endCxn id="20" idx="3"/>
          </p:cNvCxnSpPr>
          <p:nvPr/>
        </p:nvCxnSpPr>
        <p:spPr>
          <a:xfrm flipH="1">
            <a:off x="4175656" y="3516220"/>
            <a:ext cx="733605"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8" name="肘形连接符 27"/>
          <p:cNvCxnSpPr>
            <a:stCxn id="15" idx="3"/>
            <a:endCxn id="24" idx="0"/>
          </p:cNvCxnSpPr>
          <p:nvPr/>
        </p:nvCxnSpPr>
        <p:spPr>
          <a:xfrm>
            <a:off x="6939038" y="3516220"/>
            <a:ext cx="1333092" cy="437103"/>
          </a:xfrm>
          <a:prstGeom prst="bentConnector2">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9" name="直接箭头连接符 28"/>
          <p:cNvCxnSpPr>
            <a:stCxn id="24" idx="2"/>
            <a:endCxn id="25" idx="0"/>
          </p:cNvCxnSpPr>
          <p:nvPr/>
        </p:nvCxnSpPr>
        <p:spPr>
          <a:xfrm>
            <a:off x="8272130" y="4529387"/>
            <a:ext cx="3096" cy="282497"/>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0" name="直接箭头连接符 29"/>
          <p:cNvCxnSpPr>
            <a:stCxn id="25" idx="2"/>
            <a:endCxn id="26" idx="0"/>
          </p:cNvCxnSpPr>
          <p:nvPr/>
        </p:nvCxnSpPr>
        <p:spPr>
          <a:xfrm>
            <a:off x="8275226" y="5387948"/>
            <a:ext cx="7705" cy="282497"/>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1" name="直接箭头连接符 30"/>
          <p:cNvCxnSpPr>
            <a:stCxn id="20" idx="2"/>
            <a:endCxn id="21" idx="0"/>
          </p:cNvCxnSpPr>
          <p:nvPr/>
        </p:nvCxnSpPr>
        <p:spPr>
          <a:xfrm flipH="1">
            <a:off x="3620989" y="3804252"/>
            <a:ext cx="3806" cy="236384"/>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2" name="直接箭头连接符 31"/>
          <p:cNvCxnSpPr>
            <a:stCxn id="21" idx="2"/>
            <a:endCxn id="22" idx="0"/>
          </p:cNvCxnSpPr>
          <p:nvPr/>
        </p:nvCxnSpPr>
        <p:spPr>
          <a:xfrm>
            <a:off x="3620989" y="4419934"/>
            <a:ext cx="3806" cy="236384"/>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3" name="直接箭头连接符 32"/>
          <p:cNvCxnSpPr>
            <a:stCxn id="22" idx="2"/>
            <a:endCxn id="23" idx="0"/>
          </p:cNvCxnSpPr>
          <p:nvPr/>
        </p:nvCxnSpPr>
        <p:spPr>
          <a:xfrm flipH="1">
            <a:off x="3620989" y="5232382"/>
            <a:ext cx="3806" cy="207885"/>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4" name="直接箭头连接符 33"/>
          <p:cNvCxnSpPr>
            <a:stCxn id="21" idx="3"/>
            <a:endCxn id="24" idx="1"/>
          </p:cNvCxnSpPr>
          <p:nvPr/>
        </p:nvCxnSpPr>
        <p:spPr>
          <a:xfrm>
            <a:off x="3880218" y="4230285"/>
            <a:ext cx="3707836" cy="1107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5" name="肘形连接符 34"/>
          <p:cNvCxnSpPr>
            <a:stCxn id="23" idx="3"/>
            <a:endCxn id="24" idx="1"/>
          </p:cNvCxnSpPr>
          <p:nvPr/>
        </p:nvCxnSpPr>
        <p:spPr>
          <a:xfrm flipV="1">
            <a:off x="3880218" y="4241355"/>
            <a:ext cx="3707836" cy="1388561"/>
          </a:xfrm>
          <a:prstGeom prst="bentConnector3">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6" name="肘形连接符 35"/>
          <p:cNvCxnSpPr>
            <a:stCxn id="23" idx="2"/>
            <a:endCxn id="14" idx="1"/>
          </p:cNvCxnSpPr>
          <p:nvPr/>
        </p:nvCxnSpPr>
        <p:spPr>
          <a:xfrm rot="16200000" flipH="1">
            <a:off x="4229579" y="5210974"/>
            <a:ext cx="761945" cy="1979125"/>
          </a:xfrm>
          <a:prstGeom prst="bentConnector2">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7" name="肘形连接符 36"/>
          <p:cNvCxnSpPr>
            <a:stCxn id="26" idx="2"/>
            <a:endCxn id="14" idx="3"/>
          </p:cNvCxnSpPr>
          <p:nvPr/>
        </p:nvCxnSpPr>
        <p:spPr>
          <a:xfrm rot="5400000">
            <a:off x="7098059" y="5396637"/>
            <a:ext cx="335001" cy="2034745"/>
          </a:xfrm>
          <a:prstGeom prst="bentConnector2">
            <a:avLst/>
          </a:prstGeom>
          <a:ln>
            <a:tailEnd type="triangle"/>
          </a:ln>
        </p:spPr>
        <p:style>
          <a:lnRef idx="3">
            <a:schemeClr val="accent1"/>
          </a:lnRef>
          <a:fillRef idx="0">
            <a:schemeClr val="accent1"/>
          </a:fillRef>
          <a:effectRef idx="2">
            <a:schemeClr val="accent1"/>
          </a:effectRef>
          <a:fontRef idx="minor">
            <a:schemeClr val="tx1"/>
          </a:fontRef>
        </p:style>
      </p:cxnSp>
      <p:sp>
        <p:nvSpPr>
          <p:cNvPr id="38" name="文本框 37"/>
          <p:cNvSpPr txBox="1"/>
          <p:nvPr/>
        </p:nvSpPr>
        <p:spPr>
          <a:xfrm flipH="1">
            <a:off x="3689128" y="4304665"/>
            <a:ext cx="354386" cy="338554"/>
          </a:xfrm>
          <a:prstGeom prst="rect">
            <a:avLst/>
          </a:prstGeom>
          <a:noFill/>
        </p:spPr>
        <p:txBody>
          <a:bodyPr wrap="square" rtlCol="0">
            <a:spAutoFit/>
          </a:bodyPr>
          <a:lstStyle/>
          <a:p>
            <a:r>
              <a:rPr lang="zh-CN" altLang="en-US" sz="1600" dirty="0"/>
              <a:t>是</a:t>
            </a:r>
          </a:p>
        </p:txBody>
      </p:sp>
      <p:sp>
        <p:nvSpPr>
          <p:cNvPr id="39" name="文本框 38"/>
          <p:cNvSpPr txBox="1"/>
          <p:nvPr/>
        </p:nvSpPr>
        <p:spPr>
          <a:xfrm flipH="1">
            <a:off x="3620989" y="5789200"/>
            <a:ext cx="354386" cy="338554"/>
          </a:xfrm>
          <a:prstGeom prst="rect">
            <a:avLst/>
          </a:prstGeom>
          <a:noFill/>
        </p:spPr>
        <p:txBody>
          <a:bodyPr wrap="square" rtlCol="0">
            <a:spAutoFit/>
          </a:bodyPr>
          <a:lstStyle/>
          <a:p>
            <a:r>
              <a:rPr lang="zh-CN" altLang="en-US" sz="1600" dirty="0"/>
              <a:t>是</a:t>
            </a:r>
          </a:p>
        </p:txBody>
      </p:sp>
      <p:sp>
        <p:nvSpPr>
          <p:cNvPr id="40" name="文本框 39"/>
          <p:cNvSpPr txBox="1"/>
          <p:nvPr/>
        </p:nvSpPr>
        <p:spPr>
          <a:xfrm>
            <a:off x="4089937" y="5291362"/>
            <a:ext cx="310038" cy="338554"/>
          </a:xfrm>
          <a:prstGeom prst="rect">
            <a:avLst/>
          </a:prstGeom>
          <a:noFill/>
        </p:spPr>
        <p:txBody>
          <a:bodyPr wrap="square" rtlCol="0">
            <a:spAutoFit/>
          </a:bodyPr>
          <a:lstStyle/>
          <a:p>
            <a:r>
              <a:rPr lang="zh-CN" altLang="en-US" sz="1600" dirty="0"/>
              <a:t>否</a:t>
            </a:r>
          </a:p>
        </p:txBody>
      </p:sp>
      <p:sp>
        <p:nvSpPr>
          <p:cNvPr id="41" name="文本框 40"/>
          <p:cNvSpPr txBox="1"/>
          <p:nvPr/>
        </p:nvSpPr>
        <p:spPr>
          <a:xfrm>
            <a:off x="3981303" y="3841371"/>
            <a:ext cx="310038" cy="338554"/>
          </a:xfrm>
          <a:prstGeom prst="rect">
            <a:avLst/>
          </a:prstGeom>
          <a:noFill/>
        </p:spPr>
        <p:txBody>
          <a:bodyPr wrap="square" rtlCol="0">
            <a:spAutoFit/>
          </a:bodyPr>
          <a:lstStyle/>
          <a:p>
            <a:r>
              <a:rPr lang="zh-CN" altLang="en-US" sz="1600" dirty="0"/>
              <a:t>否</a:t>
            </a:r>
          </a:p>
        </p:txBody>
      </p:sp>
    </p:spTree>
    <p:custDataLst>
      <p:tags r:id="rId1"/>
    </p:custDataLst>
  </p:cSld>
  <p:clrMapOvr>
    <a:masterClrMapping/>
  </p:clrMapOvr>
  <p:transition spd="slow"/>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1"/>
          <p:cNvSpPr>
            <a:spLocks noGrp="1"/>
          </p:cNvSpPr>
          <p:nvPr>
            <p:ph type="title"/>
          </p:nvPr>
        </p:nvSpPr>
        <p:spPr/>
        <p:txBody>
          <a:bodyPr/>
          <a:lstStyle/>
          <a:p>
            <a:r>
              <a:rPr lang="zh-CN" altLang="en-US"/>
              <a:t>面向服务的业务流程设计</a:t>
            </a:r>
            <a:r>
              <a:rPr lang="en-US" altLang="zh-CN"/>
              <a:t> II</a:t>
            </a:r>
            <a:endParaRPr lang="zh-CN" altLang="en-US"/>
          </a:p>
        </p:txBody>
      </p:sp>
      <p:sp>
        <p:nvSpPr>
          <p:cNvPr id="60419" name="内容占位符 2"/>
          <p:cNvSpPr>
            <a:spLocks noGrp="1"/>
          </p:cNvSpPr>
          <p:nvPr>
            <p:ph idx="1"/>
          </p:nvPr>
        </p:nvSpPr>
        <p:spPr>
          <a:xfrm>
            <a:off x="457200" y="1052737"/>
            <a:ext cx="8229600" cy="1152127"/>
          </a:xfrm>
        </p:spPr>
        <p:txBody>
          <a:bodyPr/>
          <a:lstStyle/>
          <a:p>
            <a:r>
              <a:rPr lang="en-US" altLang="zh-CN" dirty="0"/>
              <a:t>0. </a:t>
            </a:r>
            <a:r>
              <a:rPr lang="zh-CN" altLang="en-US" dirty="0"/>
              <a:t>案例：工单提交流程</a:t>
            </a:r>
          </a:p>
        </p:txBody>
      </p:sp>
      <p:sp>
        <p:nvSpPr>
          <p:cNvPr id="60420"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A9864994-A6D1-4F22-AAE8-4DD947805B58}" type="slidenum">
              <a:rPr lang="en-US" altLang="zh-CN" smtClean="0"/>
              <a:pPr eaLnBrk="1" hangingPunct="1"/>
              <a:t>60</a:t>
            </a:fld>
            <a:endParaRPr lang="en-US" altLang="zh-CN"/>
          </a:p>
        </p:txBody>
      </p:sp>
      <p:pic>
        <p:nvPicPr>
          <p:cNvPr id="3" name="图片 2"/>
          <p:cNvPicPr>
            <a:picLocks noChangeAspect="1"/>
          </p:cNvPicPr>
          <p:nvPr/>
        </p:nvPicPr>
        <p:blipFill>
          <a:blip r:embed="rId4"/>
          <a:stretch>
            <a:fillRect/>
          </a:stretch>
        </p:blipFill>
        <p:spPr>
          <a:xfrm>
            <a:off x="2411760" y="2060848"/>
            <a:ext cx="4320480" cy="4174958"/>
          </a:xfrm>
          <a:prstGeom prst="rect">
            <a:avLst/>
          </a:prstGeom>
        </p:spPr>
      </p:pic>
    </p:spTree>
    <p:custDataLst>
      <p:tags r:id="rId1"/>
    </p:custDataLst>
    <p:extLst>
      <p:ext uri="{BB962C8B-B14F-4D97-AF65-F5344CB8AC3E}">
        <p14:creationId xmlns:p14="http://schemas.microsoft.com/office/powerpoint/2010/main" val="2264127445"/>
      </p:ext>
    </p:extLst>
  </p:cSld>
  <p:clrMapOvr>
    <a:masterClrMapping/>
  </p:clrMapOvr>
  <p:transition spd="slow"/>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1"/>
          <p:cNvSpPr>
            <a:spLocks noGrp="1"/>
          </p:cNvSpPr>
          <p:nvPr>
            <p:ph type="title"/>
          </p:nvPr>
        </p:nvSpPr>
        <p:spPr/>
        <p:txBody>
          <a:bodyPr/>
          <a:lstStyle/>
          <a:p>
            <a:r>
              <a:rPr lang="zh-CN" altLang="en-US"/>
              <a:t>面向服务的业务流程设计</a:t>
            </a:r>
            <a:r>
              <a:rPr lang="en-US" altLang="zh-CN"/>
              <a:t> II</a:t>
            </a:r>
            <a:endParaRPr lang="zh-CN" altLang="en-US"/>
          </a:p>
        </p:txBody>
      </p:sp>
      <p:sp>
        <p:nvSpPr>
          <p:cNvPr id="60419" name="内容占位符 2"/>
          <p:cNvSpPr>
            <a:spLocks noGrp="1"/>
          </p:cNvSpPr>
          <p:nvPr>
            <p:ph idx="1"/>
          </p:nvPr>
        </p:nvSpPr>
        <p:spPr>
          <a:xfrm>
            <a:off x="457200" y="1052737"/>
            <a:ext cx="8229600" cy="1152127"/>
          </a:xfrm>
        </p:spPr>
        <p:txBody>
          <a:bodyPr/>
          <a:lstStyle/>
          <a:p>
            <a:r>
              <a:rPr lang="en-US" altLang="zh-CN" dirty="0"/>
              <a:t>0. </a:t>
            </a:r>
            <a:r>
              <a:rPr lang="zh-CN" altLang="en-US" dirty="0"/>
              <a:t>案例：工单提交流程</a:t>
            </a:r>
          </a:p>
        </p:txBody>
      </p:sp>
      <p:sp>
        <p:nvSpPr>
          <p:cNvPr id="60420"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A9864994-A6D1-4F22-AAE8-4DD947805B58}" type="slidenum">
              <a:rPr lang="en-US" altLang="zh-CN" smtClean="0"/>
              <a:pPr eaLnBrk="1" hangingPunct="1"/>
              <a:t>61</a:t>
            </a:fld>
            <a:endParaRPr lang="en-US" altLang="zh-CN"/>
          </a:p>
        </p:txBody>
      </p:sp>
      <p:pic>
        <p:nvPicPr>
          <p:cNvPr id="2" name="图片 1"/>
          <p:cNvPicPr>
            <a:picLocks noChangeAspect="1"/>
          </p:cNvPicPr>
          <p:nvPr/>
        </p:nvPicPr>
        <p:blipFill>
          <a:blip r:embed="rId4"/>
          <a:stretch>
            <a:fillRect/>
          </a:stretch>
        </p:blipFill>
        <p:spPr>
          <a:xfrm>
            <a:off x="179512" y="2060848"/>
            <a:ext cx="5586586" cy="3977205"/>
          </a:xfrm>
          <a:prstGeom prst="rect">
            <a:avLst/>
          </a:prstGeom>
        </p:spPr>
      </p:pic>
      <p:pic>
        <p:nvPicPr>
          <p:cNvPr id="3" name="图片 2"/>
          <p:cNvPicPr>
            <a:picLocks noChangeAspect="1"/>
          </p:cNvPicPr>
          <p:nvPr/>
        </p:nvPicPr>
        <p:blipFill>
          <a:blip r:embed="rId5"/>
          <a:stretch>
            <a:fillRect/>
          </a:stretch>
        </p:blipFill>
        <p:spPr>
          <a:xfrm>
            <a:off x="6084168" y="2492896"/>
            <a:ext cx="2839392" cy="2762824"/>
          </a:xfrm>
          <a:prstGeom prst="rect">
            <a:avLst/>
          </a:prstGeom>
        </p:spPr>
      </p:pic>
    </p:spTree>
    <p:custDataLst>
      <p:tags r:id="rId1"/>
    </p:custDataLst>
    <p:extLst>
      <p:ext uri="{BB962C8B-B14F-4D97-AF65-F5344CB8AC3E}">
        <p14:creationId xmlns:p14="http://schemas.microsoft.com/office/powerpoint/2010/main" val="2868868249"/>
      </p:ext>
    </p:extLst>
  </p:cSld>
  <p:clrMapOvr>
    <a:masterClrMapping/>
  </p:clrMapOvr>
  <p:transition spd="slow"/>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p:cNvSpPr>
            <a:spLocks noGrp="1"/>
          </p:cNvSpPr>
          <p:nvPr>
            <p:ph type="title"/>
          </p:nvPr>
        </p:nvSpPr>
        <p:spPr/>
        <p:txBody>
          <a:bodyPr/>
          <a:lstStyle/>
          <a:p>
            <a:r>
              <a:rPr lang="zh-CN" altLang="en-US"/>
              <a:t>面向服务的业务流程设计</a:t>
            </a:r>
            <a:r>
              <a:rPr lang="en-US" altLang="zh-CN"/>
              <a:t> III</a:t>
            </a:r>
            <a:endParaRPr lang="zh-CN" altLang="en-US"/>
          </a:p>
        </p:txBody>
      </p:sp>
      <p:sp>
        <p:nvSpPr>
          <p:cNvPr id="61443" name="内容占位符 2"/>
          <p:cNvSpPr>
            <a:spLocks noGrp="1"/>
          </p:cNvSpPr>
          <p:nvPr>
            <p:ph idx="1"/>
          </p:nvPr>
        </p:nvSpPr>
        <p:spPr>
          <a:xfrm>
            <a:off x="457200" y="1052737"/>
            <a:ext cx="8229600" cy="1368151"/>
          </a:xfrm>
        </p:spPr>
        <p:txBody>
          <a:bodyPr/>
          <a:lstStyle/>
          <a:p>
            <a:r>
              <a:rPr lang="en-US" altLang="zh-CN" dirty="0"/>
              <a:t>1. </a:t>
            </a:r>
            <a:r>
              <a:rPr lang="zh-CN" altLang="en-US" dirty="0"/>
              <a:t>刻画交互场景</a:t>
            </a:r>
            <a:endParaRPr lang="en-US" altLang="zh-CN" dirty="0"/>
          </a:p>
          <a:p>
            <a:pPr lvl="1"/>
            <a:r>
              <a:rPr lang="zh-CN" altLang="en-US" dirty="0"/>
              <a:t>工作流逻辑</a:t>
            </a:r>
          </a:p>
        </p:txBody>
      </p:sp>
      <p:sp>
        <p:nvSpPr>
          <p:cNvPr id="61444"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1DF3D597-6282-4969-B7B0-768F10DC55B9}" type="slidenum">
              <a:rPr lang="en-US" altLang="zh-CN" smtClean="0"/>
              <a:pPr eaLnBrk="1" hangingPunct="1"/>
              <a:t>62</a:t>
            </a:fld>
            <a:endParaRPr lang="en-US" altLang="zh-CN"/>
          </a:p>
        </p:txBody>
      </p:sp>
      <p:pic>
        <p:nvPicPr>
          <p:cNvPr id="2" name="图片 1"/>
          <p:cNvPicPr>
            <a:picLocks noChangeAspect="1"/>
          </p:cNvPicPr>
          <p:nvPr/>
        </p:nvPicPr>
        <p:blipFill>
          <a:blip r:embed="rId4"/>
          <a:stretch>
            <a:fillRect/>
          </a:stretch>
        </p:blipFill>
        <p:spPr>
          <a:xfrm>
            <a:off x="971600" y="2492896"/>
            <a:ext cx="7461784" cy="3743511"/>
          </a:xfrm>
          <a:prstGeom prst="rect">
            <a:avLst/>
          </a:prstGeom>
        </p:spPr>
      </p:pic>
    </p:spTree>
    <p:custDataLst>
      <p:tags r:id="rId1"/>
    </p:custDataLst>
    <p:extLst>
      <p:ext uri="{BB962C8B-B14F-4D97-AF65-F5344CB8AC3E}">
        <p14:creationId xmlns:p14="http://schemas.microsoft.com/office/powerpoint/2010/main" val="2844446712"/>
      </p:ext>
    </p:extLst>
  </p:cSld>
  <p:clrMapOvr>
    <a:masterClrMapping/>
  </p:clrMapOvr>
  <p:transition spd="slow"/>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p:cNvSpPr>
            <a:spLocks noGrp="1"/>
          </p:cNvSpPr>
          <p:nvPr>
            <p:ph type="title"/>
          </p:nvPr>
        </p:nvSpPr>
        <p:spPr/>
        <p:txBody>
          <a:bodyPr/>
          <a:lstStyle/>
          <a:p>
            <a:r>
              <a:rPr lang="zh-CN" altLang="en-US"/>
              <a:t>面向服务的业务流程设计</a:t>
            </a:r>
            <a:r>
              <a:rPr lang="en-US" altLang="zh-CN"/>
              <a:t> III</a:t>
            </a:r>
            <a:endParaRPr lang="zh-CN" altLang="en-US"/>
          </a:p>
        </p:txBody>
      </p:sp>
      <p:sp>
        <p:nvSpPr>
          <p:cNvPr id="61443" name="内容占位符 2"/>
          <p:cNvSpPr>
            <a:spLocks noGrp="1"/>
          </p:cNvSpPr>
          <p:nvPr>
            <p:ph idx="1"/>
          </p:nvPr>
        </p:nvSpPr>
        <p:spPr>
          <a:xfrm>
            <a:off x="457200" y="1052737"/>
            <a:ext cx="8229600" cy="1368151"/>
          </a:xfrm>
        </p:spPr>
        <p:txBody>
          <a:bodyPr/>
          <a:lstStyle/>
          <a:p>
            <a:r>
              <a:rPr lang="en-US" altLang="zh-CN" dirty="0"/>
              <a:t>1. </a:t>
            </a:r>
            <a:r>
              <a:rPr lang="zh-CN" altLang="en-US" dirty="0"/>
              <a:t>刻画交互场景</a:t>
            </a:r>
            <a:endParaRPr lang="en-US" altLang="zh-CN" dirty="0"/>
          </a:p>
          <a:p>
            <a:pPr lvl="1"/>
            <a:r>
              <a:rPr lang="zh-CN" altLang="en-US" dirty="0"/>
              <a:t>工作流逻辑</a:t>
            </a:r>
          </a:p>
        </p:txBody>
      </p:sp>
      <p:sp>
        <p:nvSpPr>
          <p:cNvPr id="61444"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1DF3D597-6282-4969-B7B0-768F10DC55B9}" type="slidenum">
              <a:rPr lang="en-US" altLang="zh-CN" smtClean="0"/>
              <a:pPr eaLnBrk="1" hangingPunct="1"/>
              <a:t>63</a:t>
            </a:fld>
            <a:endParaRPr lang="en-US" altLang="zh-CN"/>
          </a:p>
        </p:txBody>
      </p:sp>
      <p:pic>
        <p:nvPicPr>
          <p:cNvPr id="2" name="图片 1"/>
          <p:cNvPicPr>
            <a:picLocks noChangeAspect="1"/>
          </p:cNvPicPr>
          <p:nvPr/>
        </p:nvPicPr>
        <p:blipFill>
          <a:blip r:embed="rId4"/>
          <a:stretch>
            <a:fillRect/>
          </a:stretch>
        </p:blipFill>
        <p:spPr>
          <a:xfrm>
            <a:off x="1547664" y="2205994"/>
            <a:ext cx="6264696" cy="4255131"/>
          </a:xfrm>
          <a:prstGeom prst="rect">
            <a:avLst/>
          </a:prstGeom>
        </p:spPr>
      </p:pic>
    </p:spTree>
    <p:custDataLst>
      <p:tags r:id="rId1"/>
    </p:custDataLst>
  </p:cSld>
  <p:clrMapOvr>
    <a:masterClrMapping/>
  </p:clrMapOvr>
  <p:transition spd="slow"/>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
          <p:cNvSpPr>
            <a:spLocks noGrp="1"/>
          </p:cNvSpPr>
          <p:nvPr>
            <p:ph type="title"/>
          </p:nvPr>
        </p:nvSpPr>
        <p:spPr/>
        <p:txBody>
          <a:bodyPr/>
          <a:lstStyle/>
          <a:p>
            <a:r>
              <a:rPr lang="zh-CN" altLang="en-US"/>
              <a:t>面向服务的业务流程设计</a:t>
            </a:r>
            <a:r>
              <a:rPr lang="en-US" altLang="zh-CN"/>
              <a:t> IV</a:t>
            </a:r>
            <a:endParaRPr lang="zh-CN" altLang="en-US"/>
          </a:p>
        </p:txBody>
      </p:sp>
      <p:sp>
        <p:nvSpPr>
          <p:cNvPr id="62467" name="内容占位符 6"/>
          <p:cNvSpPr>
            <a:spLocks noGrp="1"/>
          </p:cNvSpPr>
          <p:nvPr>
            <p:ph idx="1"/>
          </p:nvPr>
        </p:nvSpPr>
        <p:spPr>
          <a:xfrm>
            <a:off x="457200" y="1412776"/>
            <a:ext cx="8229600" cy="1944215"/>
          </a:xfrm>
        </p:spPr>
        <p:txBody>
          <a:bodyPr/>
          <a:lstStyle/>
          <a:p>
            <a:r>
              <a:rPr lang="en-US" altLang="zh-CN" dirty="0"/>
              <a:t>1. </a:t>
            </a:r>
            <a:r>
              <a:rPr lang="zh-CN" altLang="en-US" dirty="0"/>
              <a:t>刻画交互场景</a:t>
            </a:r>
            <a:endParaRPr lang="en-US" altLang="zh-CN" dirty="0"/>
          </a:p>
          <a:p>
            <a:pPr lvl="1"/>
            <a:r>
              <a:rPr lang="zh-CN" altLang="en-US" dirty="0"/>
              <a:t>可用的工作流逻辑</a:t>
            </a:r>
            <a:endParaRPr lang="en-US" altLang="zh-CN" dirty="0"/>
          </a:p>
          <a:p>
            <a:pPr lvl="1"/>
            <a:r>
              <a:rPr lang="zh-CN" altLang="en-US" dirty="0"/>
              <a:t>现存服务候选</a:t>
            </a:r>
            <a:endParaRPr lang="en-US" altLang="zh-CN" dirty="0"/>
          </a:p>
          <a:p>
            <a:pPr lvl="1"/>
            <a:r>
              <a:rPr lang="zh-CN" altLang="en-US" dirty="0"/>
              <a:t>现存服务设计</a:t>
            </a:r>
          </a:p>
        </p:txBody>
      </p:sp>
      <p:sp>
        <p:nvSpPr>
          <p:cNvPr id="62468"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F39B325-AC11-4A61-86D8-B9AD827D4D23}" type="slidenum">
              <a:rPr lang="en-US" altLang="zh-CN" smtClean="0"/>
              <a:pPr eaLnBrk="1" hangingPunct="1"/>
              <a:t>64</a:t>
            </a:fld>
            <a:endParaRPr lang="en-US" altLang="zh-CN"/>
          </a:p>
        </p:txBody>
      </p:sp>
      <p:pic>
        <p:nvPicPr>
          <p:cNvPr id="2" name="图片 1"/>
          <p:cNvPicPr>
            <a:picLocks noChangeAspect="1"/>
          </p:cNvPicPr>
          <p:nvPr/>
        </p:nvPicPr>
        <p:blipFill>
          <a:blip r:embed="rId3"/>
          <a:stretch>
            <a:fillRect/>
          </a:stretch>
        </p:blipFill>
        <p:spPr>
          <a:xfrm>
            <a:off x="1547664" y="3912643"/>
            <a:ext cx="6277969" cy="2548482"/>
          </a:xfrm>
          <a:prstGeom prst="rect">
            <a:avLst/>
          </a:prstGeom>
        </p:spPr>
      </p:pic>
    </p:spTree>
  </p:cSld>
  <p:clrMapOvr>
    <a:masterClrMapping/>
  </p:clrMapOvr>
  <p:transition spd="slow"/>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p:cNvSpPr>
            <a:spLocks noGrp="1"/>
          </p:cNvSpPr>
          <p:nvPr>
            <p:ph type="title"/>
          </p:nvPr>
        </p:nvSpPr>
        <p:spPr/>
        <p:txBody>
          <a:bodyPr/>
          <a:lstStyle/>
          <a:p>
            <a:r>
              <a:rPr lang="zh-CN" altLang="en-US"/>
              <a:t>面向服务的业务流程设计</a:t>
            </a:r>
            <a:r>
              <a:rPr lang="en-US" altLang="zh-CN"/>
              <a:t> V</a:t>
            </a:r>
            <a:endParaRPr lang="zh-CN" altLang="en-US"/>
          </a:p>
        </p:txBody>
      </p:sp>
      <p:sp>
        <p:nvSpPr>
          <p:cNvPr id="3" name="内容占位符 2"/>
          <p:cNvSpPr>
            <a:spLocks noGrp="1"/>
          </p:cNvSpPr>
          <p:nvPr>
            <p:ph idx="1"/>
          </p:nvPr>
        </p:nvSpPr>
        <p:spPr>
          <a:xfrm>
            <a:off x="457200" y="1340768"/>
            <a:ext cx="5338763" cy="5040560"/>
          </a:xfrm>
        </p:spPr>
        <p:txBody>
          <a:bodyPr>
            <a:normAutofit fontScale="47500" lnSpcReduction="20000"/>
          </a:bodyPr>
          <a:lstStyle/>
          <a:p>
            <a:pPr>
              <a:lnSpc>
                <a:spcPct val="120000"/>
              </a:lnSpc>
              <a:defRPr/>
            </a:pPr>
            <a:r>
              <a:rPr lang="en-US" altLang="zh-CN" sz="5900" dirty="0"/>
              <a:t>2.</a:t>
            </a:r>
            <a:r>
              <a:rPr lang="zh-CN" altLang="en-US" sz="5900" dirty="0"/>
              <a:t>设计流程服务接口</a:t>
            </a:r>
            <a:endParaRPr lang="en-US" altLang="zh-CN" sz="5900" dirty="0"/>
          </a:p>
          <a:p>
            <a:pPr lvl="1">
              <a:lnSpc>
                <a:spcPct val="120000"/>
              </a:lnSpc>
              <a:defRPr/>
            </a:pPr>
            <a:r>
              <a:rPr lang="zh-CN" altLang="en-US" sz="4200" dirty="0"/>
              <a:t>将处理每个操作所需的输入值和输出值文档化，使用处理操作所需的</a:t>
            </a:r>
            <a:r>
              <a:rPr lang="en-US" altLang="zh-CN" sz="4200" dirty="0"/>
              <a:t>XSD schema</a:t>
            </a:r>
            <a:r>
              <a:rPr lang="zh-CN" altLang="en-US" sz="4200" dirty="0"/>
              <a:t>类型填写</a:t>
            </a:r>
            <a:r>
              <a:rPr lang="en-US" altLang="zh-CN" sz="4200" dirty="0"/>
              <a:t> Type</a:t>
            </a:r>
            <a:r>
              <a:rPr lang="zh-CN" altLang="en-US" sz="4200" dirty="0"/>
              <a:t>部分。如果必要，使用单独的文件记录</a:t>
            </a:r>
            <a:r>
              <a:rPr lang="en-US" altLang="zh-CN" sz="4200" dirty="0"/>
              <a:t>XSD schema </a:t>
            </a:r>
            <a:r>
              <a:rPr lang="zh-CN" altLang="en-US" sz="4200" dirty="0"/>
              <a:t>信息</a:t>
            </a:r>
            <a:endParaRPr lang="en-US" altLang="zh-CN" sz="4200" dirty="0"/>
          </a:p>
          <a:p>
            <a:pPr lvl="1">
              <a:lnSpc>
                <a:spcPct val="120000"/>
              </a:lnSpc>
              <a:defRPr/>
            </a:pPr>
            <a:r>
              <a:rPr lang="zh-CN" altLang="en-US" sz="4200" dirty="0"/>
              <a:t>通过创建</a:t>
            </a:r>
            <a:r>
              <a:rPr lang="en-US" altLang="zh-CN" sz="4200" dirty="0" err="1"/>
              <a:t>portType</a:t>
            </a:r>
            <a:r>
              <a:rPr lang="en-US" altLang="zh-CN" sz="4200" dirty="0"/>
              <a:t>/interface</a:t>
            </a:r>
            <a:r>
              <a:rPr lang="zh-CN" altLang="en-US" sz="4200" dirty="0"/>
              <a:t>域构建</a:t>
            </a:r>
            <a:r>
              <a:rPr lang="en-US" altLang="zh-CN" sz="4200" dirty="0"/>
              <a:t>WSDL </a:t>
            </a:r>
            <a:r>
              <a:rPr lang="zh-CN" altLang="en-US" sz="4200" dirty="0"/>
              <a:t>定义，并加入识别出的</a:t>
            </a:r>
            <a:r>
              <a:rPr lang="en-US" altLang="zh-CN" sz="4200" dirty="0"/>
              <a:t>operation</a:t>
            </a:r>
            <a:r>
              <a:rPr lang="zh-CN" altLang="en-US" sz="4200" dirty="0"/>
              <a:t>。然后添加通过</a:t>
            </a:r>
            <a:r>
              <a:rPr lang="en-US" altLang="zh-CN" sz="4200" dirty="0"/>
              <a:t>part</a:t>
            </a:r>
            <a:r>
              <a:rPr lang="zh-CN" altLang="en-US" sz="4200" dirty="0"/>
              <a:t>子元素引用了恰当的</a:t>
            </a:r>
            <a:r>
              <a:rPr lang="en-US" altLang="zh-CN" sz="4200" dirty="0"/>
              <a:t>schema</a:t>
            </a:r>
            <a:r>
              <a:rPr lang="zh-CN" altLang="en-US" sz="4200" dirty="0"/>
              <a:t>类型的</a:t>
            </a:r>
            <a:r>
              <a:rPr lang="en-US" altLang="zh-CN" sz="4200" dirty="0" err="1"/>
              <a:t>messsage</a:t>
            </a:r>
            <a:r>
              <a:rPr lang="en-US" altLang="zh-CN" sz="4200" dirty="0"/>
              <a:t> </a:t>
            </a:r>
            <a:r>
              <a:rPr lang="zh-CN" altLang="en-US" sz="4200" dirty="0"/>
              <a:t>结构。遵循和其他</a:t>
            </a:r>
            <a:r>
              <a:rPr lang="en-US" altLang="zh-CN" sz="4200" dirty="0"/>
              <a:t>WSDL</a:t>
            </a:r>
            <a:r>
              <a:rPr lang="zh-CN" altLang="en-US" sz="4200" dirty="0"/>
              <a:t>定义一致的命名规范</a:t>
            </a:r>
            <a:endParaRPr lang="en-US" altLang="zh-CN" sz="4200" dirty="0"/>
          </a:p>
          <a:p>
            <a:pPr lvl="1">
              <a:lnSpc>
                <a:spcPct val="120000"/>
              </a:lnSpc>
              <a:defRPr/>
            </a:pPr>
            <a:r>
              <a:rPr lang="zh-CN" altLang="en-US" sz="4200" dirty="0">
                <a:cs typeface="+mn-cs"/>
              </a:rPr>
              <a:t>通过</a:t>
            </a:r>
            <a:r>
              <a:rPr lang="en-US" altLang="zh-CN" sz="4200" dirty="0"/>
              <a:t>documentation</a:t>
            </a:r>
            <a:r>
              <a:rPr lang="zh-CN" altLang="en-US" sz="4200" dirty="0">
                <a:cs typeface="+mn-cs"/>
              </a:rPr>
              <a:t>元素增加元信息。</a:t>
            </a:r>
          </a:p>
          <a:p>
            <a:pPr lvl="1">
              <a:lnSpc>
                <a:spcPct val="120000"/>
              </a:lnSpc>
              <a:defRPr/>
            </a:pPr>
            <a:r>
              <a:rPr lang="zh-CN" altLang="en-US" sz="4200" dirty="0">
                <a:cs typeface="+mn-cs"/>
              </a:rPr>
              <a:t>在建模工具的范围之内应用附加的设计标准</a:t>
            </a:r>
            <a:endParaRPr lang="zh-CN" altLang="en-US" dirty="0">
              <a:cs typeface="+mn-cs"/>
            </a:endParaRPr>
          </a:p>
        </p:txBody>
      </p:sp>
      <p:sp>
        <p:nvSpPr>
          <p:cNvPr id="63492"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196F463F-BAC6-4DF0-B9F4-C63932BD032A}" type="slidenum">
              <a:rPr lang="en-US" altLang="zh-CN" smtClean="0"/>
              <a:pPr eaLnBrk="1" hangingPunct="1"/>
              <a:t>65</a:t>
            </a:fld>
            <a:endParaRPr lang="en-US" altLang="zh-CN"/>
          </a:p>
        </p:txBody>
      </p:sp>
      <p:pic>
        <p:nvPicPr>
          <p:cNvPr id="2" name="图片 1"/>
          <p:cNvPicPr>
            <a:picLocks noChangeAspect="1"/>
          </p:cNvPicPr>
          <p:nvPr/>
        </p:nvPicPr>
        <p:blipFill>
          <a:blip r:embed="rId3"/>
          <a:stretch>
            <a:fillRect/>
          </a:stretch>
        </p:blipFill>
        <p:spPr>
          <a:xfrm>
            <a:off x="6012160" y="2636709"/>
            <a:ext cx="2808312" cy="2765107"/>
          </a:xfrm>
          <a:prstGeom prst="rect">
            <a:avLst/>
          </a:prstGeom>
        </p:spPr>
      </p:pic>
    </p:spTree>
  </p:cSld>
  <p:clrMapOvr>
    <a:masterClrMapping/>
  </p:clrMapOvr>
  <p:transition spd="slow"/>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1"/>
          <p:cNvSpPr>
            <a:spLocks noGrp="1"/>
          </p:cNvSpPr>
          <p:nvPr>
            <p:ph type="title"/>
          </p:nvPr>
        </p:nvSpPr>
        <p:spPr/>
        <p:txBody>
          <a:bodyPr/>
          <a:lstStyle/>
          <a:p>
            <a:r>
              <a:rPr lang="zh-CN" altLang="en-US"/>
              <a:t>面向服务的业务流程设计</a:t>
            </a:r>
            <a:r>
              <a:rPr lang="en-US" altLang="zh-CN"/>
              <a:t> VI</a:t>
            </a:r>
            <a:endParaRPr lang="zh-CN" altLang="en-US"/>
          </a:p>
        </p:txBody>
      </p:sp>
      <p:sp>
        <p:nvSpPr>
          <p:cNvPr id="64515"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22FCAB1A-8001-4753-A786-73AD69497FAF}" type="slidenum">
              <a:rPr lang="en-US" altLang="zh-CN" smtClean="0"/>
              <a:pPr eaLnBrk="1" hangingPunct="1"/>
              <a:t>66</a:t>
            </a:fld>
            <a:endParaRPr lang="en-US" altLang="zh-CN"/>
          </a:p>
        </p:txBody>
      </p:sp>
      <p:sp>
        <p:nvSpPr>
          <p:cNvPr id="8" name="Text Box 9"/>
          <p:cNvSpPr txBox="1">
            <a:spLocks noChangeArrowheads="1"/>
          </p:cNvSpPr>
          <p:nvPr/>
        </p:nvSpPr>
        <p:spPr bwMode="auto">
          <a:xfrm>
            <a:off x="592510" y="1198146"/>
            <a:ext cx="7958980" cy="5262979"/>
          </a:xfrm>
          <a:prstGeom prst="rect">
            <a:avLst/>
          </a:prstGeom>
          <a:noFill/>
          <a:ln w="19050">
            <a:solidFill>
              <a:schemeClr val="tx1"/>
            </a:solidFill>
            <a:miter lim="800000"/>
            <a:headEnd/>
            <a:tailEnd/>
          </a:ln>
        </p:spPr>
        <p:txBody>
          <a:bodyPr wrap="square">
            <a:spAutoFit/>
          </a:bodyPr>
          <a:lstStyle/>
          <a:p>
            <a:pPr>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definitions</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TimesheetSubmission</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targetNamespace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http://www.xmltc.com/tls/process/wsdl/</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http://schemas.xmlsoap.org/wsdl/</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xmlns:ts</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http://www.xmltc.com/tls/timesheet/schema/</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xmlns:tsd</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http://www.xmltc.com/tls/timesheetservice/schema/</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xmlns:soap</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http://schemas.xmlsoap.org/wsdl/soap/</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xmlns:tns</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http://www.xmltc.com/tls/timesheet/wsdl/</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xmlns:plnk</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http://schemas.xmlsoap.org/ws/2003/05/partner-link/</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types</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de-DE" altLang="zh-CN" sz="1400" dirty="0">
                <a:solidFill>
                  <a:srgbClr val="000000"/>
                </a:solidFill>
                <a:highlight>
                  <a:srgbClr val="FFFFFF"/>
                </a:highlight>
                <a:latin typeface="Arial"/>
              </a:rPr>
              <a:t>        </a:t>
            </a:r>
            <a:r>
              <a:rPr lang="de-DE" altLang="zh-CN" sz="1400" dirty="0">
                <a:solidFill>
                  <a:srgbClr val="0000FF"/>
                </a:solidFill>
                <a:highlight>
                  <a:srgbClr val="FFFFFF"/>
                </a:highlight>
                <a:latin typeface="Arial"/>
              </a:rPr>
              <a:t>&lt;</a:t>
            </a:r>
            <a:r>
              <a:rPr lang="de-DE" altLang="zh-CN" sz="1400" dirty="0">
                <a:solidFill>
                  <a:srgbClr val="800000"/>
                </a:solidFill>
                <a:highlight>
                  <a:srgbClr val="FFFFFF"/>
                </a:highlight>
                <a:latin typeface="Arial"/>
              </a:rPr>
              <a:t>xsd:schema</a:t>
            </a:r>
            <a:r>
              <a:rPr lang="de-DE" altLang="zh-CN" sz="1400" dirty="0">
                <a:solidFill>
                  <a:srgbClr val="FF0000"/>
                </a:solidFill>
                <a:highlight>
                  <a:srgbClr val="FFFFFF"/>
                </a:highlight>
                <a:latin typeface="Arial"/>
              </a:rPr>
              <a:t> xmlns:xsd</a:t>
            </a:r>
            <a:r>
              <a:rPr lang="de-DE" altLang="zh-CN" sz="1400" dirty="0">
                <a:solidFill>
                  <a:srgbClr val="0000FF"/>
                </a:solidFill>
                <a:highlight>
                  <a:srgbClr val="FFFFFF"/>
                </a:highlight>
                <a:latin typeface="Arial"/>
              </a:rPr>
              <a:t>="</a:t>
            </a:r>
            <a:r>
              <a:rPr lang="de-DE" altLang="zh-CN" sz="1400" dirty="0">
                <a:solidFill>
                  <a:srgbClr val="000000"/>
                </a:solidFill>
                <a:highlight>
                  <a:srgbClr val="FFFFFF"/>
                </a:highlight>
                <a:latin typeface="Arial"/>
              </a:rPr>
              <a:t>http://www.w3.org/2001/XMLSchema</a:t>
            </a:r>
            <a:r>
              <a:rPr lang="de-DE" altLang="zh-CN" sz="1400" dirty="0">
                <a:solidFill>
                  <a:srgbClr val="0000FF"/>
                </a:solidFill>
                <a:highlight>
                  <a:srgbClr val="FFFFFF"/>
                </a:highlight>
                <a:latin typeface="Arial"/>
              </a:rPr>
              <a:t>"</a:t>
            </a:r>
            <a:r>
              <a:rPr lang="de-DE" altLang="zh-CN" sz="1400" dirty="0">
                <a:solidFill>
                  <a:srgbClr val="FF0000"/>
                </a:solidFill>
                <a:highlight>
                  <a:srgbClr val="FFFFFF"/>
                </a:highlight>
                <a:latin typeface="Arial"/>
              </a:rPr>
              <a:t> 	targetNamespace</a:t>
            </a:r>
            <a:r>
              <a:rPr lang="de-DE" altLang="zh-CN" sz="1400" dirty="0">
                <a:solidFill>
                  <a:srgbClr val="0000FF"/>
                </a:solidFill>
                <a:highlight>
                  <a:srgbClr val="FFFFFF"/>
                </a:highlight>
                <a:latin typeface="Arial"/>
              </a:rPr>
              <a:t>="</a:t>
            </a:r>
            <a:r>
              <a:rPr lang="de-DE" altLang="zh-CN" sz="1400" dirty="0">
                <a:solidFill>
                  <a:srgbClr val="000000"/>
                </a:solidFill>
                <a:highlight>
                  <a:srgbClr val="FFFFFF"/>
                </a:highlight>
                <a:latin typeface="Arial"/>
              </a:rPr>
              <a:t>http://www.xmltc.com/tls/</a:t>
            </a:r>
            <a:r>
              <a:rPr lang="en-US" altLang="zh-CN" sz="1400" dirty="0" err="1">
                <a:solidFill>
                  <a:srgbClr val="000000"/>
                </a:solidFill>
                <a:highlight>
                  <a:srgbClr val="FFFFFF"/>
                </a:highlight>
                <a:latin typeface="Arial"/>
              </a:rPr>
              <a:t>timesheetsubmissionservice</a:t>
            </a:r>
            <a:r>
              <a:rPr lang="en-US" altLang="zh-CN" sz="1400" dirty="0">
                <a:solidFill>
                  <a:srgbClr val="000000"/>
                </a:solidFill>
                <a:highlight>
                  <a:srgbClr val="FFFFFF"/>
                </a:highlight>
                <a:latin typeface="Arial"/>
              </a:rPr>
              <a:t>/schema/</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xsd:import</a:t>
            </a:r>
            <a:r>
              <a:rPr lang="en-US" altLang="zh-CN" sz="1400" dirty="0">
                <a:solidFill>
                  <a:srgbClr val="FF0000"/>
                </a:solidFill>
                <a:highlight>
                  <a:srgbClr val="FFFFFF"/>
                </a:highlight>
                <a:latin typeface="Arial"/>
              </a:rPr>
              <a:t> namespace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http://www.xmltc.com/tls/timesheet/schema/</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schemaLocation</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Timesheet.xsd</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xsd:element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Submit</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xsd:complexType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xsd:sequence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xsd:element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ContextID</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type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xsd:integer</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xsd:element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TimesheetDocument</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type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ts:TimesheetType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xsd:sequence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xsd:complexType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xsd:element</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xsd:schema</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types</a:t>
            </a:r>
            <a:r>
              <a:rPr lang="en-US" altLang="zh-CN" sz="1400" dirty="0">
                <a:solidFill>
                  <a:srgbClr val="0000FF"/>
                </a:solidFill>
                <a:highlight>
                  <a:srgbClr val="FFFFFF"/>
                </a:highlight>
                <a:latin typeface="Arial"/>
              </a:rPr>
              <a:t>&gt;</a:t>
            </a:r>
          </a:p>
          <a:p>
            <a:pPr>
              <a:defRPr/>
            </a:pPr>
            <a:r>
              <a:rPr lang="en-US" altLang="zh-CN" sz="1400" dirty="0">
                <a:solidFill>
                  <a:srgbClr val="0000FF"/>
                </a:solidFill>
                <a:highlight>
                  <a:srgbClr val="FFFFFF"/>
                </a:highlight>
                <a:latin typeface="Arial"/>
              </a:rPr>
              <a:t>…</a:t>
            </a:r>
            <a:endParaRPr lang="en-US" altLang="zh-CN" sz="1400" dirty="0">
              <a:solidFill>
                <a:srgbClr val="000000"/>
              </a:solidFill>
              <a:highlight>
                <a:srgbClr val="FFFFFF"/>
              </a:highlight>
              <a:latin typeface="Arial"/>
            </a:endParaRPr>
          </a:p>
        </p:txBody>
      </p:sp>
    </p:spTree>
  </p:cSld>
  <p:clrMapOvr>
    <a:masterClrMapping/>
  </p:clrMapOvr>
  <p:transition spd="slow"/>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1"/>
          <p:cNvSpPr>
            <a:spLocks noGrp="1"/>
          </p:cNvSpPr>
          <p:nvPr>
            <p:ph type="title"/>
          </p:nvPr>
        </p:nvSpPr>
        <p:spPr/>
        <p:txBody>
          <a:bodyPr/>
          <a:lstStyle/>
          <a:p>
            <a:r>
              <a:rPr lang="zh-CN" altLang="en-US"/>
              <a:t>面向服务的业务流程设计</a:t>
            </a:r>
            <a:r>
              <a:rPr lang="en-US" altLang="zh-CN"/>
              <a:t> VII</a:t>
            </a:r>
            <a:endParaRPr lang="zh-CN" altLang="en-US"/>
          </a:p>
        </p:txBody>
      </p:sp>
      <p:sp>
        <p:nvSpPr>
          <p:cNvPr id="65539"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EC0F6593-1AE3-46D6-994A-D86D0E77A092}" type="slidenum">
              <a:rPr lang="en-US" altLang="zh-CN" smtClean="0"/>
              <a:pPr eaLnBrk="1" hangingPunct="1"/>
              <a:t>67</a:t>
            </a:fld>
            <a:endParaRPr lang="en-US" altLang="zh-CN"/>
          </a:p>
        </p:txBody>
      </p:sp>
      <p:sp>
        <p:nvSpPr>
          <p:cNvPr id="8" name="Text Box 9"/>
          <p:cNvSpPr txBox="1">
            <a:spLocks noChangeArrowheads="1"/>
          </p:cNvSpPr>
          <p:nvPr/>
        </p:nvSpPr>
        <p:spPr bwMode="auto">
          <a:xfrm>
            <a:off x="899592" y="1700808"/>
            <a:ext cx="7344816" cy="3970318"/>
          </a:xfrm>
          <a:prstGeom prst="rect">
            <a:avLst/>
          </a:prstGeom>
          <a:noFill/>
          <a:ln w="19050">
            <a:solidFill>
              <a:schemeClr val="tx1"/>
            </a:solidFill>
            <a:miter lim="800000"/>
            <a:headEnd/>
            <a:tailEnd/>
          </a:ln>
        </p:spPr>
        <p:txBody>
          <a:bodyPr>
            <a:spAutoFit/>
          </a:bodyPr>
          <a:lstStyle/>
          <a:p>
            <a:pPr>
              <a:defRPr/>
            </a:pPr>
            <a:r>
              <a:rPr lang="en-US" altLang="zh-CN" sz="1400" dirty="0">
                <a:solidFill>
                  <a:srgbClr val="0000FF"/>
                </a:solidFill>
                <a:highlight>
                  <a:srgbClr val="FFFFFF"/>
                </a:highlight>
                <a:latin typeface="Arial"/>
              </a:rPr>
              <a: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message</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receiveSubmitMessage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part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Payload</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element</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tsd:TimesheetType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portType</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TimesheetSubmissionInterface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documentation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Initiates the Timesheet Submission Process.</a:t>
            </a:r>
          </a:p>
          <a:p>
            <a:pPr>
              <a:defRPr/>
            </a:pPr>
            <a:r>
              <a:rPr lang="en-US" altLang="zh-CN" sz="1400" dirty="0">
                <a:solidFill>
                  <a:srgbClr val="0000FF"/>
                </a:solidFill>
                <a:highlight>
                  <a:srgbClr val="FFFFFF"/>
                </a:highlight>
                <a:latin typeface="Arial"/>
              </a:rPr>
              <a:t>        &lt;/</a:t>
            </a:r>
            <a:r>
              <a:rPr lang="en-US" altLang="zh-CN" sz="1400" dirty="0">
                <a:solidFill>
                  <a:srgbClr val="800000"/>
                </a:solidFill>
                <a:highlight>
                  <a:srgbClr val="FFFFFF"/>
                </a:highlight>
                <a:latin typeface="Arial"/>
              </a:rPr>
              <a:t>documentation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operation</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Submit</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input</a:t>
            </a:r>
            <a:r>
              <a:rPr lang="en-US" altLang="zh-CN" sz="1400" dirty="0">
                <a:solidFill>
                  <a:srgbClr val="FF0000"/>
                </a:solidFill>
                <a:highlight>
                  <a:srgbClr val="FFFFFF"/>
                </a:highlight>
                <a:latin typeface="Arial"/>
              </a:rPr>
              <a:t> message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tns:receiveSubmitMessage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operation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portType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plnk:partnerLinkType</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TimesheetSubmissionType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plnk:role</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TimesheetSubmissionService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plnk:portType</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tns:TimesheetSubmissionInterface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plnk:role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plnk:partnerLinkType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definitions</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p:txBody>
      </p:sp>
    </p:spTree>
  </p:cSld>
  <p:clrMapOvr>
    <a:masterClrMapping/>
  </p:clrMapOvr>
  <p:transition spd="slow"/>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1"/>
          <p:cNvSpPr>
            <a:spLocks noGrp="1"/>
          </p:cNvSpPr>
          <p:nvPr>
            <p:ph type="title"/>
          </p:nvPr>
        </p:nvSpPr>
        <p:spPr/>
        <p:txBody>
          <a:bodyPr/>
          <a:lstStyle/>
          <a:p>
            <a:r>
              <a:rPr lang="zh-CN" altLang="en-US"/>
              <a:t>面向服务的业务流程设计</a:t>
            </a:r>
            <a:r>
              <a:rPr lang="en-US" altLang="zh-CN"/>
              <a:t> VIII</a:t>
            </a:r>
            <a:endParaRPr lang="zh-CN" altLang="en-US"/>
          </a:p>
        </p:txBody>
      </p:sp>
      <p:sp>
        <p:nvSpPr>
          <p:cNvPr id="66563" name="内容占位符 2"/>
          <p:cNvSpPr>
            <a:spLocks noGrp="1"/>
          </p:cNvSpPr>
          <p:nvPr>
            <p:ph idx="1"/>
          </p:nvPr>
        </p:nvSpPr>
        <p:spPr/>
        <p:txBody>
          <a:bodyPr/>
          <a:lstStyle/>
          <a:p>
            <a:r>
              <a:rPr lang="en-US" altLang="zh-CN" dirty="0"/>
              <a:t>3.</a:t>
            </a:r>
            <a:r>
              <a:rPr lang="zh-CN" altLang="en-US" dirty="0"/>
              <a:t>形式化伙伴服务会话</a:t>
            </a:r>
            <a:endParaRPr lang="en-US" altLang="zh-CN" dirty="0"/>
          </a:p>
          <a:p>
            <a:pPr lvl="1"/>
            <a:r>
              <a:rPr lang="zh-CN" altLang="en-US" dirty="0"/>
              <a:t>定义参与流程的伙伴服务，并赋予每个服务在特定消息交换中所担当的角色</a:t>
            </a:r>
          </a:p>
          <a:p>
            <a:pPr lvl="1"/>
            <a:r>
              <a:rPr lang="zh-CN" altLang="en-US" dirty="0"/>
              <a:t>在每个伙伴服务</a:t>
            </a:r>
            <a:r>
              <a:rPr lang="en-US" altLang="zh-CN" dirty="0"/>
              <a:t>WSDL </a:t>
            </a:r>
            <a:r>
              <a:rPr lang="zh-CN" altLang="en-US" dirty="0"/>
              <a:t>定义的末尾加入</a:t>
            </a:r>
            <a:r>
              <a:rPr lang="en-US" altLang="zh-CN" dirty="0" err="1"/>
              <a:t>parterLinkType</a:t>
            </a:r>
            <a:r>
              <a:rPr lang="en-US" altLang="zh-CN" dirty="0"/>
              <a:t> </a:t>
            </a:r>
            <a:r>
              <a:rPr lang="zh-CN" altLang="en-US" dirty="0"/>
              <a:t>结构</a:t>
            </a:r>
          </a:p>
          <a:p>
            <a:pPr lvl="1"/>
            <a:r>
              <a:rPr lang="zh-CN" altLang="en-US" dirty="0"/>
              <a:t>在流程定义中为每个伙伴服务创建</a:t>
            </a:r>
            <a:r>
              <a:rPr lang="en-US" altLang="zh-CN" dirty="0" err="1"/>
              <a:t>parterLink</a:t>
            </a:r>
            <a:r>
              <a:rPr lang="zh-CN" altLang="en-US" dirty="0"/>
              <a:t>元素</a:t>
            </a:r>
          </a:p>
          <a:p>
            <a:pPr lvl="1"/>
            <a:r>
              <a:rPr lang="zh-CN" altLang="en-US" dirty="0"/>
              <a:t>定义</a:t>
            </a:r>
            <a:r>
              <a:rPr lang="en-US" altLang="zh-CN" dirty="0"/>
              <a:t>variable</a:t>
            </a:r>
            <a:r>
              <a:rPr lang="zh-CN" altLang="en-US" dirty="0"/>
              <a:t>元素，以代表与伙伴服务进行交换的流入与流出消息</a:t>
            </a:r>
          </a:p>
        </p:txBody>
      </p:sp>
      <p:sp>
        <p:nvSpPr>
          <p:cNvPr id="66564"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3440EE0-C420-492A-817D-EE9B32AF481E}" type="slidenum">
              <a:rPr lang="en-US" altLang="zh-CN" smtClean="0"/>
              <a:pPr eaLnBrk="1" hangingPunct="1"/>
              <a:t>68</a:t>
            </a:fld>
            <a:endParaRPr lang="en-US" altLang="zh-CN"/>
          </a:p>
        </p:txBody>
      </p:sp>
    </p:spTree>
  </p:cSld>
  <p:clrMapOvr>
    <a:masterClrMapping/>
  </p:clrMapOvr>
  <p:transition spd="slow"/>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p:cNvSpPr>
            <a:spLocks noGrp="1"/>
          </p:cNvSpPr>
          <p:nvPr>
            <p:ph type="title"/>
          </p:nvPr>
        </p:nvSpPr>
        <p:spPr/>
        <p:txBody>
          <a:bodyPr/>
          <a:lstStyle/>
          <a:p>
            <a:r>
              <a:rPr lang="zh-CN" altLang="en-US"/>
              <a:t>面向服务的业务流程设计</a:t>
            </a:r>
            <a:r>
              <a:rPr lang="en-US" altLang="zh-CN"/>
              <a:t> IX</a:t>
            </a:r>
            <a:endParaRPr lang="zh-CN" altLang="en-US"/>
          </a:p>
        </p:txBody>
      </p:sp>
      <p:sp>
        <p:nvSpPr>
          <p:cNvPr id="67587"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3FABF916-34B1-418A-952B-5F4FB78AC8AE}" type="slidenum">
              <a:rPr lang="en-US" altLang="zh-CN" smtClean="0"/>
              <a:pPr eaLnBrk="1" hangingPunct="1"/>
              <a:t>69</a:t>
            </a:fld>
            <a:endParaRPr lang="en-US" altLang="zh-CN"/>
          </a:p>
        </p:txBody>
      </p:sp>
      <p:sp>
        <p:nvSpPr>
          <p:cNvPr id="5" name="Text Box 9"/>
          <p:cNvSpPr txBox="1">
            <a:spLocks noChangeArrowheads="1"/>
          </p:cNvSpPr>
          <p:nvPr/>
        </p:nvSpPr>
        <p:spPr bwMode="auto">
          <a:xfrm>
            <a:off x="861492" y="2132856"/>
            <a:ext cx="7344816" cy="3323987"/>
          </a:xfrm>
          <a:prstGeom prst="rect">
            <a:avLst/>
          </a:prstGeom>
          <a:noFill/>
          <a:ln w="19050">
            <a:solidFill>
              <a:schemeClr val="tx1"/>
            </a:solidFill>
            <a:miter lim="800000"/>
            <a:headEnd/>
            <a:tailEnd/>
          </a:ln>
        </p:spPr>
        <p:txBody>
          <a:bodyPr>
            <a:spAutoFit/>
          </a:bodyPr>
          <a:lstStyle/>
          <a:p>
            <a:pPr>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definitions</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Employee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targetNamespace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http://www.xmltc.com/tls/employee/wsdl/</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http://schemas.xmlsoap.org/wsdl/</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xmlns:act</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http://www.xmltc.com/tls/employee/schema/accounting/</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xmlns:hr</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http://www.xmltc.com/tls/employee/schema/hr/</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xmlns:soap</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http://schemas.xmlsoap.org/wsdl/soap/</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xmlns:tns</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http://www.xmltc.com/tls/employee/wsdl/</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xmlns:plnk</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http://schemas.xmlsoap.org/ws/2003/05/partner-link/</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a:t>
            </a:r>
          </a:p>
          <a:p>
            <a:pPr>
              <a:defRPr/>
            </a:pPr>
            <a:r>
              <a:rPr lang="en-US" altLang="zh-CN" sz="1400" dirty="0">
                <a:solidFill>
                  <a:srgbClr val="0000FF"/>
                </a:solidFill>
                <a:highlight>
                  <a:srgbClr val="FFFFFF"/>
                </a:highlight>
                <a:latin typeface="Arial"/>
              </a:rPr>
              <a:t>    &lt;</a:t>
            </a:r>
            <a:r>
              <a:rPr lang="en-US" altLang="zh-CN" sz="1400" dirty="0" err="1">
                <a:solidFill>
                  <a:srgbClr val="800000"/>
                </a:solidFill>
                <a:highlight>
                  <a:srgbClr val="FFFFFF"/>
                </a:highlight>
                <a:latin typeface="Arial"/>
              </a:rPr>
              <a:t>plnk:partnerLinkType</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EmployeeType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plnk:role</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EmployeeService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plnk:portType</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tns:EmployeeInterface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FF"/>
                </a:solidFill>
                <a:highlight>
                  <a:srgbClr val="FFFFFF"/>
                </a:highlight>
                <a:latin typeface="Arial"/>
              </a:rPr>
              <a:t>        &lt;/</a:t>
            </a:r>
            <a:r>
              <a:rPr lang="en-US" altLang="zh-CN" sz="1400" dirty="0" err="1">
                <a:solidFill>
                  <a:srgbClr val="800000"/>
                </a:solidFill>
                <a:highlight>
                  <a:srgbClr val="FFFFFF"/>
                </a:highlight>
                <a:latin typeface="Arial"/>
              </a:rPr>
              <a:t>plnk:role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plnk:partnerLinkType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definitions</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p:txBody>
      </p:sp>
    </p:spTree>
  </p:cSld>
  <p:clrMapOvr>
    <a:masterClrMapping/>
  </p:clrMapOvr>
  <p:transition spd="slow"/>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1"/>
          <p:cNvSpPr>
            <a:spLocks noGrp="1"/>
          </p:cNvSpPr>
          <p:nvPr>
            <p:ph type="title"/>
          </p:nvPr>
        </p:nvSpPr>
        <p:spPr/>
        <p:txBody>
          <a:bodyPr/>
          <a:lstStyle/>
          <a:p>
            <a:r>
              <a:rPr lang="zh-CN" altLang="en-US"/>
              <a:t>面向服务的业务流程设计</a:t>
            </a:r>
            <a:r>
              <a:rPr lang="en-US" altLang="zh-CN"/>
              <a:t> X</a:t>
            </a:r>
            <a:endParaRPr lang="zh-CN" altLang="en-US"/>
          </a:p>
        </p:txBody>
      </p:sp>
      <p:sp>
        <p:nvSpPr>
          <p:cNvPr id="68611"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8B2D36D6-078F-472C-9DC7-0DFB26820871}" type="slidenum">
              <a:rPr lang="en-US" altLang="zh-CN" smtClean="0"/>
              <a:pPr eaLnBrk="1" hangingPunct="1"/>
              <a:t>70</a:t>
            </a:fld>
            <a:endParaRPr lang="en-US" altLang="zh-CN"/>
          </a:p>
        </p:txBody>
      </p:sp>
      <p:sp>
        <p:nvSpPr>
          <p:cNvPr id="5" name="Text Box 9"/>
          <p:cNvSpPr txBox="1">
            <a:spLocks noChangeArrowheads="1"/>
          </p:cNvSpPr>
          <p:nvPr/>
        </p:nvSpPr>
        <p:spPr bwMode="auto">
          <a:xfrm>
            <a:off x="827584" y="2420888"/>
            <a:ext cx="7344816" cy="2677656"/>
          </a:xfrm>
          <a:prstGeom prst="rect">
            <a:avLst/>
          </a:prstGeom>
          <a:noFill/>
          <a:ln w="19050">
            <a:solidFill>
              <a:schemeClr val="tx1"/>
            </a:solidFill>
            <a:miter lim="800000"/>
            <a:headEnd/>
            <a:tailEnd/>
          </a:ln>
        </p:spPr>
        <p:txBody>
          <a:bodyPr>
            <a:spAutoFit/>
          </a:bodyPr>
          <a:lstStyle/>
          <a:p>
            <a:pPr>
              <a:defRPr/>
            </a:pP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partnerLinks</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partnerLink</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client</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partnerLinkType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bpl:TimesheetSubmissionProcessType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myRole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TimesheetSubmissionProcessServiceProvider</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partnerLink</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Invoice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partnerLinkType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inv:InvoiceType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partnerRole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InvoiceServiceProvider</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partnerLink</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Timesheet</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partnerLinkType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tst:TimesheetType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partnerRole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TimesheetServiceProvider</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partnerLink</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Employee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partnerLinkType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emp:EmployeeType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partnerRole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EmployeeServiceProvider</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partnerLink</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Notification</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partnerLinkType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not:NotificationType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partnerRole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NotificationServiceProvider</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partnerLinks</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p:txBody>
      </p:sp>
    </p:spTree>
  </p:cSld>
  <p:clrMapOvr>
    <a:masterClrMapping/>
  </p:clrMapOvr>
  <p:transition spd="slow"/>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1"/>
          <p:cNvSpPr>
            <a:spLocks noGrp="1"/>
          </p:cNvSpPr>
          <p:nvPr>
            <p:ph type="title"/>
          </p:nvPr>
        </p:nvSpPr>
        <p:spPr/>
        <p:txBody>
          <a:bodyPr/>
          <a:lstStyle/>
          <a:p>
            <a:r>
              <a:rPr lang="zh-CN" altLang="en-US"/>
              <a:t>面向服务的业务流程设计</a:t>
            </a:r>
            <a:r>
              <a:rPr lang="en-US" altLang="zh-CN"/>
              <a:t> XI</a:t>
            </a:r>
            <a:endParaRPr lang="zh-CN" altLang="en-US"/>
          </a:p>
        </p:txBody>
      </p:sp>
      <p:sp>
        <p:nvSpPr>
          <p:cNvPr id="69635"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1752F473-6DE2-470C-B863-C6CDB46BDDE2}" type="slidenum">
              <a:rPr lang="en-US" altLang="zh-CN" smtClean="0"/>
              <a:pPr eaLnBrk="1" hangingPunct="1"/>
              <a:t>71</a:t>
            </a:fld>
            <a:endParaRPr lang="en-US" altLang="zh-CN"/>
          </a:p>
        </p:txBody>
      </p:sp>
      <p:sp>
        <p:nvSpPr>
          <p:cNvPr id="5" name="Text Box 9"/>
          <p:cNvSpPr txBox="1">
            <a:spLocks noChangeArrowheads="1"/>
          </p:cNvSpPr>
          <p:nvPr/>
        </p:nvSpPr>
        <p:spPr bwMode="auto">
          <a:xfrm>
            <a:off x="464114" y="2060848"/>
            <a:ext cx="8280920" cy="3754874"/>
          </a:xfrm>
          <a:prstGeom prst="rect">
            <a:avLst/>
          </a:prstGeom>
          <a:noFill/>
          <a:ln w="19050">
            <a:solidFill>
              <a:schemeClr val="tx1"/>
            </a:solidFill>
            <a:miter lim="800000"/>
            <a:headEnd/>
            <a:tailEnd/>
          </a:ln>
        </p:spPr>
        <p:txBody>
          <a:bodyPr>
            <a:spAutoFit/>
          </a:bodyPr>
          <a:lstStyle/>
          <a:p>
            <a:pPr>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variables</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variable</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ClientSubmission</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messageType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bpl:receiveSubmitMessage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variable</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EmployeeHoursRequest</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messageType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emp:getWeeklyHoursRequestMessage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variable</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EmployeeHoursResponse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messageType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emp:getWeeklyHoursResponseMessage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variable</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EmployeeHistoryRequest</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messageType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emp:updateHistoryRequestMessage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variable</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EmployeeHistoryResponse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messageType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emp:updateHistoryResponseMessage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variable</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InvoiceHoursRequest</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messageType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inv:getBilledHoursRequestMessage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variable</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InvoiceHoursResponse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messageType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inv:getBilledHoursResponseMessage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variable</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TimesheetAuthorizationRequest</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messageType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tst:getAuthorizedHoursRequestMessage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variable</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TimesheetAuthorizationResponse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messageType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tst:getAuthorizedHoursResponseMessage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variable</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NotificationRequest</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messageType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not:sendMessage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variables</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p:txBody>
      </p:sp>
    </p:spTree>
  </p:cSld>
  <p:clrMapOvr>
    <a:masterClrMapping/>
  </p:clrMapOvr>
  <p:transition spd="slow"/>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a:xfrm>
            <a:off x="1127610" y="1458990"/>
            <a:ext cx="2186065" cy="4395292"/>
          </a:xfrm>
          <a:prstGeom prst="rect">
            <a:avLst/>
          </a:prstGeom>
          <a:solidFill>
            <a:schemeClr val="bg1">
              <a:alpha val="0"/>
            </a:schemeClr>
          </a:solid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面向服务的业务流程设计</a:t>
            </a:r>
            <a:r>
              <a:rPr lang="en-US" altLang="zh-CN" dirty="0"/>
              <a:t> XII</a:t>
            </a:r>
            <a:endParaRPr lang="zh-CN" altLang="en-US" dirty="0"/>
          </a:p>
        </p:txBody>
      </p:sp>
      <p:sp>
        <p:nvSpPr>
          <p:cNvPr id="4" name="灯片编号占位符 3"/>
          <p:cNvSpPr>
            <a:spLocks noGrp="1"/>
          </p:cNvSpPr>
          <p:nvPr>
            <p:ph type="sldNum" sz="quarter" idx="11"/>
          </p:nvPr>
        </p:nvSpPr>
        <p:spPr/>
        <p:txBody>
          <a:bodyPr/>
          <a:lstStyle/>
          <a:p>
            <a:pPr>
              <a:defRPr/>
            </a:pPr>
            <a:fld id="{D6B43046-653B-4A1E-BD7B-2DD1ED55A24A}" type="slidenum">
              <a:rPr lang="en-US" altLang="zh-CN" smtClean="0"/>
              <a:pPr>
                <a:defRPr/>
              </a:pPr>
              <a:t>72</a:t>
            </a:fld>
            <a:endParaRPr lang="en-US" altLang="zh-CN" dirty="0"/>
          </a:p>
        </p:txBody>
      </p:sp>
      <p:sp>
        <p:nvSpPr>
          <p:cNvPr id="6" name="流程图: 可选过程 5"/>
          <p:cNvSpPr/>
          <p:nvPr/>
        </p:nvSpPr>
        <p:spPr>
          <a:xfrm>
            <a:off x="263514" y="1677817"/>
            <a:ext cx="720081" cy="4320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接收</a:t>
            </a:r>
          </a:p>
        </p:txBody>
      </p:sp>
      <p:sp>
        <p:nvSpPr>
          <p:cNvPr id="7" name="文本框 6"/>
          <p:cNvSpPr txBox="1"/>
          <p:nvPr/>
        </p:nvSpPr>
        <p:spPr>
          <a:xfrm>
            <a:off x="179512" y="2140933"/>
            <a:ext cx="935187" cy="1600438"/>
          </a:xfrm>
          <a:prstGeom prst="rect">
            <a:avLst/>
          </a:prstGeom>
          <a:noFill/>
        </p:spPr>
        <p:txBody>
          <a:bodyPr wrap="square" rtlCol="0">
            <a:spAutoFit/>
          </a:bodyPr>
          <a:lstStyle/>
          <a:p>
            <a:r>
              <a:rPr lang="zh-CN" altLang="en-US" sz="1400" dirty="0"/>
              <a:t>流程通过接收包含工单文档（存储在变量中）的消息来实例化</a:t>
            </a:r>
          </a:p>
        </p:txBody>
      </p:sp>
      <p:sp>
        <p:nvSpPr>
          <p:cNvPr id="8" name="流程图: 可选过程 7"/>
          <p:cNvSpPr/>
          <p:nvPr/>
        </p:nvSpPr>
        <p:spPr>
          <a:xfrm>
            <a:off x="1203785" y="1677817"/>
            <a:ext cx="720081" cy="4320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赋值</a:t>
            </a:r>
          </a:p>
        </p:txBody>
      </p:sp>
      <p:sp>
        <p:nvSpPr>
          <p:cNvPr id="9" name="流程图: 可选过程 8"/>
          <p:cNvSpPr/>
          <p:nvPr/>
        </p:nvSpPr>
        <p:spPr>
          <a:xfrm>
            <a:off x="1199618" y="2708188"/>
            <a:ext cx="720081" cy="4320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调用</a:t>
            </a:r>
          </a:p>
        </p:txBody>
      </p:sp>
      <p:sp>
        <p:nvSpPr>
          <p:cNvPr id="10" name="流程图: 可选过程 9"/>
          <p:cNvSpPr/>
          <p:nvPr/>
        </p:nvSpPr>
        <p:spPr>
          <a:xfrm>
            <a:off x="1199618" y="4072997"/>
            <a:ext cx="720081" cy="4320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切换</a:t>
            </a:r>
          </a:p>
        </p:txBody>
      </p:sp>
      <p:sp>
        <p:nvSpPr>
          <p:cNvPr id="11" name="流程图: 可选过程 10"/>
          <p:cNvSpPr/>
          <p:nvPr/>
        </p:nvSpPr>
        <p:spPr>
          <a:xfrm>
            <a:off x="1199618" y="5278217"/>
            <a:ext cx="720081" cy="4320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抛出</a:t>
            </a:r>
            <a:endParaRPr lang="en-US" altLang="zh-CN" dirty="0"/>
          </a:p>
        </p:txBody>
      </p:sp>
      <p:cxnSp>
        <p:nvCxnSpPr>
          <p:cNvPr id="13" name="直接箭头连接符 12"/>
          <p:cNvCxnSpPr>
            <a:stCxn id="6" idx="3"/>
            <a:endCxn id="8" idx="1"/>
          </p:cNvCxnSpPr>
          <p:nvPr/>
        </p:nvCxnSpPr>
        <p:spPr>
          <a:xfrm>
            <a:off x="983595" y="1893841"/>
            <a:ext cx="220190"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a:stCxn id="8" idx="2"/>
            <a:endCxn id="9" idx="0"/>
          </p:cNvCxnSpPr>
          <p:nvPr/>
        </p:nvCxnSpPr>
        <p:spPr>
          <a:xfrm flipH="1">
            <a:off x="1559659" y="2109865"/>
            <a:ext cx="4167" cy="598323"/>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endCxn id="10" idx="0"/>
          </p:cNvCxnSpPr>
          <p:nvPr/>
        </p:nvCxnSpPr>
        <p:spPr>
          <a:xfrm>
            <a:off x="1559659" y="2901953"/>
            <a:ext cx="0" cy="1171044"/>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a:stCxn id="10" idx="2"/>
            <a:endCxn id="11" idx="0"/>
          </p:cNvCxnSpPr>
          <p:nvPr/>
        </p:nvCxnSpPr>
        <p:spPr>
          <a:xfrm>
            <a:off x="1559659" y="4505045"/>
            <a:ext cx="0" cy="773172"/>
          </a:xfrm>
          <a:prstGeom prst="straightConnector1">
            <a:avLst/>
          </a:prstGeom>
          <a:ln w="25400">
            <a:prstDash val="sysDot"/>
            <a:tailEnd type="triangle"/>
          </a:ln>
        </p:spPr>
        <p:style>
          <a:lnRef idx="1">
            <a:schemeClr val="accent1"/>
          </a:lnRef>
          <a:fillRef idx="0">
            <a:schemeClr val="accent1"/>
          </a:fillRef>
          <a:effectRef idx="0">
            <a:schemeClr val="accent1"/>
          </a:effectRef>
          <a:fontRef idx="minor">
            <a:schemeClr val="tx1"/>
          </a:fontRef>
        </p:style>
      </p:cxnSp>
      <p:sp>
        <p:nvSpPr>
          <p:cNvPr id="28" name="矩形 27"/>
          <p:cNvSpPr/>
          <p:nvPr/>
        </p:nvSpPr>
        <p:spPr>
          <a:xfrm>
            <a:off x="1883204" y="1529849"/>
            <a:ext cx="1476655" cy="954107"/>
          </a:xfrm>
          <a:prstGeom prst="rect">
            <a:avLst/>
          </a:prstGeom>
        </p:spPr>
        <p:txBody>
          <a:bodyPr wrap="square">
            <a:spAutoFit/>
          </a:bodyPr>
          <a:lstStyle/>
          <a:p>
            <a:r>
              <a:rPr lang="zh-CN" altLang="en-US" sz="1400" dirty="0"/>
              <a:t>将支付细节从工单变量复制到</a:t>
            </a:r>
            <a:r>
              <a:rPr lang="en-US" altLang="zh-CN" sz="1400" dirty="0"/>
              <a:t>Invoice</a:t>
            </a:r>
            <a:r>
              <a:rPr lang="zh-CN" altLang="en-US" sz="1400" dirty="0"/>
              <a:t>服务请求消息变量</a:t>
            </a:r>
          </a:p>
        </p:txBody>
      </p:sp>
      <p:sp>
        <p:nvSpPr>
          <p:cNvPr id="32" name="矩形 31"/>
          <p:cNvSpPr/>
          <p:nvPr/>
        </p:nvSpPr>
        <p:spPr>
          <a:xfrm>
            <a:off x="1872964" y="2464159"/>
            <a:ext cx="1486896" cy="1169551"/>
          </a:xfrm>
          <a:prstGeom prst="rect">
            <a:avLst/>
          </a:prstGeom>
        </p:spPr>
        <p:txBody>
          <a:bodyPr wrap="square">
            <a:spAutoFit/>
          </a:bodyPr>
          <a:lstStyle/>
          <a:p>
            <a:r>
              <a:rPr lang="zh-CN" altLang="en-US" sz="1400" dirty="0"/>
              <a:t>使用请求消息调用</a:t>
            </a:r>
            <a:r>
              <a:rPr lang="en-US" altLang="zh-CN" sz="1400" dirty="0"/>
              <a:t>Invoice</a:t>
            </a:r>
            <a:r>
              <a:rPr lang="zh-CN" altLang="en-US" sz="1400" dirty="0"/>
              <a:t>服务，并返回含有已支付时间数量的响应消息</a:t>
            </a:r>
          </a:p>
        </p:txBody>
      </p:sp>
      <p:sp>
        <p:nvSpPr>
          <p:cNvPr id="33" name="矩形 32"/>
          <p:cNvSpPr/>
          <p:nvPr/>
        </p:nvSpPr>
        <p:spPr>
          <a:xfrm>
            <a:off x="1919055" y="3594809"/>
            <a:ext cx="1532180" cy="738664"/>
          </a:xfrm>
          <a:prstGeom prst="rect">
            <a:avLst/>
          </a:prstGeom>
        </p:spPr>
        <p:txBody>
          <a:bodyPr wrap="square">
            <a:spAutoFit/>
          </a:bodyPr>
          <a:lstStyle/>
          <a:p>
            <a:r>
              <a:rPr lang="zh-CN" altLang="en-US" sz="1400" dirty="0"/>
              <a:t>已支付时间与记录在工单中的时间比较</a:t>
            </a:r>
          </a:p>
        </p:txBody>
      </p:sp>
      <p:sp>
        <p:nvSpPr>
          <p:cNvPr id="36" name="矩形 35"/>
          <p:cNvSpPr/>
          <p:nvPr/>
        </p:nvSpPr>
        <p:spPr>
          <a:xfrm>
            <a:off x="2041646" y="4323043"/>
            <a:ext cx="902811" cy="307777"/>
          </a:xfrm>
          <a:prstGeom prst="rect">
            <a:avLst/>
          </a:prstGeom>
        </p:spPr>
        <p:txBody>
          <a:bodyPr wrap="none">
            <a:spAutoFit/>
          </a:bodyPr>
          <a:lstStyle/>
          <a:p>
            <a:r>
              <a:rPr lang="zh-CN" altLang="en-US" sz="1400" dirty="0"/>
              <a:t>时间一致</a:t>
            </a:r>
          </a:p>
        </p:txBody>
      </p:sp>
      <p:sp>
        <p:nvSpPr>
          <p:cNvPr id="37" name="矩形 36"/>
          <p:cNvSpPr/>
          <p:nvPr/>
        </p:nvSpPr>
        <p:spPr>
          <a:xfrm>
            <a:off x="1876940" y="5220565"/>
            <a:ext cx="1436735" cy="523220"/>
          </a:xfrm>
          <a:prstGeom prst="rect">
            <a:avLst/>
          </a:prstGeom>
        </p:spPr>
        <p:txBody>
          <a:bodyPr wrap="square">
            <a:spAutoFit/>
          </a:bodyPr>
          <a:lstStyle/>
          <a:p>
            <a:r>
              <a:rPr lang="zh-CN" altLang="en-US" sz="1400" dirty="0"/>
              <a:t>停止该流程并转到出错处理流程</a:t>
            </a:r>
          </a:p>
        </p:txBody>
      </p:sp>
      <p:sp>
        <p:nvSpPr>
          <p:cNvPr id="38" name="矩形 37"/>
          <p:cNvSpPr/>
          <p:nvPr/>
        </p:nvSpPr>
        <p:spPr>
          <a:xfrm>
            <a:off x="1606312" y="4754059"/>
            <a:ext cx="1082348" cy="307777"/>
          </a:xfrm>
          <a:prstGeom prst="rect">
            <a:avLst/>
          </a:prstGeom>
        </p:spPr>
        <p:txBody>
          <a:bodyPr wrap="none">
            <a:spAutoFit/>
          </a:bodyPr>
          <a:lstStyle/>
          <a:p>
            <a:r>
              <a:rPr lang="zh-CN" altLang="en-US" sz="1400" dirty="0"/>
              <a:t>时间不一致</a:t>
            </a:r>
          </a:p>
        </p:txBody>
      </p:sp>
      <p:sp>
        <p:nvSpPr>
          <p:cNvPr id="39" name="矩形 38"/>
          <p:cNvSpPr/>
          <p:nvPr/>
        </p:nvSpPr>
        <p:spPr>
          <a:xfrm>
            <a:off x="1045015" y="5854281"/>
            <a:ext cx="2304256" cy="738664"/>
          </a:xfrm>
          <a:prstGeom prst="rect">
            <a:avLst/>
          </a:prstGeom>
        </p:spPr>
        <p:txBody>
          <a:bodyPr wrap="square">
            <a:spAutoFit/>
          </a:bodyPr>
          <a:lstStyle/>
          <a:p>
            <a:r>
              <a:rPr lang="zh-CN" altLang="en-US" sz="1400" dirty="0"/>
              <a:t>使用</a:t>
            </a:r>
            <a:r>
              <a:rPr lang="en-US" altLang="zh-CN" sz="1400" dirty="0"/>
              <a:t>Invoice</a:t>
            </a:r>
            <a:r>
              <a:rPr lang="zh-CN" altLang="en-US" sz="1400" dirty="0"/>
              <a:t>服务来获取已支付时间，并与记录在工单上的时间进行比较</a:t>
            </a:r>
          </a:p>
        </p:txBody>
      </p:sp>
      <p:sp>
        <p:nvSpPr>
          <p:cNvPr id="82" name="矩形 81"/>
          <p:cNvSpPr/>
          <p:nvPr/>
        </p:nvSpPr>
        <p:spPr>
          <a:xfrm>
            <a:off x="3444778" y="1473271"/>
            <a:ext cx="2186065" cy="4395292"/>
          </a:xfrm>
          <a:prstGeom prst="rect">
            <a:avLst/>
          </a:prstGeom>
          <a:solidFill>
            <a:schemeClr val="bg1">
              <a:alpha val="0"/>
            </a:schemeClr>
          </a:solid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流程图: 可选过程 82"/>
          <p:cNvSpPr/>
          <p:nvPr/>
        </p:nvSpPr>
        <p:spPr>
          <a:xfrm>
            <a:off x="3520953" y="1682224"/>
            <a:ext cx="720081" cy="4320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赋值</a:t>
            </a:r>
          </a:p>
        </p:txBody>
      </p:sp>
      <p:sp>
        <p:nvSpPr>
          <p:cNvPr id="84" name="流程图: 可选过程 83"/>
          <p:cNvSpPr/>
          <p:nvPr/>
        </p:nvSpPr>
        <p:spPr>
          <a:xfrm>
            <a:off x="3516786" y="2712595"/>
            <a:ext cx="720081" cy="4320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调用</a:t>
            </a:r>
          </a:p>
        </p:txBody>
      </p:sp>
      <p:sp>
        <p:nvSpPr>
          <p:cNvPr id="85" name="流程图: 可选过程 84"/>
          <p:cNvSpPr/>
          <p:nvPr/>
        </p:nvSpPr>
        <p:spPr>
          <a:xfrm>
            <a:off x="3516786" y="4044099"/>
            <a:ext cx="720081" cy="4320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切换</a:t>
            </a:r>
          </a:p>
        </p:txBody>
      </p:sp>
      <p:sp>
        <p:nvSpPr>
          <p:cNvPr id="86" name="流程图: 可选过程 85"/>
          <p:cNvSpPr/>
          <p:nvPr/>
        </p:nvSpPr>
        <p:spPr>
          <a:xfrm>
            <a:off x="3516786" y="5282624"/>
            <a:ext cx="720081" cy="4320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抛出</a:t>
            </a:r>
            <a:endParaRPr lang="en-US" altLang="zh-CN" dirty="0"/>
          </a:p>
        </p:txBody>
      </p:sp>
      <p:cxnSp>
        <p:nvCxnSpPr>
          <p:cNvPr id="87" name="直接箭头连接符 86"/>
          <p:cNvCxnSpPr>
            <a:stCxn id="83" idx="2"/>
            <a:endCxn id="84" idx="0"/>
          </p:cNvCxnSpPr>
          <p:nvPr/>
        </p:nvCxnSpPr>
        <p:spPr>
          <a:xfrm flipH="1">
            <a:off x="3876827" y="2114272"/>
            <a:ext cx="4167" cy="598323"/>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88" name="直接箭头连接符 87"/>
          <p:cNvCxnSpPr>
            <a:endCxn id="85" idx="0"/>
          </p:cNvCxnSpPr>
          <p:nvPr/>
        </p:nvCxnSpPr>
        <p:spPr>
          <a:xfrm>
            <a:off x="3876827" y="2906360"/>
            <a:ext cx="0" cy="1137739"/>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89" name="直接箭头连接符 88"/>
          <p:cNvCxnSpPr>
            <a:stCxn id="85" idx="2"/>
            <a:endCxn id="86" idx="0"/>
          </p:cNvCxnSpPr>
          <p:nvPr/>
        </p:nvCxnSpPr>
        <p:spPr>
          <a:xfrm>
            <a:off x="3876827" y="4476147"/>
            <a:ext cx="0" cy="806477"/>
          </a:xfrm>
          <a:prstGeom prst="straightConnector1">
            <a:avLst/>
          </a:prstGeom>
          <a:ln w="25400">
            <a:prstDash val="sysDot"/>
            <a:tailEnd type="triangle"/>
          </a:ln>
        </p:spPr>
        <p:style>
          <a:lnRef idx="1">
            <a:schemeClr val="accent1"/>
          </a:lnRef>
          <a:fillRef idx="0">
            <a:schemeClr val="accent1"/>
          </a:fillRef>
          <a:effectRef idx="0">
            <a:schemeClr val="accent1"/>
          </a:effectRef>
          <a:fontRef idx="minor">
            <a:schemeClr val="tx1"/>
          </a:fontRef>
        </p:style>
      </p:cxnSp>
      <p:sp>
        <p:nvSpPr>
          <p:cNvPr id="90" name="矩形 89"/>
          <p:cNvSpPr/>
          <p:nvPr/>
        </p:nvSpPr>
        <p:spPr>
          <a:xfrm>
            <a:off x="4236867" y="1534256"/>
            <a:ext cx="1440160" cy="954107"/>
          </a:xfrm>
          <a:prstGeom prst="rect">
            <a:avLst/>
          </a:prstGeom>
        </p:spPr>
        <p:txBody>
          <a:bodyPr wrap="square">
            <a:spAutoFit/>
          </a:bodyPr>
          <a:lstStyle/>
          <a:p>
            <a:r>
              <a:rPr lang="zh-CN" altLang="en-US" sz="1400" dirty="0"/>
              <a:t>将工单</a:t>
            </a:r>
            <a:r>
              <a:rPr lang="en-US" altLang="zh-CN" sz="1400" dirty="0"/>
              <a:t>ID</a:t>
            </a:r>
            <a:r>
              <a:rPr lang="zh-CN" altLang="en-US" sz="1400" dirty="0"/>
              <a:t>从工单变量复制到</a:t>
            </a:r>
            <a:r>
              <a:rPr lang="en-US" altLang="zh-CN" sz="1400" dirty="0"/>
              <a:t>Timesheet</a:t>
            </a:r>
            <a:r>
              <a:rPr lang="zh-CN" altLang="en-US" sz="1400" dirty="0"/>
              <a:t>服务请求消息变量</a:t>
            </a:r>
          </a:p>
        </p:txBody>
      </p:sp>
      <p:sp>
        <p:nvSpPr>
          <p:cNvPr id="91" name="矩形 90"/>
          <p:cNvSpPr/>
          <p:nvPr/>
        </p:nvSpPr>
        <p:spPr>
          <a:xfrm>
            <a:off x="4228535" y="2537533"/>
            <a:ext cx="1474316" cy="1384995"/>
          </a:xfrm>
          <a:prstGeom prst="rect">
            <a:avLst/>
          </a:prstGeom>
        </p:spPr>
        <p:txBody>
          <a:bodyPr wrap="square">
            <a:spAutoFit/>
          </a:bodyPr>
          <a:lstStyle/>
          <a:p>
            <a:r>
              <a:rPr lang="zh-CN" altLang="en-US" sz="1400" dirty="0"/>
              <a:t>请求消息被发送到</a:t>
            </a:r>
            <a:r>
              <a:rPr lang="en-US" altLang="zh-CN" sz="1400" dirty="0"/>
              <a:t>Timesheet</a:t>
            </a:r>
            <a:r>
              <a:rPr lang="zh-CN" altLang="en-US" sz="1400" dirty="0"/>
              <a:t>服务，该服务以包含了是否接受授权的消息进行应答</a:t>
            </a:r>
          </a:p>
        </p:txBody>
      </p:sp>
      <p:sp>
        <p:nvSpPr>
          <p:cNvPr id="92" name="矩形 91"/>
          <p:cNvSpPr/>
          <p:nvPr/>
        </p:nvSpPr>
        <p:spPr>
          <a:xfrm>
            <a:off x="4394049" y="4318966"/>
            <a:ext cx="902811" cy="307777"/>
          </a:xfrm>
          <a:prstGeom prst="rect">
            <a:avLst/>
          </a:prstGeom>
        </p:spPr>
        <p:txBody>
          <a:bodyPr wrap="none">
            <a:spAutoFit/>
          </a:bodyPr>
          <a:lstStyle/>
          <a:p>
            <a:r>
              <a:rPr lang="zh-CN" altLang="en-US" sz="1400" dirty="0"/>
              <a:t>收到授权</a:t>
            </a:r>
          </a:p>
        </p:txBody>
      </p:sp>
      <p:sp>
        <p:nvSpPr>
          <p:cNvPr id="93" name="矩形 92"/>
          <p:cNvSpPr/>
          <p:nvPr/>
        </p:nvSpPr>
        <p:spPr>
          <a:xfrm>
            <a:off x="4194108" y="5224972"/>
            <a:ext cx="1436735" cy="523220"/>
          </a:xfrm>
          <a:prstGeom prst="rect">
            <a:avLst/>
          </a:prstGeom>
        </p:spPr>
        <p:txBody>
          <a:bodyPr wrap="square">
            <a:spAutoFit/>
          </a:bodyPr>
          <a:lstStyle/>
          <a:p>
            <a:r>
              <a:rPr lang="zh-CN" altLang="en-US" sz="1400" dirty="0"/>
              <a:t>停止该流程并转到出错处理流程</a:t>
            </a:r>
          </a:p>
        </p:txBody>
      </p:sp>
      <p:sp>
        <p:nvSpPr>
          <p:cNvPr id="94" name="矩形 93"/>
          <p:cNvSpPr/>
          <p:nvPr/>
        </p:nvSpPr>
        <p:spPr>
          <a:xfrm>
            <a:off x="3892832" y="4778415"/>
            <a:ext cx="1082348" cy="307777"/>
          </a:xfrm>
          <a:prstGeom prst="rect">
            <a:avLst/>
          </a:prstGeom>
        </p:spPr>
        <p:txBody>
          <a:bodyPr wrap="none">
            <a:spAutoFit/>
          </a:bodyPr>
          <a:lstStyle/>
          <a:p>
            <a:r>
              <a:rPr lang="zh-CN" altLang="en-US" sz="1400" dirty="0"/>
              <a:t>未收到授权</a:t>
            </a:r>
          </a:p>
        </p:txBody>
      </p:sp>
      <p:sp>
        <p:nvSpPr>
          <p:cNvPr id="95" name="矩形 94"/>
          <p:cNvSpPr/>
          <p:nvPr/>
        </p:nvSpPr>
        <p:spPr>
          <a:xfrm>
            <a:off x="3362183" y="5858688"/>
            <a:ext cx="2304256" cy="738664"/>
          </a:xfrm>
          <a:prstGeom prst="rect">
            <a:avLst/>
          </a:prstGeom>
        </p:spPr>
        <p:txBody>
          <a:bodyPr wrap="square">
            <a:spAutoFit/>
          </a:bodyPr>
          <a:lstStyle/>
          <a:p>
            <a:r>
              <a:rPr lang="zh-CN" altLang="en-US" sz="1400" dirty="0"/>
              <a:t>使用</a:t>
            </a:r>
            <a:r>
              <a:rPr lang="en-US" altLang="zh-CN" sz="1400" dirty="0"/>
              <a:t>Timesheet</a:t>
            </a:r>
            <a:r>
              <a:rPr lang="zh-CN" altLang="en-US" sz="1400" dirty="0"/>
              <a:t>服务来确认已经为任何记录在工单上的加班时间给予授权</a:t>
            </a:r>
          </a:p>
        </p:txBody>
      </p:sp>
      <p:sp>
        <p:nvSpPr>
          <p:cNvPr id="96" name="矩形 95"/>
          <p:cNvSpPr/>
          <p:nvPr/>
        </p:nvSpPr>
        <p:spPr>
          <a:xfrm>
            <a:off x="5758504" y="1467699"/>
            <a:ext cx="2357830" cy="4395292"/>
          </a:xfrm>
          <a:prstGeom prst="rect">
            <a:avLst/>
          </a:prstGeom>
          <a:solidFill>
            <a:schemeClr val="bg1">
              <a:alpha val="0"/>
            </a:schemeClr>
          </a:solid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流程图: 可选过程 96"/>
          <p:cNvSpPr/>
          <p:nvPr/>
        </p:nvSpPr>
        <p:spPr>
          <a:xfrm>
            <a:off x="5834679" y="1677817"/>
            <a:ext cx="720081" cy="4320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赋值</a:t>
            </a:r>
          </a:p>
        </p:txBody>
      </p:sp>
      <p:sp>
        <p:nvSpPr>
          <p:cNvPr id="98" name="流程图: 可选过程 97"/>
          <p:cNvSpPr/>
          <p:nvPr/>
        </p:nvSpPr>
        <p:spPr>
          <a:xfrm>
            <a:off x="5830512" y="2708188"/>
            <a:ext cx="720081" cy="4320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调用</a:t>
            </a:r>
          </a:p>
        </p:txBody>
      </p:sp>
      <p:sp>
        <p:nvSpPr>
          <p:cNvPr id="99" name="流程图: 可选过程 98"/>
          <p:cNvSpPr/>
          <p:nvPr/>
        </p:nvSpPr>
        <p:spPr>
          <a:xfrm>
            <a:off x="5830512" y="4054081"/>
            <a:ext cx="720081" cy="4320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切换</a:t>
            </a:r>
          </a:p>
        </p:txBody>
      </p:sp>
      <p:sp>
        <p:nvSpPr>
          <p:cNvPr id="100" name="流程图: 可选过程 99"/>
          <p:cNvSpPr/>
          <p:nvPr/>
        </p:nvSpPr>
        <p:spPr>
          <a:xfrm>
            <a:off x="5830512" y="5278217"/>
            <a:ext cx="720081" cy="4320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抛出</a:t>
            </a:r>
            <a:endParaRPr lang="en-US" altLang="zh-CN" dirty="0"/>
          </a:p>
        </p:txBody>
      </p:sp>
      <p:cxnSp>
        <p:nvCxnSpPr>
          <p:cNvPr id="101" name="直接箭头连接符 100"/>
          <p:cNvCxnSpPr>
            <a:stCxn id="97" idx="2"/>
            <a:endCxn id="98" idx="0"/>
          </p:cNvCxnSpPr>
          <p:nvPr/>
        </p:nvCxnSpPr>
        <p:spPr>
          <a:xfrm flipH="1">
            <a:off x="6190553" y="2109865"/>
            <a:ext cx="4167" cy="598323"/>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02" name="直接箭头连接符 101"/>
          <p:cNvCxnSpPr>
            <a:endCxn id="99" idx="0"/>
          </p:cNvCxnSpPr>
          <p:nvPr/>
        </p:nvCxnSpPr>
        <p:spPr>
          <a:xfrm>
            <a:off x="6190553" y="2901953"/>
            <a:ext cx="0" cy="1152128"/>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03" name="直接箭头连接符 102"/>
          <p:cNvCxnSpPr>
            <a:stCxn id="99" idx="2"/>
            <a:endCxn id="100" idx="0"/>
          </p:cNvCxnSpPr>
          <p:nvPr/>
        </p:nvCxnSpPr>
        <p:spPr>
          <a:xfrm>
            <a:off x="6190553" y="4486129"/>
            <a:ext cx="0" cy="792088"/>
          </a:xfrm>
          <a:prstGeom prst="straightConnector1">
            <a:avLst/>
          </a:prstGeom>
          <a:ln w="25400">
            <a:prstDash val="sysDot"/>
            <a:tailEnd type="triangle"/>
          </a:ln>
        </p:spPr>
        <p:style>
          <a:lnRef idx="1">
            <a:schemeClr val="accent1"/>
          </a:lnRef>
          <a:fillRef idx="0">
            <a:schemeClr val="accent1"/>
          </a:fillRef>
          <a:effectRef idx="0">
            <a:schemeClr val="accent1"/>
          </a:effectRef>
          <a:fontRef idx="minor">
            <a:schemeClr val="tx1"/>
          </a:fontRef>
        </p:style>
      </p:cxnSp>
      <p:sp>
        <p:nvSpPr>
          <p:cNvPr id="104" name="矩形 103"/>
          <p:cNvSpPr/>
          <p:nvPr/>
        </p:nvSpPr>
        <p:spPr>
          <a:xfrm>
            <a:off x="6550593" y="1529849"/>
            <a:ext cx="1641916" cy="954107"/>
          </a:xfrm>
          <a:prstGeom prst="rect">
            <a:avLst/>
          </a:prstGeom>
        </p:spPr>
        <p:txBody>
          <a:bodyPr wrap="square">
            <a:spAutoFit/>
          </a:bodyPr>
          <a:lstStyle/>
          <a:p>
            <a:r>
              <a:rPr lang="zh-CN" altLang="en-US" sz="1400" dirty="0"/>
              <a:t>将雇员</a:t>
            </a:r>
            <a:r>
              <a:rPr lang="en-US" altLang="zh-CN" sz="1400" dirty="0"/>
              <a:t>ID</a:t>
            </a:r>
            <a:r>
              <a:rPr lang="zh-CN" altLang="en-US" sz="1400" dirty="0"/>
              <a:t>从工单消息复制到</a:t>
            </a:r>
            <a:r>
              <a:rPr lang="en-US" altLang="zh-CN" sz="1400" dirty="0"/>
              <a:t>Employee</a:t>
            </a:r>
            <a:r>
              <a:rPr lang="zh-CN" altLang="en-US" sz="1400" dirty="0"/>
              <a:t>服务请求消息变量</a:t>
            </a:r>
          </a:p>
        </p:txBody>
      </p:sp>
      <p:sp>
        <p:nvSpPr>
          <p:cNvPr id="105" name="矩形 104"/>
          <p:cNvSpPr/>
          <p:nvPr/>
        </p:nvSpPr>
        <p:spPr>
          <a:xfrm>
            <a:off x="6503857" y="2464159"/>
            <a:ext cx="1774927" cy="1169551"/>
          </a:xfrm>
          <a:prstGeom prst="rect">
            <a:avLst/>
          </a:prstGeom>
        </p:spPr>
        <p:txBody>
          <a:bodyPr wrap="square">
            <a:spAutoFit/>
          </a:bodyPr>
          <a:lstStyle/>
          <a:p>
            <a:r>
              <a:rPr lang="zh-CN" altLang="en-US" sz="1400" dirty="0"/>
              <a:t>通过请求消息调用</a:t>
            </a:r>
            <a:r>
              <a:rPr lang="en-US" altLang="zh-CN" sz="1400" dirty="0"/>
              <a:t>Employee</a:t>
            </a:r>
            <a:r>
              <a:rPr lang="zh-CN" altLang="en-US" sz="1400" dirty="0"/>
              <a:t>服务，该服务以包含了雇员每周工作时间上限的消息进行应答</a:t>
            </a:r>
          </a:p>
        </p:txBody>
      </p:sp>
      <p:sp>
        <p:nvSpPr>
          <p:cNvPr id="106" name="矩形 105"/>
          <p:cNvSpPr/>
          <p:nvPr/>
        </p:nvSpPr>
        <p:spPr>
          <a:xfrm>
            <a:off x="6622601" y="4318966"/>
            <a:ext cx="1261884" cy="307777"/>
          </a:xfrm>
          <a:prstGeom prst="rect">
            <a:avLst/>
          </a:prstGeom>
        </p:spPr>
        <p:txBody>
          <a:bodyPr wrap="none">
            <a:spAutoFit/>
          </a:bodyPr>
          <a:lstStyle/>
          <a:p>
            <a:r>
              <a:rPr lang="zh-CN" altLang="en-US" sz="1400" dirty="0"/>
              <a:t>没有超过上限</a:t>
            </a:r>
          </a:p>
        </p:txBody>
      </p:sp>
      <p:sp>
        <p:nvSpPr>
          <p:cNvPr id="107" name="矩形 106"/>
          <p:cNvSpPr/>
          <p:nvPr/>
        </p:nvSpPr>
        <p:spPr>
          <a:xfrm>
            <a:off x="6507834" y="5220565"/>
            <a:ext cx="1436735" cy="523220"/>
          </a:xfrm>
          <a:prstGeom prst="rect">
            <a:avLst/>
          </a:prstGeom>
        </p:spPr>
        <p:txBody>
          <a:bodyPr wrap="square">
            <a:spAutoFit/>
          </a:bodyPr>
          <a:lstStyle/>
          <a:p>
            <a:r>
              <a:rPr lang="zh-CN" altLang="en-US" sz="1400" dirty="0"/>
              <a:t>停止该流程并转到出错处理流程</a:t>
            </a:r>
          </a:p>
        </p:txBody>
      </p:sp>
      <p:sp>
        <p:nvSpPr>
          <p:cNvPr id="108" name="矩形 107"/>
          <p:cNvSpPr/>
          <p:nvPr/>
        </p:nvSpPr>
        <p:spPr>
          <a:xfrm>
            <a:off x="6217018" y="4787726"/>
            <a:ext cx="902811" cy="307777"/>
          </a:xfrm>
          <a:prstGeom prst="rect">
            <a:avLst/>
          </a:prstGeom>
        </p:spPr>
        <p:txBody>
          <a:bodyPr wrap="none">
            <a:spAutoFit/>
          </a:bodyPr>
          <a:lstStyle/>
          <a:p>
            <a:r>
              <a:rPr lang="zh-CN" altLang="en-US" sz="1400" dirty="0"/>
              <a:t>超过上限</a:t>
            </a:r>
          </a:p>
        </p:txBody>
      </p:sp>
      <p:sp>
        <p:nvSpPr>
          <p:cNvPr id="109" name="矩形 108"/>
          <p:cNvSpPr/>
          <p:nvPr/>
        </p:nvSpPr>
        <p:spPr>
          <a:xfrm>
            <a:off x="5675908" y="5854281"/>
            <a:ext cx="2570251" cy="954107"/>
          </a:xfrm>
          <a:prstGeom prst="rect">
            <a:avLst/>
          </a:prstGeom>
        </p:spPr>
        <p:txBody>
          <a:bodyPr wrap="square">
            <a:spAutoFit/>
          </a:bodyPr>
          <a:lstStyle/>
          <a:p>
            <a:r>
              <a:rPr lang="zh-CN" altLang="en-US" sz="1400" dirty="0"/>
              <a:t>使用</a:t>
            </a:r>
            <a:r>
              <a:rPr lang="en-US" altLang="zh-CN" sz="1400" dirty="0"/>
              <a:t>Employee</a:t>
            </a:r>
            <a:r>
              <a:rPr lang="zh-CN" altLang="en-US" sz="1400" dirty="0"/>
              <a:t>服务来获取雇员的每周工作时间上限，并确保工单上记录的时间没有超过该上限</a:t>
            </a:r>
          </a:p>
        </p:txBody>
      </p:sp>
      <p:sp>
        <p:nvSpPr>
          <p:cNvPr id="110" name="流程图: 可选过程 109"/>
          <p:cNvSpPr/>
          <p:nvPr/>
        </p:nvSpPr>
        <p:spPr>
          <a:xfrm>
            <a:off x="8269659" y="4064890"/>
            <a:ext cx="720081" cy="4320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回复</a:t>
            </a:r>
          </a:p>
        </p:txBody>
      </p:sp>
      <p:cxnSp>
        <p:nvCxnSpPr>
          <p:cNvPr id="119" name="肘形连接符 118"/>
          <p:cNvCxnSpPr>
            <a:stCxn id="10" idx="3"/>
            <a:endCxn id="83" idx="1"/>
          </p:cNvCxnSpPr>
          <p:nvPr/>
        </p:nvCxnSpPr>
        <p:spPr>
          <a:xfrm flipV="1">
            <a:off x="1919699" y="1898248"/>
            <a:ext cx="1601254" cy="2390773"/>
          </a:xfrm>
          <a:prstGeom prst="bentConnector3">
            <a:avLst>
              <a:gd name="adj1" fmla="val 90789"/>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37" name="肘形连接符 136"/>
          <p:cNvCxnSpPr/>
          <p:nvPr/>
        </p:nvCxnSpPr>
        <p:spPr>
          <a:xfrm flipV="1">
            <a:off x="4232701" y="1893841"/>
            <a:ext cx="1601254" cy="2390773"/>
          </a:xfrm>
          <a:prstGeom prst="bentConnector3">
            <a:avLst>
              <a:gd name="adj1" fmla="val 90789"/>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39" name="直接箭头连接符 138"/>
          <p:cNvCxnSpPr>
            <a:endCxn id="110" idx="1"/>
          </p:cNvCxnSpPr>
          <p:nvPr/>
        </p:nvCxnSpPr>
        <p:spPr>
          <a:xfrm flipV="1">
            <a:off x="6554760" y="4280914"/>
            <a:ext cx="1714899" cy="370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141" name="矩形 140"/>
          <p:cNvSpPr/>
          <p:nvPr/>
        </p:nvSpPr>
        <p:spPr>
          <a:xfrm>
            <a:off x="6503857" y="3564965"/>
            <a:ext cx="1774927" cy="738664"/>
          </a:xfrm>
          <a:prstGeom prst="rect">
            <a:avLst/>
          </a:prstGeom>
        </p:spPr>
        <p:txBody>
          <a:bodyPr wrap="square">
            <a:spAutoFit/>
          </a:bodyPr>
          <a:lstStyle/>
          <a:p>
            <a:r>
              <a:rPr lang="zh-CN" altLang="en-US" sz="1400" dirty="0"/>
              <a:t>每周工作时间上限与工单上记录的工作时间进行比较</a:t>
            </a:r>
          </a:p>
        </p:txBody>
      </p:sp>
      <p:sp>
        <p:nvSpPr>
          <p:cNvPr id="144" name="内容占位符 2"/>
          <p:cNvSpPr>
            <a:spLocks noGrp="1"/>
          </p:cNvSpPr>
          <p:nvPr>
            <p:ph idx="1"/>
          </p:nvPr>
        </p:nvSpPr>
        <p:spPr>
          <a:xfrm>
            <a:off x="457200" y="1052737"/>
            <a:ext cx="8075240" cy="408699"/>
          </a:xfrm>
        </p:spPr>
        <p:txBody>
          <a:bodyPr/>
          <a:lstStyle/>
          <a:p>
            <a:r>
              <a:rPr lang="zh-CN" altLang="en-US" sz="2000" dirty="0"/>
              <a:t>定义流程逻辑</a:t>
            </a:r>
          </a:p>
        </p:txBody>
      </p:sp>
      <p:sp>
        <p:nvSpPr>
          <p:cNvPr id="145" name="文本框 144"/>
          <p:cNvSpPr txBox="1"/>
          <p:nvPr/>
        </p:nvSpPr>
        <p:spPr>
          <a:xfrm>
            <a:off x="8188342" y="4505045"/>
            <a:ext cx="811135" cy="307777"/>
          </a:xfrm>
          <a:prstGeom prst="rect">
            <a:avLst/>
          </a:prstGeom>
          <a:noFill/>
        </p:spPr>
        <p:txBody>
          <a:bodyPr wrap="square" rtlCol="0">
            <a:spAutoFit/>
          </a:bodyPr>
          <a:lstStyle/>
          <a:p>
            <a:r>
              <a:rPr lang="zh-CN" altLang="en-US" sz="1400" dirty="0"/>
              <a:t>（可选）</a:t>
            </a:r>
          </a:p>
        </p:txBody>
      </p:sp>
    </p:spTree>
    <p:extLst>
      <p:ext uri="{BB962C8B-B14F-4D97-AF65-F5344CB8AC3E}">
        <p14:creationId xmlns:p14="http://schemas.microsoft.com/office/powerpoint/2010/main" val="108963995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标题 1"/>
          <p:cNvSpPr>
            <a:spLocks noGrp="1"/>
          </p:cNvSpPr>
          <p:nvPr>
            <p:ph type="title"/>
          </p:nvPr>
        </p:nvSpPr>
        <p:spPr/>
        <p:txBody>
          <a:bodyPr/>
          <a:lstStyle/>
          <a:p>
            <a:r>
              <a:rPr lang="zh-CN" altLang="en-US"/>
              <a:t>面向服务的业务流程设计</a:t>
            </a:r>
            <a:r>
              <a:rPr lang="en-US" altLang="zh-CN"/>
              <a:t> XIII</a:t>
            </a:r>
            <a:endParaRPr lang="zh-CN" altLang="en-US"/>
          </a:p>
        </p:txBody>
      </p:sp>
      <p:sp>
        <p:nvSpPr>
          <p:cNvPr id="71683"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7FD95FD-4C2F-4976-B9BF-16280F09C2E8}" type="slidenum">
              <a:rPr lang="en-US" altLang="zh-CN" smtClean="0"/>
              <a:pPr eaLnBrk="1" hangingPunct="1"/>
              <a:t>73</a:t>
            </a:fld>
            <a:endParaRPr lang="en-US" altLang="zh-CN"/>
          </a:p>
        </p:txBody>
      </p:sp>
      <p:sp>
        <p:nvSpPr>
          <p:cNvPr id="5" name="Text Box 9"/>
          <p:cNvSpPr txBox="1">
            <a:spLocks noChangeArrowheads="1"/>
          </p:cNvSpPr>
          <p:nvPr/>
        </p:nvSpPr>
        <p:spPr bwMode="auto">
          <a:xfrm>
            <a:off x="465221" y="1316346"/>
            <a:ext cx="8280920" cy="1600438"/>
          </a:xfrm>
          <a:prstGeom prst="rect">
            <a:avLst/>
          </a:prstGeom>
          <a:noFill/>
          <a:ln w="19050">
            <a:solidFill>
              <a:schemeClr val="tx1"/>
            </a:solidFill>
            <a:miter lim="800000"/>
            <a:headEnd/>
            <a:tailEnd/>
          </a:ln>
        </p:spPr>
        <p:txBody>
          <a:bodyPr>
            <a:spAutoFit/>
          </a:bodyPr>
          <a:lstStyle/>
          <a:p>
            <a:pPr>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receive</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http://schemas.xmlsoap.org/ws/2003/03/business-process/</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p>
          <a:p>
            <a:pPr>
              <a:defRPr/>
            </a:pP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receiveInput</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p>
          <a:p>
            <a:pPr>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partnerLink</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client</a:t>
            </a:r>
            <a:r>
              <a:rPr lang="en-US" altLang="zh-CN" sz="1400" dirty="0">
                <a:solidFill>
                  <a:srgbClr val="0000FF"/>
                </a:solidFill>
                <a:highlight>
                  <a:srgbClr val="FFFFFF"/>
                </a:highlight>
                <a:latin typeface="Arial"/>
              </a:rPr>
              <a:t>“</a:t>
            </a:r>
          </a:p>
          <a:p>
            <a:pPr>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portType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tns:TimesheetSubmissionInterface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p>
          <a:p>
            <a:pPr>
              <a:defRPr/>
            </a:pPr>
            <a:r>
              <a:rPr lang="en-US" altLang="zh-CN" sz="1400" dirty="0">
                <a:solidFill>
                  <a:srgbClr val="FF0000"/>
                </a:solidFill>
                <a:highlight>
                  <a:srgbClr val="FFFFFF"/>
                </a:highlight>
                <a:latin typeface="Arial"/>
              </a:rPr>
              <a:t>	operation</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Submit</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p>
          <a:p>
            <a:pPr>
              <a:defRPr/>
            </a:pPr>
            <a:r>
              <a:rPr lang="en-US" altLang="zh-CN" sz="1400" dirty="0">
                <a:solidFill>
                  <a:srgbClr val="FF0000"/>
                </a:solidFill>
                <a:highlight>
                  <a:srgbClr val="FFFFFF"/>
                </a:highlight>
                <a:latin typeface="Arial"/>
              </a:rPr>
              <a:t>	variable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ClientSubmission</a:t>
            </a:r>
            <a:r>
              <a:rPr lang="en-US" altLang="zh-CN" sz="1400" dirty="0">
                <a:solidFill>
                  <a:srgbClr val="0000FF"/>
                </a:solidFill>
                <a:highlight>
                  <a:srgbClr val="FFFFFF"/>
                </a:highlight>
                <a:latin typeface="Arial"/>
              </a:rPr>
              <a:t>“</a:t>
            </a:r>
          </a:p>
          <a:p>
            <a:pPr>
              <a:defRPr/>
            </a:pPr>
            <a:r>
              <a:rPr lang="en-US" altLang="zh-CN" sz="1400" dirty="0">
                <a:solidFill>
                  <a:srgbClr val="0000FF"/>
                </a:solidFill>
                <a:highlight>
                  <a:srgbClr val="FFFFFF"/>
                </a:highlight>
                <a:latin typeface="Arial"/>
              </a:rPr>
              <a:t>	</a:t>
            </a:r>
            <a:r>
              <a:rPr lang="en-US" altLang="zh-CN" sz="1400" dirty="0" err="1">
                <a:solidFill>
                  <a:srgbClr val="FF0000"/>
                </a:solidFill>
                <a:highlight>
                  <a:srgbClr val="FFFFFF"/>
                </a:highlight>
                <a:latin typeface="Arial"/>
              </a:rPr>
              <a:t>createInstance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yes</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p:txBody>
      </p:sp>
      <p:sp>
        <p:nvSpPr>
          <p:cNvPr id="6" name="Text Box 9"/>
          <p:cNvSpPr txBox="1">
            <a:spLocks noChangeArrowheads="1"/>
          </p:cNvSpPr>
          <p:nvPr/>
        </p:nvSpPr>
        <p:spPr bwMode="auto">
          <a:xfrm>
            <a:off x="467544" y="3068960"/>
            <a:ext cx="8280920" cy="1384995"/>
          </a:xfrm>
          <a:prstGeom prst="rect">
            <a:avLst/>
          </a:prstGeom>
          <a:noFill/>
          <a:ln w="19050">
            <a:solidFill>
              <a:schemeClr val="tx1"/>
            </a:solidFill>
            <a:miter lim="800000"/>
            <a:headEnd/>
            <a:tailEnd/>
          </a:ln>
        </p:spPr>
        <p:txBody>
          <a:bodyPr>
            <a:spAutoFit/>
          </a:bodyPr>
          <a:lstStyle/>
          <a:p>
            <a:pPr>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assign</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GetInvoiceID</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copy</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from</a:t>
            </a:r>
            <a:r>
              <a:rPr lang="en-US" altLang="zh-CN" sz="1400" dirty="0">
                <a:solidFill>
                  <a:srgbClr val="FF0000"/>
                </a:solidFill>
                <a:highlight>
                  <a:srgbClr val="FFFFFF"/>
                </a:highlight>
                <a:latin typeface="Arial"/>
              </a:rPr>
              <a:t> variable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ClientSubmission</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part</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payload</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query</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a:t>
            </a:r>
            <a:r>
              <a:rPr lang="en-US" altLang="zh-CN" sz="1400" dirty="0" err="1">
                <a:solidFill>
                  <a:srgbClr val="000000"/>
                </a:solidFill>
                <a:highlight>
                  <a:srgbClr val="FFFFFF"/>
                </a:highlight>
                <a:latin typeface="Arial"/>
              </a:rPr>
              <a:t>TimesheetType</a:t>
            </a:r>
            <a:r>
              <a:rPr lang="en-US" altLang="zh-CN" sz="1400" dirty="0">
                <a:solidFill>
                  <a:srgbClr val="000000"/>
                </a:solidFill>
                <a:highlight>
                  <a:srgbClr val="FFFFFF"/>
                </a:highlight>
                <a:latin typeface="Arial"/>
              </a:rPr>
              <a:t>/</a:t>
            </a:r>
            <a:r>
              <a:rPr lang="en-US" altLang="zh-CN" sz="1400" dirty="0" err="1">
                <a:solidFill>
                  <a:srgbClr val="000000"/>
                </a:solidFill>
                <a:highlight>
                  <a:srgbClr val="FFFFFF"/>
                </a:highlight>
                <a:latin typeface="Arial"/>
              </a:rPr>
              <a:t>BillingInfo</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to</a:t>
            </a:r>
            <a:r>
              <a:rPr lang="en-US" altLang="zh-CN" sz="1400" dirty="0">
                <a:solidFill>
                  <a:srgbClr val="FF0000"/>
                </a:solidFill>
                <a:highlight>
                  <a:srgbClr val="FFFFFF"/>
                </a:highlight>
                <a:latin typeface="Arial"/>
              </a:rPr>
              <a:t> variable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InvoiceHoursRequest</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part</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RequestParameter</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copy</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assign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p:txBody>
      </p:sp>
      <p:sp>
        <p:nvSpPr>
          <p:cNvPr id="7" name="Text Box 9"/>
          <p:cNvSpPr txBox="1">
            <a:spLocks noChangeArrowheads="1"/>
          </p:cNvSpPr>
          <p:nvPr/>
        </p:nvSpPr>
        <p:spPr bwMode="auto">
          <a:xfrm>
            <a:off x="465221" y="4669616"/>
            <a:ext cx="8280920" cy="1384995"/>
          </a:xfrm>
          <a:prstGeom prst="rect">
            <a:avLst/>
          </a:prstGeom>
          <a:noFill/>
          <a:ln w="19050">
            <a:solidFill>
              <a:schemeClr val="tx1"/>
            </a:solidFill>
            <a:miter lim="800000"/>
            <a:headEnd/>
            <a:tailEnd/>
          </a:ln>
        </p:spPr>
        <p:txBody>
          <a:bodyPr>
            <a:spAutoFit/>
          </a:bodyPr>
          <a:lstStyle/>
          <a:p>
            <a:pPr>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invoke</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ValidateInvoiceHours</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p>
          <a:p>
            <a:pPr>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partnerLink</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Invoice</a:t>
            </a:r>
            <a:r>
              <a:rPr lang="en-US" altLang="zh-CN" sz="1400" dirty="0">
                <a:solidFill>
                  <a:srgbClr val="0000FF"/>
                </a:solidFill>
                <a:highlight>
                  <a:srgbClr val="FFFFFF"/>
                </a:highlight>
                <a:latin typeface="Arial"/>
              </a:rPr>
              <a:t>“</a:t>
            </a:r>
          </a:p>
          <a:p>
            <a:pPr>
              <a:defRPr/>
            </a:pPr>
            <a:r>
              <a:rPr lang="en-US" altLang="zh-CN" sz="1400" dirty="0">
                <a:solidFill>
                  <a:srgbClr val="0000FF"/>
                </a:solidFill>
                <a:highlight>
                  <a:srgbClr val="FFFFFF"/>
                </a:highlight>
                <a:latin typeface="Arial"/>
              </a:rPr>
              <a:t>	</a:t>
            </a:r>
            <a:r>
              <a:rPr lang="en-US" altLang="zh-CN" sz="1400" dirty="0">
                <a:solidFill>
                  <a:srgbClr val="FF0000"/>
                </a:solidFill>
                <a:highlight>
                  <a:srgbClr val="FFFFFF"/>
                </a:highlight>
                <a:latin typeface="Arial"/>
              </a:rPr>
              <a:t> operation</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GetBilledHours</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p>
          <a:p>
            <a:pPr>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inputVariable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InvoiceHoursRequest</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p>
          <a:p>
            <a:pPr>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outputVariable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InvoiceHoursResponse</a:t>
            </a:r>
            <a:r>
              <a:rPr lang="en-US" altLang="zh-CN" sz="1400" dirty="0">
                <a:solidFill>
                  <a:srgbClr val="0000FF"/>
                </a:solidFill>
                <a:highlight>
                  <a:srgbClr val="FFFFFF"/>
                </a:highlight>
                <a:latin typeface="Arial"/>
              </a:rPr>
              <a:t>“</a:t>
            </a:r>
          </a:p>
          <a:p>
            <a:pPr>
              <a:defRPr/>
            </a:pPr>
            <a:r>
              <a:rPr lang="en-US" altLang="zh-CN" sz="1400" dirty="0">
                <a:solidFill>
                  <a:srgbClr val="0000FF"/>
                </a:solidFill>
                <a:highlight>
                  <a:srgbClr val="FFFFFF"/>
                </a:highlight>
                <a:latin typeface="Arial"/>
              </a:rPr>
              <a:t>	</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portType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inv:InvoiceInterface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p:txBody>
      </p:sp>
    </p:spTree>
  </p:cSld>
  <p:clrMapOvr>
    <a:masterClrMapping/>
  </p:clrMapOvr>
  <p:transition spd="slow"/>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a:spLocks noGrp="1"/>
          </p:cNvSpPr>
          <p:nvPr>
            <p:ph type="title"/>
          </p:nvPr>
        </p:nvSpPr>
        <p:spPr/>
        <p:txBody>
          <a:bodyPr/>
          <a:lstStyle/>
          <a:p>
            <a:r>
              <a:rPr lang="zh-CN" altLang="en-US"/>
              <a:t>面向服务的业务流程设计</a:t>
            </a:r>
            <a:r>
              <a:rPr lang="en-US" altLang="zh-CN"/>
              <a:t> XIV</a:t>
            </a:r>
            <a:endParaRPr lang="zh-CN" altLang="en-US"/>
          </a:p>
        </p:txBody>
      </p:sp>
      <p:sp>
        <p:nvSpPr>
          <p:cNvPr id="72707"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8A179B09-ABF9-4ECE-963E-3DE395946AD8}" type="slidenum">
              <a:rPr lang="en-US" altLang="zh-CN" smtClean="0"/>
              <a:pPr eaLnBrk="1" hangingPunct="1"/>
              <a:t>74</a:t>
            </a:fld>
            <a:endParaRPr lang="en-US" altLang="zh-CN"/>
          </a:p>
        </p:txBody>
      </p:sp>
      <p:sp>
        <p:nvSpPr>
          <p:cNvPr id="5" name="Text Box 9"/>
          <p:cNvSpPr txBox="1">
            <a:spLocks noChangeArrowheads="1"/>
          </p:cNvSpPr>
          <p:nvPr/>
        </p:nvSpPr>
        <p:spPr bwMode="auto">
          <a:xfrm>
            <a:off x="467544" y="1556792"/>
            <a:ext cx="8280920" cy="1384995"/>
          </a:xfrm>
          <a:prstGeom prst="rect">
            <a:avLst/>
          </a:prstGeom>
          <a:noFill/>
          <a:ln w="19050">
            <a:solidFill>
              <a:schemeClr val="tx1"/>
            </a:solidFill>
            <a:miter lim="800000"/>
            <a:headEnd/>
            <a:tailEnd/>
          </a:ln>
        </p:spPr>
        <p:txBody>
          <a:bodyPr>
            <a:spAutoFit/>
          </a:bodyPr>
          <a:lstStyle/>
          <a:p>
            <a:pPr>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switch</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BilledHoursMatch</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case</a:t>
            </a:r>
            <a:r>
              <a:rPr lang="en-US" altLang="zh-CN" sz="1400" dirty="0">
                <a:solidFill>
                  <a:srgbClr val="FF0000"/>
                </a:solidFill>
                <a:highlight>
                  <a:srgbClr val="FFFFFF"/>
                </a:highlight>
                <a:latin typeface="Arial"/>
              </a:rPr>
              <a:t> condition</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getVariableData</a:t>
            </a:r>
            <a:r>
              <a:rPr lang="en-US" altLang="zh-CN" sz="1400" dirty="0">
                <a:solidFill>
                  <a:srgbClr val="000000"/>
                </a:solidFill>
                <a:highlight>
                  <a:srgbClr val="FFFFFF"/>
                </a:highlight>
                <a:latin typeface="Arial"/>
              </a:rPr>
              <a:t>('</a:t>
            </a:r>
            <a:r>
              <a:rPr lang="en-US" altLang="zh-CN" sz="1400" dirty="0" err="1">
                <a:solidFill>
                  <a:srgbClr val="000000"/>
                </a:solidFill>
                <a:highlight>
                  <a:srgbClr val="FFFFFF"/>
                </a:highlight>
                <a:latin typeface="Arial"/>
              </a:rPr>
              <a:t>InvoiceHoursResponse</a:t>
            </a:r>
            <a:r>
              <a:rPr lang="en-US" altLang="zh-CN" sz="1400" dirty="0">
                <a:solidFill>
                  <a:srgbClr val="000000"/>
                </a:solidFill>
                <a:highlight>
                  <a:srgbClr val="FFFFFF"/>
                </a:highlight>
                <a:latin typeface="Arial"/>
              </a:rPr>
              <a:t>', '</a:t>
            </a:r>
            <a:r>
              <a:rPr lang="en-US" altLang="zh-CN" sz="1400" dirty="0" err="1">
                <a:solidFill>
                  <a:srgbClr val="000000"/>
                </a:solidFill>
                <a:highlight>
                  <a:srgbClr val="FFFFFF"/>
                </a:highlight>
                <a:latin typeface="Arial"/>
              </a:rPr>
              <a:t>ResponseParameter</a:t>
            </a:r>
            <a:r>
              <a:rPr lang="en-US" altLang="zh-CN" sz="1400" dirty="0">
                <a:solidFill>
                  <a:srgbClr val="000000"/>
                </a:solidFill>
                <a:highlight>
                  <a:srgbClr val="FFFFFF"/>
                </a:highlight>
                <a:latin typeface="Arial"/>
              </a:rPr>
              <a:t>') !=</a:t>
            </a:r>
          </a:p>
          <a:p>
            <a:pPr>
              <a:defRPr/>
            </a:pPr>
            <a:r>
              <a:rPr lang="en-US" altLang="zh-CN" sz="1400" dirty="0">
                <a:solidFill>
                  <a:srgbClr val="000000"/>
                </a:solidFill>
                <a:highlight>
                  <a:srgbClr val="FFFFFF"/>
                </a:highlight>
                <a:latin typeface="Arial"/>
              </a:rPr>
              <a:t>	           </a:t>
            </a:r>
            <a:r>
              <a:rPr lang="en-US" altLang="zh-CN" sz="1400" dirty="0" err="1">
                <a:solidFill>
                  <a:srgbClr val="000000"/>
                </a:solidFill>
                <a:highlight>
                  <a:srgbClr val="FFFFFF"/>
                </a:highlight>
                <a:latin typeface="Arial"/>
              </a:rPr>
              <a:t>getVariableData</a:t>
            </a:r>
            <a:r>
              <a:rPr lang="en-US" altLang="zh-CN" sz="1400" dirty="0">
                <a:solidFill>
                  <a:srgbClr val="000000"/>
                </a:solidFill>
                <a:highlight>
                  <a:srgbClr val="FFFFFF"/>
                </a:highlight>
                <a:latin typeface="Arial"/>
              </a:rPr>
              <a:t>('</a:t>
            </a:r>
            <a:r>
              <a:rPr lang="en-US" altLang="zh-CN" sz="1400" dirty="0" err="1">
                <a:solidFill>
                  <a:srgbClr val="000000"/>
                </a:solidFill>
                <a:highlight>
                  <a:srgbClr val="FFFFFF"/>
                </a:highlight>
                <a:latin typeface="Arial"/>
              </a:rPr>
              <a:t>input','payload</a:t>
            </a:r>
            <a:r>
              <a:rPr lang="en-US" altLang="zh-CN" sz="1400" dirty="0">
                <a:solidFill>
                  <a:srgbClr val="000000"/>
                </a:solidFill>
                <a:highlight>
                  <a:srgbClr val="FFFFFF"/>
                </a:highlight>
                <a:latin typeface="Arial"/>
              </a:rPr>
              <a:t>','/</a:t>
            </a:r>
            <a:r>
              <a:rPr lang="en-US" altLang="zh-CN" sz="1400" dirty="0" err="1">
                <a:solidFill>
                  <a:srgbClr val="000000"/>
                </a:solidFill>
                <a:highlight>
                  <a:srgbClr val="FFFFFF"/>
                </a:highlight>
                <a:latin typeface="Arial"/>
              </a:rPr>
              <a:t>tns:TimesheetType</a:t>
            </a:r>
            <a:r>
              <a:rPr lang="en-US" altLang="zh-CN" sz="1400" dirty="0">
                <a:solidFill>
                  <a:srgbClr val="000000"/>
                </a:solidFill>
                <a:highlight>
                  <a:srgbClr val="FFFFFF"/>
                </a:highlight>
                <a:latin typeface="Arial"/>
              </a:rPr>
              <a:t>/Hours/...')</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throw</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ValidationFailed</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faultName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ValidateInvoiceHoursFailed</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case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switch</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p:txBody>
      </p:sp>
      <p:sp>
        <p:nvSpPr>
          <p:cNvPr id="6" name="Text Box 9"/>
          <p:cNvSpPr txBox="1">
            <a:spLocks noChangeArrowheads="1"/>
          </p:cNvSpPr>
          <p:nvPr/>
        </p:nvSpPr>
        <p:spPr bwMode="auto">
          <a:xfrm>
            <a:off x="467544" y="3068960"/>
            <a:ext cx="8280920" cy="1600438"/>
          </a:xfrm>
          <a:prstGeom prst="rect">
            <a:avLst/>
          </a:prstGeom>
          <a:noFill/>
          <a:ln w="19050">
            <a:solidFill>
              <a:schemeClr val="tx1"/>
            </a:solidFill>
            <a:miter lim="800000"/>
            <a:headEnd/>
            <a:tailEnd/>
          </a:ln>
        </p:spPr>
        <p:txBody>
          <a:bodyPr>
            <a:spAutoFit/>
          </a:bodyPr>
          <a:lstStyle/>
          <a:p>
            <a:pPr>
              <a:defRPr/>
            </a:pP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faultHandlers</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catchAll</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sequence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a:t>
            </a:r>
          </a:p>
          <a:p>
            <a:pPr>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sequence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catchAll</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a:defRPr/>
            </a:pP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faultHandlers</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p:txBody>
      </p:sp>
    </p:spTree>
  </p:cSld>
  <p:clrMapOvr>
    <a:masterClrMapping/>
  </p:clrMapOvr>
  <p:transition spd="slow"/>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面向服务的业务流程设计</a:t>
            </a:r>
            <a:r>
              <a:rPr lang="en-US" altLang="zh-CN" dirty="0"/>
              <a:t> XV</a:t>
            </a:r>
            <a:endParaRPr lang="zh-CN" altLang="en-US" dirty="0"/>
          </a:p>
        </p:txBody>
      </p:sp>
      <p:sp>
        <p:nvSpPr>
          <p:cNvPr id="4" name="灯片编号占位符 3"/>
          <p:cNvSpPr>
            <a:spLocks noGrp="1"/>
          </p:cNvSpPr>
          <p:nvPr>
            <p:ph type="sldNum" sz="quarter" idx="11"/>
          </p:nvPr>
        </p:nvSpPr>
        <p:spPr/>
        <p:txBody>
          <a:bodyPr/>
          <a:lstStyle/>
          <a:p>
            <a:pPr>
              <a:defRPr/>
            </a:pPr>
            <a:fld id="{D6B43046-653B-4A1E-BD7B-2DD1ED55A24A}" type="slidenum">
              <a:rPr lang="en-US" altLang="zh-CN" smtClean="0"/>
              <a:pPr>
                <a:defRPr/>
              </a:pPr>
              <a:t>75</a:t>
            </a:fld>
            <a:endParaRPr lang="en-US" altLang="zh-CN" dirty="0"/>
          </a:p>
        </p:txBody>
      </p:sp>
      <p:sp>
        <p:nvSpPr>
          <p:cNvPr id="5" name="流程图: 可选过程 4"/>
          <p:cNvSpPr/>
          <p:nvPr/>
        </p:nvSpPr>
        <p:spPr>
          <a:xfrm>
            <a:off x="189082" y="1677817"/>
            <a:ext cx="720081" cy="4320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接收</a:t>
            </a:r>
          </a:p>
        </p:txBody>
      </p:sp>
      <p:sp>
        <p:nvSpPr>
          <p:cNvPr id="6" name="文本框 5"/>
          <p:cNvSpPr txBox="1"/>
          <p:nvPr/>
        </p:nvSpPr>
        <p:spPr>
          <a:xfrm>
            <a:off x="1072938" y="1539003"/>
            <a:ext cx="2170828" cy="738664"/>
          </a:xfrm>
          <a:prstGeom prst="rect">
            <a:avLst/>
          </a:prstGeom>
          <a:noFill/>
        </p:spPr>
        <p:txBody>
          <a:bodyPr wrap="square" rtlCol="0">
            <a:spAutoFit/>
          </a:bodyPr>
          <a:lstStyle/>
          <a:p>
            <a:r>
              <a:rPr lang="zh-CN" altLang="en-US" sz="1400" dirty="0"/>
              <a:t>任何来自于主要流程的</a:t>
            </a:r>
            <a:r>
              <a:rPr lang="en-US" altLang="zh-CN" sz="1400" dirty="0"/>
              <a:t>throw</a:t>
            </a:r>
            <a:r>
              <a:rPr lang="zh-CN" altLang="en-US" sz="1400" dirty="0"/>
              <a:t>元素将触发该出错处理流程</a:t>
            </a:r>
          </a:p>
        </p:txBody>
      </p:sp>
      <p:sp>
        <p:nvSpPr>
          <p:cNvPr id="7" name="矩形 6"/>
          <p:cNvSpPr/>
          <p:nvPr/>
        </p:nvSpPr>
        <p:spPr>
          <a:xfrm>
            <a:off x="1022967" y="2744822"/>
            <a:ext cx="2407801" cy="3047603"/>
          </a:xfrm>
          <a:prstGeom prst="rect">
            <a:avLst/>
          </a:prstGeom>
          <a:solidFill>
            <a:schemeClr val="bg1">
              <a:alpha val="0"/>
            </a:schemeClr>
          </a:solid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流程图: 可选过程 7"/>
          <p:cNvSpPr/>
          <p:nvPr/>
        </p:nvSpPr>
        <p:spPr>
          <a:xfrm>
            <a:off x="1149113" y="2954940"/>
            <a:ext cx="720081" cy="4320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赋值</a:t>
            </a:r>
          </a:p>
        </p:txBody>
      </p:sp>
      <p:sp>
        <p:nvSpPr>
          <p:cNvPr id="9" name="流程图: 可选过程 8"/>
          <p:cNvSpPr/>
          <p:nvPr/>
        </p:nvSpPr>
        <p:spPr>
          <a:xfrm>
            <a:off x="1144946" y="4812395"/>
            <a:ext cx="720081" cy="4320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调用</a:t>
            </a:r>
          </a:p>
        </p:txBody>
      </p:sp>
      <p:cxnSp>
        <p:nvCxnSpPr>
          <p:cNvPr id="12" name="直接箭头连接符 11"/>
          <p:cNvCxnSpPr>
            <a:stCxn id="8" idx="2"/>
            <a:endCxn id="9" idx="0"/>
          </p:cNvCxnSpPr>
          <p:nvPr/>
        </p:nvCxnSpPr>
        <p:spPr>
          <a:xfrm flipH="1">
            <a:off x="1504987" y="3386988"/>
            <a:ext cx="4167" cy="1425407"/>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1865027" y="2806972"/>
            <a:ext cx="1641916" cy="1384995"/>
          </a:xfrm>
          <a:prstGeom prst="rect">
            <a:avLst/>
          </a:prstGeom>
        </p:spPr>
        <p:txBody>
          <a:bodyPr wrap="square">
            <a:spAutoFit/>
          </a:bodyPr>
          <a:lstStyle/>
          <a:p>
            <a:r>
              <a:rPr lang="zh-CN" altLang="en-US" sz="1400" dirty="0"/>
              <a:t>从工单变量中获取雇员</a:t>
            </a:r>
            <a:r>
              <a:rPr lang="en-US" altLang="zh-CN" sz="1400" dirty="0"/>
              <a:t>ID</a:t>
            </a:r>
            <a:r>
              <a:rPr lang="zh-CN" altLang="en-US" sz="1400" dirty="0"/>
              <a:t>，并将它放置到</a:t>
            </a:r>
            <a:r>
              <a:rPr lang="en-US" altLang="zh-CN" sz="1400" dirty="0" err="1"/>
              <a:t>UpdateHistory</a:t>
            </a:r>
            <a:r>
              <a:rPr lang="zh-CN" altLang="en-US" sz="1400" dirty="0"/>
              <a:t>操作的</a:t>
            </a:r>
            <a:r>
              <a:rPr lang="en-US" altLang="zh-CN" sz="1400" dirty="0"/>
              <a:t>Employee</a:t>
            </a:r>
            <a:r>
              <a:rPr lang="zh-CN" altLang="en-US" sz="1400" dirty="0"/>
              <a:t>服务请求消息中</a:t>
            </a:r>
          </a:p>
        </p:txBody>
      </p:sp>
      <p:sp>
        <p:nvSpPr>
          <p:cNvPr id="16" name="矩形 15"/>
          <p:cNvSpPr/>
          <p:nvPr/>
        </p:nvSpPr>
        <p:spPr>
          <a:xfrm>
            <a:off x="1821890" y="4319223"/>
            <a:ext cx="1728190" cy="1384995"/>
          </a:xfrm>
          <a:prstGeom prst="rect">
            <a:avLst/>
          </a:prstGeom>
        </p:spPr>
        <p:txBody>
          <a:bodyPr wrap="square">
            <a:spAutoFit/>
          </a:bodyPr>
          <a:lstStyle/>
          <a:p>
            <a:r>
              <a:rPr lang="zh-CN" altLang="en-US" sz="1400" dirty="0"/>
              <a:t>通过向</a:t>
            </a:r>
            <a:r>
              <a:rPr lang="en-US" altLang="zh-CN" sz="1400" dirty="0" err="1"/>
              <a:t>UpdateHistory</a:t>
            </a:r>
            <a:r>
              <a:rPr lang="zh-CN" altLang="en-US" sz="1400" dirty="0"/>
              <a:t>操作（它以一个返回消息来响应）发送请求消息来调用</a:t>
            </a:r>
            <a:r>
              <a:rPr lang="en-US" altLang="zh-CN" sz="1400" dirty="0"/>
              <a:t>Employee</a:t>
            </a:r>
            <a:r>
              <a:rPr lang="zh-CN" altLang="en-US" sz="1400" dirty="0"/>
              <a:t>服务</a:t>
            </a:r>
          </a:p>
        </p:txBody>
      </p:sp>
      <p:sp>
        <p:nvSpPr>
          <p:cNvPr id="20" name="矩形 19"/>
          <p:cNvSpPr/>
          <p:nvPr/>
        </p:nvSpPr>
        <p:spPr>
          <a:xfrm>
            <a:off x="1022967" y="5798977"/>
            <a:ext cx="2570251" cy="523220"/>
          </a:xfrm>
          <a:prstGeom prst="rect">
            <a:avLst/>
          </a:prstGeom>
        </p:spPr>
        <p:txBody>
          <a:bodyPr wrap="square">
            <a:spAutoFit/>
          </a:bodyPr>
          <a:lstStyle/>
          <a:p>
            <a:r>
              <a:rPr lang="zh-CN" altLang="en-US" sz="1400" dirty="0"/>
              <a:t>使用</a:t>
            </a:r>
            <a:r>
              <a:rPr lang="en-US" altLang="zh-CN" sz="1400" dirty="0"/>
              <a:t>Employee</a:t>
            </a:r>
            <a:r>
              <a:rPr lang="zh-CN" altLang="en-US" sz="1400" dirty="0"/>
              <a:t>服务来为雇员概要文件历史添加信息</a:t>
            </a:r>
          </a:p>
        </p:txBody>
      </p:sp>
      <p:sp>
        <p:nvSpPr>
          <p:cNvPr id="26" name="矩形 25"/>
          <p:cNvSpPr/>
          <p:nvPr/>
        </p:nvSpPr>
        <p:spPr>
          <a:xfrm>
            <a:off x="3593218" y="2744822"/>
            <a:ext cx="2357830" cy="3047603"/>
          </a:xfrm>
          <a:prstGeom prst="rect">
            <a:avLst/>
          </a:prstGeom>
          <a:solidFill>
            <a:schemeClr val="bg1">
              <a:alpha val="0"/>
            </a:schemeClr>
          </a:solid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流程图: 可选过程 26"/>
          <p:cNvSpPr/>
          <p:nvPr/>
        </p:nvSpPr>
        <p:spPr>
          <a:xfrm>
            <a:off x="3669393" y="2954940"/>
            <a:ext cx="720081" cy="4320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赋值</a:t>
            </a:r>
          </a:p>
        </p:txBody>
      </p:sp>
      <p:sp>
        <p:nvSpPr>
          <p:cNvPr id="28" name="流程图: 可选过程 27"/>
          <p:cNvSpPr/>
          <p:nvPr/>
        </p:nvSpPr>
        <p:spPr>
          <a:xfrm>
            <a:off x="3665226" y="4812395"/>
            <a:ext cx="720081" cy="4320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调用</a:t>
            </a:r>
          </a:p>
        </p:txBody>
      </p:sp>
      <p:cxnSp>
        <p:nvCxnSpPr>
          <p:cNvPr id="29" name="直接箭头连接符 28"/>
          <p:cNvCxnSpPr>
            <a:stCxn id="27" idx="2"/>
            <a:endCxn id="28" idx="0"/>
          </p:cNvCxnSpPr>
          <p:nvPr/>
        </p:nvCxnSpPr>
        <p:spPr>
          <a:xfrm flipH="1">
            <a:off x="4025267" y="3386988"/>
            <a:ext cx="4167" cy="1425407"/>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30" name="矩形 29"/>
          <p:cNvSpPr/>
          <p:nvPr/>
        </p:nvSpPr>
        <p:spPr>
          <a:xfrm>
            <a:off x="4385307" y="2806972"/>
            <a:ext cx="1641916" cy="1169551"/>
          </a:xfrm>
          <a:prstGeom prst="rect">
            <a:avLst/>
          </a:prstGeom>
        </p:spPr>
        <p:txBody>
          <a:bodyPr wrap="square">
            <a:spAutoFit/>
          </a:bodyPr>
          <a:lstStyle/>
          <a:p>
            <a:r>
              <a:rPr lang="zh-CN" altLang="en-US" sz="1400" dirty="0"/>
              <a:t>从工单变量中会去雇员管理者</a:t>
            </a:r>
            <a:r>
              <a:rPr lang="en-US" altLang="zh-CN" sz="1400" dirty="0"/>
              <a:t>ID</a:t>
            </a:r>
            <a:r>
              <a:rPr lang="zh-CN" altLang="en-US" sz="1400" dirty="0"/>
              <a:t>，并将它存储到</a:t>
            </a:r>
            <a:r>
              <a:rPr lang="en-US" altLang="zh-CN" sz="1400" dirty="0"/>
              <a:t>Notification</a:t>
            </a:r>
            <a:r>
              <a:rPr lang="zh-CN" altLang="en-US" sz="1400" dirty="0"/>
              <a:t>服务的请求消息中</a:t>
            </a:r>
          </a:p>
        </p:txBody>
      </p:sp>
      <p:sp>
        <p:nvSpPr>
          <p:cNvPr id="31" name="矩形 30"/>
          <p:cNvSpPr/>
          <p:nvPr/>
        </p:nvSpPr>
        <p:spPr>
          <a:xfrm>
            <a:off x="4342170" y="4563705"/>
            <a:ext cx="1728190" cy="954107"/>
          </a:xfrm>
          <a:prstGeom prst="rect">
            <a:avLst/>
          </a:prstGeom>
        </p:spPr>
        <p:txBody>
          <a:bodyPr wrap="square">
            <a:spAutoFit/>
          </a:bodyPr>
          <a:lstStyle/>
          <a:p>
            <a:r>
              <a:rPr lang="zh-CN" altLang="en-US" sz="1400" dirty="0"/>
              <a:t>发送请求消息到</a:t>
            </a:r>
            <a:r>
              <a:rPr lang="en-US" altLang="zh-CN" sz="1400" dirty="0"/>
              <a:t>Notification</a:t>
            </a:r>
            <a:r>
              <a:rPr lang="zh-CN" altLang="en-US" sz="1400" dirty="0"/>
              <a:t>服务，该服务负责以</a:t>
            </a:r>
            <a:r>
              <a:rPr lang="en-US" altLang="zh-CN" sz="1400" dirty="0"/>
              <a:t>email</a:t>
            </a:r>
            <a:r>
              <a:rPr lang="zh-CN" altLang="en-US" sz="1400" dirty="0"/>
              <a:t>的方式通知管理者</a:t>
            </a:r>
          </a:p>
        </p:txBody>
      </p:sp>
      <p:sp>
        <p:nvSpPr>
          <p:cNvPr id="32" name="矩形 31"/>
          <p:cNvSpPr/>
          <p:nvPr/>
        </p:nvSpPr>
        <p:spPr>
          <a:xfrm>
            <a:off x="3543247" y="5798977"/>
            <a:ext cx="2570251" cy="523220"/>
          </a:xfrm>
          <a:prstGeom prst="rect">
            <a:avLst/>
          </a:prstGeom>
        </p:spPr>
        <p:txBody>
          <a:bodyPr wrap="square">
            <a:spAutoFit/>
          </a:bodyPr>
          <a:lstStyle/>
          <a:p>
            <a:r>
              <a:rPr lang="zh-CN" altLang="en-US" sz="1400" dirty="0"/>
              <a:t>使用</a:t>
            </a:r>
            <a:r>
              <a:rPr lang="en-US" altLang="zh-CN" sz="1400" dirty="0"/>
              <a:t>Notification</a:t>
            </a:r>
            <a:r>
              <a:rPr lang="zh-CN" altLang="en-US" sz="1400" dirty="0"/>
              <a:t>服务向雇员管理者发送消息</a:t>
            </a:r>
          </a:p>
        </p:txBody>
      </p:sp>
      <p:sp>
        <p:nvSpPr>
          <p:cNvPr id="33" name="矩形 32"/>
          <p:cNvSpPr/>
          <p:nvPr/>
        </p:nvSpPr>
        <p:spPr>
          <a:xfrm>
            <a:off x="6108094" y="2744822"/>
            <a:ext cx="2357830" cy="3047603"/>
          </a:xfrm>
          <a:prstGeom prst="rect">
            <a:avLst/>
          </a:prstGeom>
          <a:solidFill>
            <a:schemeClr val="bg1">
              <a:alpha val="0"/>
            </a:schemeClr>
          </a:solid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流程图: 可选过程 33"/>
          <p:cNvSpPr/>
          <p:nvPr/>
        </p:nvSpPr>
        <p:spPr>
          <a:xfrm>
            <a:off x="6184269" y="2954940"/>
            <a:ext cx="720081" cy="4320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赋值</a:t>
            </a:r>
          </a:p>
        </p:txBody>
      </p:sp>
      <p:sp>
        <p:nvSpPr>
          <p:cNvPr id="35" name="流程图: 可选过程 34"/>
          <p:cNvSpPr/>
          <p:nvPr/>
        </p:nvSpPr>
        <p:spPr>
          <a:xfrm>
            <a:off x="6180102" y="4812395"/>
            <a:ext cx="720081" cy="4320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调用</a:t>
            </a:r>
          </a:p>
        </p:txBody>
      </p:sp>
      <p:cxnSp>
        <p:nvCxnSpPr>
          <p:cNvPr id="36" name="直接箭头连接符 35"/>
          <p:cNvCxnSpPr>
            <a:stCxn id="34" idx="2"/>
            <a:endCxn id="35" idx="0"/>
          </p:cNvCxnSpPr>
          <p:nvPr/>
        </p:nvCxnSpPr>
        <p:spPr>
          <a:xfrm flipH="1">
            <a:off x="6540143" y="3386988"/>
            <a:ext cx="4167" cy="1425407"/>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37" name="矩形 36"/>
          <p:cNvSpPr/>
          <p:nvPr/>
        </p:nvSpPr>
        <p:spPr>
          <a:xfrm>
            <a:off x="6900183" y="2806972"/>
            <a:ext cx="1641916" cy="954107"/>
          </a:xfrm>
          <a:prstGeom prst="rect">
            <a:avLst/>
          </a:prstGeom>
        </p:spPr>
        <p:txBody>
          <a:bodyPr wrap="square">
            <a:spAutoFit/>
          </a:bodyPr>
          <a:lstStyle/>
          <a:p>
            <a:r>
              <a:rPr lang="zh-CN" altLang="en-US" sz="1400" dirty="0"/>
              <a:t>从工单变量中寻找雇员</a:t>
            </a:r>
            <a:r>
              <a:rPr lang="en-US" altLang="zh-CN" sz="1400" dirty="0"/>
              <a:t>ID</a:t>
            </a:r>
            <a:r>
              <a:rPr lang="zh-CN" altLang="en-US" sz="1400" dirty="0"/>
              <a:t>，并将它复制到</a:t>
            </a:r>
            <a:r>
              <a:rPr lang="en-US" altLang="zh-CN" sz="1400" dirty="0"/>
              <a:t>Notification</a:t>
            </a:r>
            <a:r>
              <a:rPr lang="zh-CN" altLang="en-US" sz="1400" dirty="0"/>
              <a:t>服务的请求消息中</a:t>
            </a:r>
          </a:p>
        </p:txBody>
      </p:sp>
      <p:sp>
        <p:nvSpPr>
          <p:cNvPr id="38" name="矩形 37"/>
          <p:cNvSpPr/>
          <p:nvPr/>
        </p:nvSpPr>
        <p:spPr>
          <a:xfrm>
            <a:off x="6857046" y="4563705"/>
            <a:ext cx="1728190" cy="1169551"/>
          </a:xfrm>
          <a:prstGeom prst="rect">
            <a:avLst/>
          </a:prstGeom>
        </p:spPr>
        <p:txBody>
          <a:bodyPr wrap="square">
            <a:spAutoFit/>
          </a:bodyPr>
          <a:lstStyle/>
          <a:p>
            <a:r>
              <a:rPr lang="zh-CN" altLang="en-US" sz="1400" dirty="0"/>
              <a:t>发送另一个请求消息给</a:t>
            </a:r>
            <a:r>
              <a:rPr lang="en-US" altLang="zh-CN" sz="1400" dirty="0"/>
              <a:t>Notification</a:t>
            </a:r>
            <a:r>
              <a:rPr lang="zh-CN" altLang="en-US" sz="1400" dirty="0"/>
              <a:t>服务，该服务负责以</a:t>
            </a:r>
            <a:r>
              <a:rPr lang="en-US" altLang="zh-CN" sz="1400" dirty="0"/>
              <a:t>email</a:t>
            </a:r>
            <a:r>
              <a:rPr lang="zh-CN" altLang="en-US" sz="1400" dirty="0"/>
              <a:t>的方式通知雇员</a:t>
            </a:r>
          </a:p>
        </p:txBody>
      </p:sp>
      <p:sp>
        <p:nvSpPr>
          <p:cNvPr id="39" name="矩形 38"/>
          <p:cNvSpPr/>
          <p:nvPr/>
        </p:nvSpPr>
        <p:spPr>
          <a:xfrm>
            <a:off x="6058123" y="5798977"/>
            <a:ext cx="2570251" cy="523220"/>
          </a:xfrm>
          <a:prstGeom prst="rect">
            <a:avLst/>
          </a:prstGeom>
        </p:spPr>
        <p:txBody>
          <a:bodyPr wrap="square">
            <a:spAutoFit/>
          </a:bodyPr>
          <a:lstStyle/>
          <a:p>
            <a:r>
              <a:rPr lang="zh-CN" altLang="en-US" sz="1400" dirty="0"/>
              <a:t>使用</a:t>
            </a:r>
            <a:r>
              <a:rPr lang="en-US" altLang="zh-CN" sz="1400" dirty="0"/>
              <a:t>Notification</a:t>
            </a:r>
            <a:r>
              <a:rPr lang="zh-CN" altLang="en-US" sz="1400" dirty="0"/>
              <a:t>服务向雇员发送消息</a:t>
            </a:r>
          </a:p>
        </p:txBody>
      </p:sp>
      <p:cxnSp>
        <p:nvCxnSpPr>
          <p:cNvPr id="40" name="肘形连接符 39"/>
          <p:cNvCxnSpPr>
            <a:endCxn id="27" idx="1"/>
          </p:cNvCxnSpPr>
          <p:nvPr/>
        </p:nvCxnSpPr>
        <p:spPr>
          <a:xfrm flipV="1">
            <a:off x="1803930" y="3170964"/>
            <a:ext cx="1865463" cy="1859008"/>
          </a:xfrm>
          <a:prstGeom prst="bentConnector3">
            <a:avLst>
              <a:gd name="adj1" fmla="val 9108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49" name="肘形连接符 48"/>
          <p:cNvCxnSpPr>
            <a:stCxn id="5" idx="2"/>
            <a:endCxn id="8" idx="1"/>
          </p:cNvCxnSpPr>
          <p:nvPr/>
        </p:nvCxnSpPr>
        <p:spPr>
          <a:xfrm rot="16200000" flipH="1">
            <a:off x="318569" y="2340419"/>
            <a:ext cx="1061099" cy="599990"/>
          </a:xfrm>
          <a:prstGeom prst="bentConnector2">
            <a:avLst/>
          </a:prstGeom>
          <a:ln w="25400">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50" name="肘形连接符 49"/>
          <p:cNvCxnSpPr/>
          <p:nvPr/>
        </p:nvCxnSpPr>
        <p:spPr>
          <a:xfrm flipV="1">
            <a:off x="4349003" y="3170188"/>
            <a:ext cx="1865463" cy="1859008"/>
          </a:xfrm>
          <a:prstGeom prst="bentConnector3">
            <a:avLst>
              <a:gd name="adj1" fmla="val 9108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a:stCxn id="35" idx="3"/>
          </p:cNvCxnSpPr>
          <p:nvPr/>
        </p:nvCxnSpPr>
        <p:spPr>
          <a:xfrm>
            <a:off x="6900183" y="5028419"/>
            <a:ext cx="1728191" cy="777"/>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53" name="矩形 52"/>
          <p:cNvSpPr/>
          <p:nvPr/>
        </p:nvSpPr>
        <p:spPr>
          <a:xfrm>
            <a:off x="8550629" y="4750110"/>
            <a:ext cx="557875" cy="523220"/>
          </a:xfrm>
          <a:prstGeom prst="rect">
            <a:avLst/>
          </a:prstGeom>
        </p:spPr>
        <p:txBody>
          <a:bodyPr wrap="square">
            <a:spAutoFit/>
          </a:bodyPr>
          <a:lstStyle/>
          <a:p>
            <a:r>
              <a:rPr lang="zh-CN" altLang="en-US" sz="1400" dirty="0"/>
              <a:t>结束流程</a:t>
            </a:r>
          </a:p>
        </p:txBody>
      </p:sp>
    </p:spTree>
    <p:extLst>
      <p:ext uri="{BB962C8B-B14F-4D97-AF65-F5344CB8AC3E}">
        <p14:creationId xmlns:p14="http://schemas.microsoft.com/office/powerpoint/2010/main" val="151458214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1"/>
          <p:cNvSpPr>
            <a:spLocks noGrp="1"/>
          </p:cNvSpPr>
          <p:nvPr>
            <p:ph type="title"/>
          </p:nvPr>
        </p:nvSpPr>
        <p:spPr/>
        <p:txBody>
          <a:bodyPr/>
          <a:lstStyle/>
          <a:p>
            <a:r>
              <a:rPr lang="zh-CN" altLang="en-US"/>
              <a:t>面向服务的业务流程设计</a:t>
            </a:r>
            <a:r>
              <a:rPr lang="en-US" altLang="zh-CN"/>
              <a:t> XVI</a:t>
            </a:r>
            <a:endParaRPr lang="zh-CN" altLang="en-US"/>
          </a:p>
        </p:txBody>
      </p:sp>
      <p:sp>
        <p:nvSpPr>
          <p:cNvPr id="3" name="内容占位符 2"/>
          <p:cNvSpPr>
            <a:spLocks noGrp="1"/>
          </p:cNvSpPr>
          <p:nvPr>
            <p:ph idx="1"/>
          </p:nvPr>
        </p:nvSpPr>
        <p:spPr>
          <a:xfrm>
            <a:off x="457200" y="1052737"/>
            <a:ext cx="8229600" cy="1120783"/>
          </a:xfrm>
        </p:spPr>
        <p:txBody>
          <a:bodyPr>
            <a:normAutofit lnSpcReduction="10000"/>
          </a:bodyPr>
          <a:lstStyle/>
          <a:p>
            <a:pPr>
              <a:defRPr/>
            </a:pPr>
            <a:r>
              <a:rPr lang="en-US" altLang="zh-CN" sz="2400" dirty="0"/>
              <a:t>5. </a:t>
            </a:r>
            <a:r>
              <a:rPr lang="zh-CN" altLang="en-US" sz="2400" dirty="0"/>
              <a:t>对应交互场景和简化流程</a:t>
            </a:r>
            <a:r>
              <a:rPr lang="en-US" altLang="zh-CN" sz="2400" dirty="0"/>
              <a:t>(</a:t>
            </a:r>
            <a:r>
              <a:rPr lang="zh-CN" altLang="en-US" sz="2400" dirty="0"/>
              <a:t>可选</a:t>
            </a:r>
            <a:r>
              <a:rPr lang="en-US" altLang="zh-CN" sz="2400" dirty="0"/>
              <a:t>)</a:t>
            </a:r>
          </a:p>
          <a:p>
            <a:pPr lvl="1">
              <a:defRPr/>
            </a:pPr>
            <a:r>
              <a:rPr lang="zh-CN" altLang="en-US" sz="2000" dirty="0"/>
              <a:t>重新访问第</a:t>
            </a:r>
            <a:r>
              <a:rPr lang="en-US" altLang="zh-CN" sz="2000" dirty="0"/>
              <a:t>1</a:t>
            </a:r>
            <a:r>
              <a:rPr lang="zh-CN" altLang="en-US" sz="2000" dirty="0"/>
              <a:t>步中的最初交互场景</a:t>
            </a:r>
            <a:endParaRPr lang="en-US" altLang="zh-CN" sz="2000" dirty="0"/>
          </a:p>
          <a:p>
            <a:pPr lvl="1">
              <a:defRPr/>
            </a:pPr>
            <a:r>
              <a:rPr lang="zh-CN" altLang="en-US" sz="2000" dirty="0"/>
              <a:t>审查</a:t>
            </a:r>
            <a:r>
              <a:rPr lang="en-US" altLang="zh-CN" sz="2000" dirty="0"/>
              <a:t>WS-BPEL</a:t>
            </a:r>
            <a:r>
              <a:rPr lang="zh-CN" altLang="en-US" sz="2000" dirty="0"/>
              <a:t>流程定义以寻找优化机会</a:t>
            </a:r>
          </a:p>
        </p:txBody>
      </p:sp>
      <p:sp>
        <p:nvSpPr>
          <p:cNvPr id="74756"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6D9AC92B-2086-4AEC-8A3F-A9724193BE32}" type="slidenum">
              <a:rPr lang="en-US" altLang="zh-CN" smtClean="0"/>
              <a:pPr eaLnBrk="1" hangingPunct="1"/>
              <a:t>76</a:t>
            </a:fld>
            <a:endParaRPr lang="en-US" altLang="zh-CN"/>
          </a:p>
        </p:txBody>
      </p:sp>
      <p:grpSp>
        <p:nvGrpSpPr>
          <p:cNvPr id="92" name="组合 91"/>
          <p:cNvGrpSpPr/>
          <p:nvPr/>
        </p:nvGrpSpPr>
        <p:grpSpPr>
          <a:xfrm>
            <a:off x="2123728" y="2194850"/>
            <a:ext cx="5088580" cy="4618526"/>
            <a:chOff x="2123728" y="2194850"/>
            <a:chExt cx="5088580" cy="4618526"/>
          </a:xfrm>
        </p:grpSpPr>
        <p:sp>
          <p:nvSpPr>
            <p:cNvPr id="93" name="矩形 92"/>
            <p:cNvSpPr/>
            <p:nvPr/>
          </p:nvSpPr>
          <p:spPr>
            <a:xfrm>
              <a:off x="6452241" y="3740273"/>
              <a:ext cx="760067" cy="1169551"/>
            </a:xfrm>
            <a:prstGeom prst="rect">
              <a:avLst/>
            </a:prstGeom>
          </p:spPr>
          <p:txBody>
            <a:bodyPr wrap="square">
              <a:spAutoFit/>
            </a:bodyPr>
            <a:lstStyle/>
            <a:p>
              <a:r>
                <a:rPr lang="zh-CN" altLang="en-US" sz="1400" dirty="0"/>
                <a:t>任务</a:t>
              </a:r>
              <a:r>
                <a:rPr lang="en-US" altLang="zh-CN" sz="1400" dirty="0"/>
                <a:t>3</a:t>
              </a:r>
              <a:r>
                <a:rPr lang="zh-CN" altLang="en-US" sz="1400" dirty="0"/>
                <a:t>：比较每周工作时间上限</a:t>
              </a:r>
            </a:p>
          </p:txBody>
        </p:sp>
        <p:sp>
          <p:nvSpPr>
            <p:cNvPr id="94" name="矩形 93"/>
            <p:cNvSpPr/>
            <p:nvPr/>
          </p:nvSpPr>
          <p:spPr>
            <a:xfrm>
              <a:off x="2123728" y="2824006"/>
              <a:ext cx="1392671" cy="3312368"/>
            </a:xfrm>
            <a:prstGeom prst="rect">
              <a:avLst/>
            </a:prstGeom>
            <a:solidFill>
              <a:schemeClr val="bg1">
                <a:alpha val="0"/>
              </a:schemeClr>
            </a:solid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流程图: 可选过程 94"/>
            <p:cNvSpPr/>
            <p:nvPr/>
          </p:nvSpPr>
          <p:spPr>
            <a:xfrm>
              <a:off x="2195736" y="2194850"/>
              <a:ext cx="720081" cy="4320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接收</a:t>
              </a:r>
            </a:p>
          </p:txBody>
        </p:sp>
        <p:sp>
          <p:nvSpPr>
            <p:cNvPr id="96" name="流程图: 可选过程 95"/>
            <p:cNvSpPr/>
            <p:nvPr/>
          </p:nvSpPr>
          <p:spPr>
            <a:xfrm>
              <a:off x="2195736" y="2990281"/>
              <a:ext cx="720081" cy="4320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赋值</a:t>
              </a:r>
            </a:p>
          </p:txBody>
        </p:sp>
        <p:sp>
          <p:nvSpPr>
            <p:cNvPr id="97" name="流程图: 可选过程 96"/>
            <p:cNvSpPr/>
            <p:nvPr/>
          </p:nvSpPr>
          <p:spPr>
            <a:xfrm>
              <a:off x="2195736" y="4355090"/>
              <a:ext cx="720081" cy="4320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调用</a:t>
              </a:r>
              <a:endParaRPr lang="zh-CN" altLang="en-US" dirty="0"/>
            </a:p>
          </p:txBody>
        </p:sp>
        <p:sp>
          <p:nvSpPr>
            <p:cNvPr id="98" name="流程图: 可选过程 97"/>
            <p:cNvSpPr/>
            <p:nvPr/>
          </p:nvSpPr>
          <p:spPr>
            <a:xfrm>
              <a:off x="2195736" y="5560310"/>
              <a:ext cx="720081" cy="4320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切换</a:t>
              </a:r>
            </a:p>
          </p:txBody>
        </p:sp>
        <p:cxnSp>
          <p:nvCxnSpPr>
            <p:cNvPr id="99" name="直接箭头连接符 98"/>
            <p:cNvCxnSpPr>
              <a:stCxn id="95" idx="2"/>
              <a:endCxn id="96" idx="0"/>
            </p:cNvCxnSpPr>
            <p:nvPr/>
          </p:nvCxnSpPr>
          <p:spPr>
            <a:xfrm>
              <a:off x="2555777" y="2626898"/>
              <a:ext cx="0" cy="363383"/>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00" name="直接箭头连接符 99"/>
            <p:cNvCxnSpPr>
              <a:endCxn id="97" idx="0"/>
            </p:cNvCxnSpPr>
            <p:nvPr/>
          </p:nvCxnSpPr>
          <p:spPr>
            <a:xfrm>
              <a:off x="2555777" y="3184046"/>
              <a:ext cx="0" cy="1171044"/>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01" name="直接箭头连接符 100"/>
            <p:cNvCxnSpPr>
              <a:stCxn id="97" idx="2"/>
              <a:endCxn id="98" idx="0"/>
            </p:cNvCxnSpPr>
            <p:nvPr/>
          </p:nvCxnSpPr>
          <p:spPr>
            <a:xfrm>
              <a:off x="2555777" y="4787138"/>
              <a:ext cx="0" cy="773172"/>
            </a:xfrm>
            <a:prstGeom prst="straightConnector1">
              <a:avLst/>
            </a:prstGeom>
            <a:ln w="25400">
              <a:prstDash val="solid"/>
              <a:tailEnd type="triangle"/>
            </a:ln>
          </p:spPr>
          <p:style>
            <a:lnRef idx="1">
              <a:schemeClr val="accent1"/>
            </a:lnRef>
            <a:fillRef idx="0">
              <a:schemeClr val="accent1"/>
            </a:fillRef>
            <a:effectRef idx="0">
              <a:schemeClr val="accent1"/>
            </a:effectRef>
            <a:fontRef idx="minor">
              <a:schemeClr val="tx1"/>
            </a:fontRef>
          </p:style>
        </p:cxnSp>
        <p:sp>
          <p:nvSpPr>
            <p:cNvPr id="102" name="矩形 101"/>
            <p:cNvSpPr/>
            <p:nvPr/>
          </p:nvSpPr>
          <p:spPr>
            <a:xfrm>
              <a:off x="2863835" y="3740273"/>
              <a:ext cx="760067" cy="738664"/>
            </a:xfrm>
            <a:prstGeom prst="rect">
              <a:avLst/>
            </a:prstGeom>
          </p:spPr>
          <p:txBody>
            <a:bodyPr wrap="square">
              <a:spAutoFit/>
            </a:bodyPr>
            <a:lstStyle/>
            <a:p>
              <a:r>
                <a:rPr lang="zh-CN" altLang="en-US" sz="1400" dirty="0"/>
                <a:t>任务</a:t>
              </a:r>
              <a:r>
                <a:rPr lang="en-US" altLang="zh-CN" sz="1400" dirty="0"/>
                <a:t>1</a:t>
              </a:r>
              <a:r>
                <a:rPr lang="zh-CN" altLang="en-US" sz="1400" dirty="0"/>
                <a:t>：比较支付时间</a:t>
              </a:r>
            </a:p>
          </p:txBody>
        </p:sp>
        <p:cxnSp>
          <p:nvCxnSpPr>
            <p:cNvPr id="103" name="肘形连接符 102"/>
            <p:cNvCxnSpPr>
              <a:stCxn id="98" idx="3"/>
              <a:endCxn id="105" idx="1"/>
            </p:cNvCxnSpPr>
            <p:nvPr/>
          </p:nvCxnSpPr>
          <p:spPr>
            <a:xfrm flipV="1">
              <a:off x="2915817" y="3208550"/>
              <a:ext cx="1088150" cy="2567784"/>
            </a:xfrm>
            <a:prstGeom prst="bentConnector3">
              <a:avLst>
                <a:gd name="adj1" fmla="val 72409"/>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104" name="矩形 103"/>
            <p:cNvSpPr/>
            <p:nvPr/>
          </p:nvSpPr>
          <p:spPr>
            <a:xfrm>
              <a:off x="3931959" y="2824006"/>
              <a:ext cx="1392671" cy="3314613"/>
            </a:xfrm>
            <a:prstGeom prst="rect">
              <a:avLst/>
            </a:prstGeom>
            <a:solidFill>
              <a:schemeClr val="bg1">
                <a:alpha val="0"/>
              </a:schemeClr>
            </a:solid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流程图: 可选过程 104"/>
            <p:cNvSpPr/>
            <p:nvPr/>
          </p:nvSpPr>
          <p:spPr>
            <a:xfrm>
              <a:off x="4003967" y="2992526"/>
              <a:ext cx="720081" cy="4320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赋值</a:t>
              </a:r>
            </a:p>
          </p:txBody>
        </p:sp>
        <p:sp>
          <p:nvSpPr>
            <p:cNvPr id="106" name="流程图: 可选过程 105"/>
            <p:cNvSpPr/>
            <p:nvPr/>
          </p:nvSpPr>
          <p:spPr>
            <a:xfrm>
              <a:off x="4003967" y="4357335"/>
              <a:ext cx="720081" cy="4320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调用</a:t>
              </a:r>
              <a:endParaRPr lang="zh-CN" altLang="en-US" dirty="0"/>
            </a:p>
          </p:txBody>
        </p:sp>
        <p:sp>
          <p:nvSpPr>
            <p:cNvPr id="107" name="流程图: 可选过程 106"/>
            <p:cNvSpPr/>
            <p:nvPr/>
          </p:nvSpPr>
          <p:spPr>
            <a:xfrm>
              <a:off x="4003967" y="5562555"/>
              <a:ext cx="720081" cy="4320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切换</a:t>
              </a:r>
            </a:p>
          </p:txBody>
        </p:sp>
        <p:cxnSp>
          <p:nvCxnSpPr>
            <p:cNvPr id="108" name="直接箭头连接符 107"/>
            <p:cNvCxnSpPr>
              <a:endCxn id="106" idx="0"/>
            </p:cNvCxnSpPr>
            <p:nvPr/>
          </p:nvCxnSpPr>
          <p:spPr>
            <a:xfrm>
              <a:off x="4364008" y="3186291"/>
              <a:ext cx="0" cy="1171044"/>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09" name="直接箭头连接符 108"/>
            <p:cNvCxnSpPr>
              <a:stCxn id="106" idx="2"/>
              <a:endCxn id="107" idx="0"/>
            </p:cNvCxnSpPr>
            <p:nvPr/>
          </p:nvCxnSpPr>
          <p:spPr>
            <a:xfrm>
              <a:off x="4364008" y="4789383"/>
              <a:ext cx="0" cy="773172"/>
            </a:xfrm>
            <a:prstGeom prst="straightConnector1">
              <a:avLst/>
            </a:prstGeom>
            <a:ln w="25400">
              <a:prstDash val="solid"/>
              <a:tailEnd type="triangle"/>
            </a:ln>
          </p:spPr>
          <p:style>
            <a:lnRef idx="1">
              <a:schemeClr val="accent1"/>
            </a:lnRef>
            <a:fillRef idx="0">
              <a:schemeClr val="accent1"/>
            </a:fillRef>
            <a:effectRef idx="0">
              <a:schemeClr val="accent1"/>
            </a:effectRef>
            <a:fontRef idx="minor">
              <a:schemeClr val="tx1"/>
            </a:fontRef>
          </p:style>
        </p:cxnSp>
        <p:sp>
          <p:nvSpPr>
            <p:cNvPr id="110" name="矩形 109"/>
            <p:cNvSpPr/>
            <p:nvPr/>
          </p:nvSpPr>
          <p:spPr>
            <a:xfrm>
              <a:off x="4672066" y="3742518"/>
              <a:ext cx="760067" cy="738664"/>
            </a:xfrm>
            <a:prstGeom prst="rect">
              <a:avLst/>
            </a:prstGeom>
          </p:spPr>
          <p:txBody>
            <a:bodyPr wrap="square">
              <a:spAutoFit/>
            </a:bodyPr>
            <a:lstStyle/>
            <a:p>
              <a:r>
                <a:rPr lang="zh-CN" altLang="en-US" sz="1400" dirty="0"/>
                <a:t>任务</a:t>
              </a:r>
              <a:r>
                <a:rPr lang="en-US" altLang="zh-CN" sz="1400" dirty="0"/>
                <a:t>2</a:t>
              </a:r>
              <a:r>
                <a:rPr lang="zh-CN" altLang="en-US" sz="1400" dirty="0"/>
                <a:t>：获取授权</a:t>
              </a:r>
            </a:p>
          </p:txBody>
        </p:sp>
        <p:sp>
          <p:nvSpPr>
            <p:cNvPr id="111" name="矩形 110"/>
            <p:cNvSpPr/>
            <p:nvPr/>
          </p:nvSpPr>
          <p:spPr>
            <a:xfrm>
              <a:off x="5712134" y="2824006"/>
              <a:ext cx="1392671" cy="3312368"/>
            </a:xfrm>
            <a:prstGeom prst="rect">
              <a:avLst/>
            </a:prstGeom>
            <a:solidFill>
              <a:schemeClr val="bg1">
                <a:alpha val="0"/>
              </a:schemeClr>
            </a:solid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流程图: 可选过程 111"/>
            <p:cNvSpPr/>
            <p:nvPr/>
          </p:nvSpPr>
          <p:spPr>
            <a:xfrm>
              <a:off x="5784142" y="2990281"/>
              <a:ext cx="720081" cy="4320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赋值</a:t>
              </a:r>
            </a:p>
          </p:txBody>
        </p:sp>
        <p:sp>
          <p:nvSpPr>
            <p:cNvPr id="113" name="流程图: 可选过程 112"/>
            <p:cNvSpPr/>
            <p:nvPr/>
          </p:nvSpPr>
          <p:spPr>
            <a:xfrm>
              <a:off x="5784142" y="4355090"/>
              <a:ext cx="720081" cy="4320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调用</a:t>
              </a:r>
              <a:endParaRPr lang="zh-CN" altLang="en-US" dirty="0"/>
            </a:p>
          </p:txBody>
        </p:sp>
        <p:sp>
          <p:nvSpPr>
            <p:cNvPr id="114" name="流程图: 可选过程 113"/>
            <p:cNvSpPr/>
            <p:nvPr/>
          </p:nvSpPr>
          <p:spPr>
            <a:xfrm>
              <a:off x="5784142" y="5560310"/>
              <a:ext cx="720081" cy="4320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切换</a:t>
              </a:r>
            </a:p>
          </p:txBody>
        </p:sp>
        <p:cxnSp>
          <p:nvCxnSpPr>
            <p:cNvPr id="115" name="直接箭头连接符 114"/>
            <p:cNvCxnSpPr>
              <a:endCxn id="113" idx="0"/>
            </p:cNvCxnSpPr>
            <p:nvPr/>
          </p:nvCxnSpPr>
          <p:spPr>
            <a:xfrm>
              <a:off x="6144183" y="3184046"/>
              <a:ext cx="0" cy="1171044"/>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16" name="直接箭头连接符 115"/>
            <p:cNvCxnSpPr>
              <a:stCxn id="113" idx="2"/>
              <a:endCxn id="114" idx="0"/>
            </p:cNvCxnSpPr>
            <p:nvPr/>
          </p:nvCxnSpPr>
          <p:spPr>
            <a:xfrm>
              <a:off x="6144183" y="4787138"/>
              <a:ext cx="0" cy="773172"/>
            </a:xfrm>
            <a:prstGeom prst="straightConnector1">
              <a:avLst/>
            </a:prstGeom>
            <a:ln w="25400">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17" name="肘形连接符 116"/>
            <p:cNvCxnSpPr/>
            <p:nvPr/>
          </p:nvCxnSpPr>
          <p:spPr>
            <a:xfrm flipV="1">
              <a:off x="4724048" y="3208550"/>
              <a:ext cx="1088150" cy="2567784"/>
            </a:xfrm>
            <a:prstGeom prst="bentConnector3">
              <a:avLst>
                <a:gd name="adj1" fmla="val 72409"/>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118" name="流程图: 可选过程 117"/>
            <p:cNvSpPr/>
            <p:nvPr/>
          </p:nvSpPr>
          <p:spPr>
            <a:xfrm>
              <a:off x="5779973" y="6381328"/>
              <a:ext cx="720081" cy="4320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回复</a:t>
              </a:r>
            </a:p>
          </p:txBody>
        </p:sp>
        <p:cxnSp>
          <p:nvCxnSpPr>
            <p:cNvPr id="119" name="直接箭头连接符 118"/>
            <p:cNvCxnSpPr>
              <a:endCxn id="118" idx="0"/>
            </p:cNvCxnSpPr>
            <p:nvPr/>
          </p:nvCxnSpPr>
          <p:spPr>
            <a:xfrm flipH="1">
              <a:off x="6140014" y="6003672"/>
              <a:ext cx="4168" cy="377656"/>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grpSp>
      <p:grpSp>
        <p:nvGrpSpPr>
          <p:cNvPr id="120" name="组合 119"/>
          <p:cNvGrpSpPr/>
          <p:nvPr/>
        </p:nvGrpSpPr>
        <p:grpSpPr>
          <a:xfrm>
            <a:off x="2127776" y="2053716"/>
            <a:ext cx="5088580" cy="4748470"/>
            <a:chOff x="2123728" y="1931340"/>
            <a:chExt cx="5088580" cy="4748470"/>
          </a:xfrm>
        </p:grpSpPr>
        <p:sp>
          <p:nvSpPr>
            <p:cNvPr id="121" name="矩形 120"/>
            <p:cNvSpPr/>
            <p:nvPr/>
          </p:nvSpPr>
          <p:spPr>
            <a:xfrm>
              <a:off x="2123728" y="2690425"/>
              <a:ext cx="1392671" cy="3312368"/>
            </a:xfrm>
            <a:prstGeom prst="rect">
              <a:avLst/>
            </a:prstGeom>
            <a:solidFill>
              <a:schemeClr val="bg1">
                <a:alpha val="0"/>
              </a:schemeClr>
            </a:solid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流程图: 可选过程 121"/>
            <p:cNvSpPr/>
            <p:nvPr/>
          </p:nvSpPr>
          <p:spPr>
            <a:xfrm>
              <a:off x="4006980" y="1931340"/>
              <a:ext cx="720081" cy="4320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接收</a:t>
              </a:r>
            </a:p>
          </p:txBody>
        </p:sp>
        <p:sp>
          <p:nvSpPr>
            <p:cNvPr id="123" name="流程图: 可选过程 122"/>
            <p:cNvSpPr/>
            <p:nvPr/>
          </p:nvSpPr>
          <p:spPr>
            <a:xfrm>
              <a:off x="2195736" y="2856700"/>
              <a:ext cx="720081" cy="4320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赋值</a:t>
              </a:r>
            </a:p>
          </p:txBody>
        </p:sp>
        <p:sp>
          <p:nvSpPr>
            <p:cNvPr id="124" name="流程图: 可选过程 123"/>
            <p:cNvSpPr/>
            <p:nvPr/>
          </p:nvSpPr>
          <p:spPr>
            <a:xfrm>
              <a:off x="2195736" y="4221509"/>
              <a:ext cx="720081" cy="4320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调用</a:t>
              </a:r>
              <a:endParaRPr lang="zh-CN" altLang="en-US" dirty="0"/>
            </a:p>
          </p:txBody>
        </p:sp>
        <p:sp>
          <p:nvSpPr>
            <p:cNvPr id="125" name="流程图: 可选过程 124"/>
            <p:cNvSpPr/>
            <p:nvPr/>
          </p:nvSpPr>
          <p:spPr>
            <a:xfrm>
              <a:off x="2195736" y="5426729"/>
              <a:ext cx="720081" cy="4320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切换</a:t>
              </a:r>
            </a:p>
          </p:txBody>
        </p:sp>
        <p:cxnSp>
          <p:nvCxnSpPr>
            <p:cNvPr id="126" name="直接箭头连接符 125"/>
            <p:cNvCxnSpPr>
              <a:endCxn id="124" idx="0"/>
            </p:cNvCxnSpPr>
            <p:nvPr/>
          </p:nvCxnSpPr>
          <p:spPr>
            <a:xfrm>
              <a:off x="2555777" y="3050465"/>
              <a:ext cx="0" cy="1171044"/>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27" name="直接箭头连接符 126"/>
            <p:cNvCxnSpPr>
              <a:stCxn id="124" idx="2"/>
              <a:endCxn id="125" idx="0"/>
            </p:cNvCxnSpPr>
            <p:nvPr/>
          </p:nvCxnSpPr>
          <p:spPr>
            <a:xfrm>
              <a:off x="2555777" y="4653557"/>
              <a:ext cx="0" cy="773172"/>
            </a:xfrm>
            <a:prstGeom prst="straightConnector1">
              <a:avLst/>
            </a:prstGeom>
            <a:ln w="25400">
              <a:prstDash val="solid"/>
              <a:tailEnd type="triangle"/>
            </a:ln>
          </p:spPr>
          <p:style>
            <a:lnRef idx="1">
              <a:schemeClr val="accent1"/>
            </a:lnRef>
            <a:fillRef idx="0">
              <a:schemeClr val="accent1"/>
            </a:fillRef>
            <a:effectRef idx="0">
              <a:schemeClr val="accent1"/>
            </a:effectRef>
            <a:fontRef idx="minor">
              <a:schemeClr val="tx1"/>
            </a:fontRef>
          </p:style>
        </p:cxnSp>
        <p:sp>
          <p:nvSpPr>
            <p:cNvPr id="128" name="矩形 127"/>
            <p:cNvSpPr/>
            <p:nvPr/>
          </p:nvSpPr>
          <p:spPr>
            <a:xfrm>
              <a:off x="2863835" y="3606692"/>
              <a:ext cx="760067" cy="738664"/>
            </a:xfrm>
            <a:prstGeom prst="rect">
              <a:avLst/>
            </a:prstGeom>
          </p:spPr>
          <p:txBody>
            <a:bodyPr wrap="square">
              <a:spAutoFit/>
            </a:bodyPr>
            <a:lstStyle/>
            <a:p>
              <a:r>
                <a:rPr lang="zh-CN" altLang="en-US" sz="1400" dirty="0"/>
                <a:t>任务</a:t>
              </a:r>
              <a:r>
                <a:rPr lang="en-US" altLang="zh-CN" sz="1400" dirty="0"/>
                <a:t>1</a:t>
              </a:r>
              <a:r>
                <a:rPr lang="zh-CN" altLang="en-US" sz="1400" dirty="0"/>
                <a:t>：比较支付时间</a:t>
              </a:r>
            </a:p>
          </p:txBody>
        </p:sp>
        <p:sp>
          <p:nvSpPr>
            <p:cNvPr id="129" name="矩形 128"/>
            <p:cNvSpPr/>
            <p:nvPr/>
          </p:nvSpPr>
          <p:spPr>
            <a:xfrm>
              <a:off x="3931959" y="2690425"/>
              <a:ext cx="1392671" cy="3314613"/>
            </a:xfrm>
            <a:prstGeom prst="rect">
              <a:avLst/>
            </a:prstGeom>
            <a:solidFill>
              <a:schemeClr val="bg1">
                <a:alpha val="0"/>
              </a:schemeClr>
            </a:solid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流程图: 可选过程 129"/>
            <p:cNvSpPr/>
            <p:nvPr/>
          </p:nvSpPr>
          <p:spPr>
            <a:xfrm>
              <a:off x="4003967" y="2858945"/>
              <a:ext cx="720081" cy="4320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赋值</a:t>
              </a:r>
            </a:p>
          </p:txBody>
        </p:sp>
        <p:sp>
          <p:nvSpPr>
            <p:cNvPr id="131" name="流程图: 可选过程 130"/>
            <p:cNvSpPr/>
            <p:nvPr/>
          </p:nvSpPr>
          <p:spPr>
            <a:xfrm>
              <a:off x="4003967" y="4223754"/>
              <a:ext cx="720081" cy="4320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调用</a:t>
              </a:r>
              <a:endParaRPr lang="zh-CN" altLang="en-US" dirty="0"/>
            </a:p>
          </p:txBody>
        </p:sp>
        <p:sp>
          <p:nvSpPr>
            <p:cNvPr id="132" name="流程图: 可选过程 131"/>
            <p:cNvSpPr/>
            <p:nvPr/>
          </p:nvSpPr>
          <p:spPr>
            <a:xfrm>
              <a:off x="4003967" y="5428974"/>
              <a:ext cx="720081" cy="4320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切换</a:t>
              </a:r>
            </a:p>
          </p:txBody>
        </p:sp>
        <p:cxnSp>
          <p:nvCxnSpPr>
            <p:cNvPr id="133" name="直接箭头连接符 132"/>
            <p:cNvCxnSpPr>
              <a:endCxn id="131" idx="0"/>
            </p:cNvCxnSpPr>
            <p:nvPr/>
          </p:nvCxnSpPr>
          <p:spPr>
            <a:xfrm>
              <a:off x="4364008" y="3052710"/>
              <a:ext cx="0" cy="1171044"/>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34" name="直接箭头连接符 133"/>
            <p:cNvCxnSpPr>
              <a:stCxn id="131" idx="2"/>
              <a:endCxn id="132" idx="0"/>
            </p:cNvCxnSpPr>
            <p:nvPr/>
          </p:nvCxnSpPr>
          <p:spPr>
            <a:xfrm>
              <a:off x="4364008" y="4655802"/>
              <a:ext cx="0" cy="773172"/>
            </a:xfrm>
            <a:prstGeom prst="straightConnector1">
              <a:avLst/>
            </a:prstGeom>
            <a:ln w="25400">
              <a:prstDash val="solid"/>
              <a:tailEnd type="triangle"/>
            </a:ln>
          </p:spPr>
          <p:style>
            <a:lnRef idx="1">
              <a:schemeClr val="accent1"/>
            </a:lnRef>
            <a:fillRef idx="0">
              <a:schemeClr val="accent1"/>
            </a:fillRef>
            <a:effectRef idx="0">
              <a:schemeClr val="accent1"/>
            </a:effectRef>
            <a:fontRef idx="minor">
              <a:schemeClr val="tx1"/>
            </a:fontRef>
          </p:style>
        </p:cxnSp>
        <p:sp>
          <p:nvSpPr>
            <p:cNvPr id="135" name="矩形 134"/>
            <p:cNvSpPr/>
            <p:nvPr/>
          </p:nvSpPr>
          <p:spPr>
            <a:xfrm>
              <a:off x="4672066" y="3608937"/>
              <a:ext cx="760067" cy="738664"/>
            </a:xfrm>
            <a:prstGeom prst="rect">
              <a:avLst/>
            </a:prstGeom>
          </p:spPr>
          <p:txBody>
            <a:bodyPr wrap="square">
              <a:spAutoFit/>
            </a:bodyPr>
            <a:lstStyle/>
            <a:p>
              <a:r>
                <a:rPr lang="zh-CN" altLang="en-US" sz="1400" dirty="0"/>
                <a:t>任务</a:t>
              </a:r>
              <a:r>
                <a:rPr lang="en-US" altLang="zh-CN" sz="1400" dirty="0"/>
                <a:t>2</a:t>
              </a:r>
              <a:r>
                <a:rPr lang="zh-CN" altLang="en-US" sz="1400" dirty="0"/>
                <a:t>：获取授权</a:t>
              </a:r>
            </a:p>
          </p:txBody>
        </p:sp>
        <p:sp>
          <p:nvSpPr>
            <p:cNvPr id="136" name="矩形 135"/>
            <p:cNvSpPr/>
            <p:nvPr/>
          </p:nvSpPr>
          <p:spPr>
            <a:xfrm>
              <a:off x="5712134" y="2690425"/>
              <a:ext cx="1392671" cy="3312368"/>
            </a:xfrm>
            <a:prstGeom prst="rect">
              <a:avLst/>
            </a:prstGeom>
            <a:solidFill>
              <a:schemeClr val="bg1">
                <a:alpha val="0"/>
              </a:schemeClr>
            </a:solid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7" name="流程图: 可选过程 136"/>
            <p:cNvSpPr/>
            <p:nvPr/>
          </p:nvSpPr>
          <p:spPr>
            <a:xfrm>
              <a:off x="5784142" y="2856700"/>
              <a:ext cx="720081" cy="4320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赋值</a:t>
              </a:r>
            </a:p>
          </p:txBody>
        </p:sp>
        <p:sp>
          <p:nvSpPr>
            <p:cNvPr id="138" name="流程图: 可选过程 137"/>
            <p:cNvSpPr/>
            <p:nvPr/>
          </p:nvSpPr>
          <p:spPr>
            <a:xfrm>
              <a:off x="5784142" y="4221509"/>
              <a:ext cx="720081" cy="4320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调用</a:t>
              </a:r>
              <a:endParaRPr lang="zh-CN" altLang="en-US" dirty="0"/>
            </a:p>
          </p:txBody>
        </p:sp>
        <p:sp>
          <p:nvSpPr>
            <p:cNvPr id="139" name="流程图: 可选过程 138"/>
            <p:cNvSpPr/>
            <p:nvPr/>
          </p:nvSpPr>
          <p:spPr>
            <a:xfrm>
              <a:off x="5784142" y="5426729"/>
              <a:ext cx="720081" cy="4320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切换</a:t>
              </a:r>
            </a:p>
          </p:txBody>
        </p:sp>
        <p:cxnSp>
          <p:nvCxnSpPr>
            <p:cNvPr id="140" name="直接箭头连接符 139"/>
            <p:cNvCxnSpPr>
              <a:endCxn id="138" idx="0"/>
            </p:cNvCxnSpPr>
            <p:nvPr/>
          </p:nvCxnSpPr>
          <p:spPr>
            <a:xfrm>
              <a:off x="6144183" y="3050465"/>
              <a:ext cx="0" cy="1171044"/>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41" name="直接箭头连接符 140"/>
            <p:cNvCxnSpPr>
              <a:stCxn id="138" idx="2"/>
              <a:endCxn id="139" idx="0"/>
            </p:cNvCxnSpPr>
            <p:nvPr/>
          </p:nvCxnSpPr>
          <p:spPr>
            <a:xfrm>
              <a:off x="6144183" y="4653557"/>
              <a:ext cx="0" cy="773172"/>
            </a:xfrm>
            <a:prstGeom prst="straightConnector1">
              <a:avLst/>
            </a:prstGeom>
            <a:ln w="25400">
              <a:prstDash val="solid"/>
              <a:tailEnd type="triangle"/>
            </a:ln>
          </p:spPr>
          <p:style>
            <a:lnRef idx="1">
              <a:schemeClr val="accent1"/>
            </a:lnRef>
            <a:fillRef idx="0">
              <a:schemeClr val="accent1"/>
            </a:fillRef>
            <a:effectRef idx="0">
              <a:schemeClr val="accent1"/>
            </a:effectRef>
            <a:fontRef idx="minor">
              <a:schemeClr val="tx1"/>
            </a:fontRef>
          </p:style>
        </p:cxnSp>
        <p:sp>
          <p:nvSpPr>
            <p:cNvPr id="142" name="矩形 141"/>
            <p:cNvSpPr/>
            <p:nvPr/>
          </p:nvSpPr>
          <p:spPr>
            <a:xfrm>
              <a:off x="6452241" y="3606692"/>
              <a:ext cx="760067" cy="1169551"/>
            </a:xfrm>
            <a:prstGeom prst="rect">
              <a:avLst/>
            </a:prstGeom>
          </p:spPr>
          <p:txBody>
            <a:bodyPr wrap="square">
              <a:spAutoFit/>
            </a:bodyPr>
            <a:lstStyle/>
            <a:p>
              <a:r>
                <a:rPr lang="zh-CN" altLang="en-US" sz="1400" dirty="0"/>
                <a:t>任务</a:t>
              </a:r>
              <a:r>
                <a:rPr lang="en-US" altLang="zh-CN" sz="1400" dirty="0"/>
                <a:t>3</a:t>
              </a:r>
              <a:r>
                <a:rPr lang="zh-CN" altLang="en-US" sz="1400" dirty="0"/>
                <a:t>：比较每周工作时间上限</a:t>
              </a:r>
            </a:p>
          </p:txBody>
        </p:sp>
        <p:sp>
          <p:nvSpPr>
            <p:cNvPr id="143" name="流程图: 可选过程 142"/>
            <p:cNvSpPr/>
            <p:nvPr/>
          </p:nvSpPr>
          <p:spPr>
            <a:xfrm>
              <a:off x="3981356" y="6247762"/>
              <a:ext cx="720081" cy="4320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回复</a:t>
              </a:r>
            </a:p>
          </p:txBody>
        </p:sp>
        <p:cxnSp>
          <p:nvCxnSpPr>
            <p:cNvPr id="144" name="直接箭头连接符 143"/>
            <p:cNvCxnSpPr>
              <a:endCxn id="143" idx="0"/>
            </p:cNvCxnSpPr>
            <p:nvPr/>
          </p:nvCxnSpPr>
          <p:spPr>
            <a:xfrm flipH="1">
              <a:off x="4341397" y="5870106"/>
              <a:ext cx="4168" cy="377656"/>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45" name="直接箭头连接符 144"/>
            <p:cNvCxnSpPr>
              <a:stCxn id="122" idx="2"/>
              <a:endCxn id="130" idx="0"/>
            </p:cNvCxnSpPr>
            <p:nvPr/>
          </p:nvCxnSpPr>
          <p:spPr>
            <a:xfrm flipH="1">
              <a:off x="4364008" y="2363388"/>
              <a:ext cx="3013" cy="495557"/>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46" name="肘形连接符 145"/>
            <p:cNvCxnSpPr>
              <a:endCxn id="123" idx="0"/>
            </p:cNvCxnSpPr>
            <p:nvPr/>
          </p:nvCxnSpPr>
          <p:spPr>
            <a:xfrm rot="10800000" flipV="1">
              <a:off x="2555778" y="2564904"/>
              <a:ext cx="1808231" cy="291796"/>
            </a:xfrm>
            <a:prstGeom prst="bentConnector2">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47" name="肘形连接符 146"/>
            <p:cNvCxnSpPr>
              <a:endCxn id="137" idx="0"/>
            </p:cNvCxnSpPr>
            <p:nvPr/>
          </p:nvCxnSpPr>
          <p:spPr>
            <a:xfrm>
              <a:off x="4364008" y="2564904"/>
              <a:ext cx="1780175" cy="291796"/>
            </a:xfrm>
            <a:prstGeom prst="bentConnector2">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48" name="肘形连接符 147"/>
            <p:cNvCxnSpPr/>
            <p:nvPr/>
          </p:nvCxnSpPr>
          <p:spPr>
            <a:xfrm>
              <a:off x="2555777" y="5870106"/>
              <a:ext cx="1785620" cy="223190"/>
            </a:xfrm>
            <a:prstGeom prst="bentConnector3">
              <a:avLst>
                <a:gd name="adj1" fmla="val -233"/>
              </a:avLst>
            </a:prstGeom>
            <a:ln w="25400">
              <a:tailEnd type="none"/>
            </a:ln>
          </p:spPr>
          <p:style>
            <a:lnRef idx="1">
              <a:schemeClr val="accent1"/>
            </a:lnRef>
            <a:fillRef idx="0">
              <a:schemeClr val="accent1"/>
            </a:fillRef>
            <a:effectRef idx="0">
              <a:schemeClr val="accent1"/>
            </a:effectRef>
            <a:fontRef idx="minor">
              <a:schemeClr val="tx1"/>
            </a:fontRef>
          </p:style>
        </p:cxnSp>
        <p:cxnSp>
          <p:nvCxnSpPr>
            <p:cNvPr id="149" name="肘形连接符 148"/>
            <p:cNvCxnSpPr/>
            <p:nvPr/>
          </p:nvCxnSpPr>
          <p:spPr>
            <a:xfrm rot="10800000" flipV="1">
              <a:off x="4364009" y="5870106"/>
              <a:ext cx="1780175" cy="223190"/>
            </a:xfrm>
            <a:prstGeom prst="bentConnector3">
              <a:avLst>
                <a:gd name="adj1" fmla="val -876"/>
              </a:avLst>
            </a:prstGeom>
            <a:ln w="25400"/>
          </p:spPr>
          <p:style>
            <a:lnRef idx="1">
              <a:schemeClr val="accent1"/>
            </a:lnRef>
            <a:fillRef idx="0">
              <a:schemeClr val="accent1"/>
            </a:fillRef>
            <a:effectRef idx="0">
              <a:schemeClr val="accent1"/>
            </a:effectRef>
            <a:fontRef idx="minor">
              <a:schemeClr val="tx1"/>
            </a:fontRef>
          </p:style>
        </p:cxnSp>
      </p:grpSp>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
                                        </p:tgtEl>
                                        <p:attrNameLst>
                                          <p:attrName>style.visibility</p:attrName>
                                        </p:attrNameLst>
                                      </p:cBhvr>
                                      <p:to>
                                        <p:strVal val="visible"/>
                                      </p:to>
                                    </p:set>
                                  </p:childTnLst>
                                  <p:subTnLst>
                                    <p:set>
                                      <p:cBhvr override="childStyle">
                                        <p:cTn dur="1" fill="hold" display="0" masterRel="nextClick" afterEffect="1"/>
                                        <p:tgtEl>
                                          <p:spTgt spid="92"/>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Read More…</a:t>
            </a:r>
            <a:endParaRPr lang="zh-CN" altLang="en-US" dirty="0"/>
          </a:p>
        </p:txBody>
      </p:sp>
      <p:sp>
        <p:nvSpPr>
          <p:cNvPr id="3" name="内容占位符 2"/>
          <p:cNvSpPr>
            <a:spLocks noGrp="1"/>
          </p:cNvSpPr>
          <p:nvPr>
            <p:ph idx="1"/>
          </p:nvPr>
        </p:nvSpPr>
        <p:spPr/>
        <p:txBody>
          <a:bodyPr>
            <a:normAutofit/>
          </a:bodyPr>
          <a:lstStyle/>
          <a:p>
            <a:pPr marL="0" indent="0">
              <a:buNone/>
            </a:pPr>
            <a:endParaRPr lang="en-US" altLang="zh-CN" dirty="0"/>
          </a:p>
          <a:p>
            <a:r>
              <a:rPr lang="zh-CN" altLang="en-US" sz="2800" dirty="0"/>
              <a:t>题名</a:t>
            </a:r>
            <a:r>
              <a:rPr lang="en-US" altLang="zh-CN" sz="2800" dirty="0"/>
              <a:t>/</a:t>
            </a:r>
            <a:r>
              <a:rPr lang="zh-CN" altLang="en-US" sz="2800" dirty="0"/>
              <a:t>责任者</a:t>
            </a:r>
            <a:r>
              <a:rPr lang="en-US" altLang="zh-CN" sz="2800" dirty="0"/>
              <a:t>:SOA</a:t>
            </a:r>
            <a:r>
              <a:rPr lang="zh-CN" altLang="en-US" sz="2800" dirty="0"/>
              <a:t>概念、技术与设计</a:t>
            </a:r>
            <a:r>
              <a:rPr lang="en-US" altLang="zh-CN" sz="2800" dirty="0"/>
              <a:t>/(</a:t>
            </a:r>
            <a:r>
              <a:rPr lang="zh-CN" altLang="en-US" sz="2800" dirty="0"/>
              <a:t>美</a:t>
            </a:r>
            <a:r>
              <a:rPr lang="en-US" altLang="zh-CN" sz="2800" dirty="0"/>
              <a:t>) Thomas </a:t>
            </a:r>
            <a:r>
              <a:rPr lang="en-US" altLang="zh-CN" sz="2800" dirty="0" err="1"/>
              <a:t>Erl</a:t>
            </a:r>
            <a:r>
              <a:rPr lang="zh-CN" altLang="en-US" sz="2800" dirty="0"/>
              <a:t>著 王满红</a:t>
            </a:r>
            <a:r>
              <a:rPr lang="en-US" altLang="zh-CN" sz="2800" dirty="0"/>
              <a:t>, </a:t>
            </a:r>
            <a:r>
              <a:rPr lang="zh-CN" altLang="en-US" sz="2800" dirty="0"/>
              <a:t>陈荣华译</a:t>
            </a:r>
            <a:endParaRPr lang="en-US" altLang="zh-CN" sz="2800" dirty="0"/>
          </a:p>
          <a:p>
            <a:r>
              <a:rPr lang="zh-CN" altLang="en-US" sz="2800" dirty="0"/>
              <a:t>出版发行项</a:t>
            </a:r>
            <a:r>
              <a:rPr lang="en-US" altLang="zh-CN" sz="2800" dirty="0"/>
              <a:t>:</a:t>
            </a:r>
            <a:r>
              <a:rPr lang="zh-CN" altLang="en-US" sz="2800" dirty="0"/>
              <a:t>北京</a:t>
            </a:r>
            <a:r>
              <a:rPr lang="en-US" altLang="zh-CN" sz="2800" dirty="0"/>
              <a:t>:</a:t>
            </a:r>
            <a:r>
              <a:rPr lang="zh-CN" altLang="en-US" sz="2800" dirty="0"/>
              <a:t>机械工业出版社</a:t>
            </a:r>
            <a:r>
              <a:rPr lang="en-US" altLang="zh-CN" sz="2800" dirty="0"/>
              <a:t>,2007</a:t>
            </a:r>
          </a:p>
          <a:p>
            <a:r>
              <a:rPr lang="en-US" altLang="zh-CN" sz="2800" dirty="0"/>
              <a:t>ISBN</a:t>
            </a:r>
            <a:r>
              <a:rPr lang="zh-CN" altLang="en-US" sz="2800" dirty="0"/>
              <a:t>及定价</a:t>
            </a:r>
            <a:r>
              <a:rPr lang="en-US" altLang="zh-CN" sz="2800" dirty="0"/>
              <a:t>:7-111-19727-5/CNY56.00</a:t>
            </a:r>
          </a:p>
          <a:p>
            <a:r>
              <a:rPr lang="en-US" altLang="zh-CN" sz="2800" dirty="0">
                <a:hlinkClick r:id="rId2"/>
              </a:rPr>
              <a:t>URL:http</a:t>
            </a:r>
            <a:r>
              <a:rPr lang="en-US" altLang="zh-CN" sz="2800">
                <a:hlinkClick r:id="rId2"/>
              </a:rPr>
              <a:t>://202.119.47.8:8080/opac/item.php?marc_no=0003275270</a:t>
            </a:r>
            <a:endParaRPr lang="en-US" altLang="zh-CN" sz="2800" dirty="0"/>
          </a:p>
        </p:txBody>
      </p:sp>
      <p:sp>
        <p:nvSpPr>
          <p:cNvPr id="4" name="灯片编号占位符 3"/>
          <p:cNvSpPr>
            <a:spLocks noGrp="1"/>
          </p:cNvSpPr>
          <p:nvPr>
            <p:ph type="sldNum" sz="quarter" idx="4294967295"/>
          </p:nvPr>
        </p:nvSpPr>
        <p:spPr>
          <a:xfrm>
            <a:off x="3505200" y="6461125"/>
            <a:ext cx="2133600" cy="320675"/>
          </a:xfrm>
          <a:prstGeom prst="rect">
            <a:avLst/>
          </a:prstGeom>
        </p:spPr>
        <p:txBody>
          <a:bodyPr/>
          <a:lstStyle/>
          <a:p>
            <a:pPr>
              <a:defRPr/>
            </a:pPr>
            <a:fld id="{35E2893E-1C56-4F7E-897F-1FA1E5A4D06E}" type="slidenum">
              <a:rPr lang="en-US" altLang="zh-CN" smtClean="0"/>
              <a:pPr>
                <a:defRPr/>
              </a:pPr>
              <a:t>77</a:t>
            </a:fld>
            <a:endParaRPr lang="en-US" altLang="zh-CN" dirty="0"/>
          </a:p>
        </p:txBody>
      </p:sp>
    </p:spTree>
    <p:extLst>
      <p:ext uri="{BB962C8B-B14F-4D97-AF65-F5344CB8AC3E}">
        <p14:creationId xmlns:p14="http://schemas.microsoft.com/office/powerpoint/2010/main" val="335305600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31.7"/>
</p:tagLst>
</file>

<file path=ppt/tags/tag2.xml><?xml version="1.0" encoding="utf-8"?>
<p:tagLst xmlns:a="http://schemas.openxmlformats.org/drawingml/2006/main" xmlns:r="http://schemas.openxmlformats.org/officeDocument/2006/relationships" xmlns:p="http://schemas.openxmlformats.org/presentationml/2006/main">
  <p:tag name="TIMING" val="|14.3"/>
</p:tagLst>
</file>

<file path=ppt/tags/tag3.xml><?xml version="1.0" encoding="utf-8"?>
<p:tagLst xmlns:a="http://schemas.openxmlformats.org/drawingml/2006/main" xmlns:r="http://schemas.openxmlformats.org/officeDocument/2006/relationships" xmlns:p="http://schemas.openxmlformats.org/presentationml/2006/main">
  <p:tag name="TIMING" val="|70"/>
</p:tagLst>
</file>

<file path=ppt/tags/tag4.xml><?xml version="1.0" encoding="utf-8"?>
<p:tagLst xmlns:a="http://schemas.openxmlformats.org/drawingml/2006/main" xmlns:r="http://schemas.openxmlformats.org/officeDocument/2006/relationships" xmlns:p="http://schemas.openxmlformats.org/presentationml/2006/main">
  <p:tag name="TIMING" val="|28.6|42.8"/>
</p:tagLst>
</file>

<file path=ppt/tags/tag5.xml><?xml version="1.0" encoding="utf-8"?>
<p:tagLst xmlns:a="http://schemas.openxmlformats.org/drawingml/2006/main" xmlns:r="http://schemas.openxmlformats.org/officeDocument/2006/relationships" xmlns:p="http://schemas.openxmlformats.org/presentationml/2006/main">
  <p:tag name="TIMING" val="|28.6|42.8"/>
</p:tagLst>
</file>

<file path=ppt/tags/tag6.xml><?xml version="1.0" encoding="utf-8"?>
<p:tagLst xmlns:a="http://schemas.openxmlformats.org/drawingml/2006/main" xmlns:r="http://schemas.openxmlformats.org/officeDocument/2006/relationships" xmlns:p="http://schemas.openxmlformats.org/presentationml/2006/main">
  <p:tag name="TIMING" val="|1|1.2|7.9|12.8"/>
</p:tagLst>
</file>

<file path=ppt/tags/tag7.xml><?xml version="1.0" encoding="utf-8"?>
<p:tagLst xmlns:a="http://schemas.openxmlformats.org/drawingml/2006/main" xmlns:r="http://schemas.openxmlformats.org/officeDocument/2006/relationships" xmlns:p="http://schemas.openxmlformats.org/presentationml/2006/main">
  <p:tag name="TIMING" val="|1|1.2|7.9|12.8"/>
</p:tagLst>
</file>

<file path=ppt/tags/tag8.xml><?xml version="1.0" encoding="utf-8"?>
<p:tagLst xmlns:a="http://schemas.openxmlformats.org/drawingml/2006/main" xmlns:r="http://schemas.openxmlformats.org/officeDocument/2006/relationships" xmlns:p="http://schemas.openxmlformats.org/presentationml/2006/main">
  <p:tag name="TIMING" val="|1|1.2|7.9|12.8"/>
</p:tagLst>
</file>

<file path=ppt/tags/tag9.xml><?xml version="1.0" encoding="utf-8"?>
<p:tagLst xmlns:a="http://schemas.openxmlformats.org/drawingml/2006/main" xmlns:r="http://schemas.openxmlformats.org/officeDocument/2006/relationships" xmlns:p="http://schemas.openxmlformats.org/presentationml/2006/main">
  <p:tag name="TIMING" val="|1.2|3.4"/>
</p:tagLst>
</file>

<file path=ppt/tags/tag10.xml><?xml version="1.0" encoding="utf-8"?>
<p:tagLst xmlns:a="http://schemas.openxmlformats.org/drawingml/2006/main" xmlns:r="http://schemas.openxmlformats.org/officeDocument/2006/relationships" xmlns:p="http://schemas.openxmlformats.org/presentationml/2006/main">
  <p:tag name="TIMING" val="|1.2|3.4"/>
</p:tagLst>
</file>

<file path=ppt/tags/tag11.xml><?xml version="1.0" encoding="utf-8"?>
<p:tagLst xmlns:a="http://schemas.openxmlformats.org/drawingml/2006/main" xmlns:r="http://schemas.openxmlformats.org/officeDocument/2006/relationships" xmlns:p="http://schemas.openxmlformats.org/presentationml/2006/main">
  <p:tag name="TIMING" val="|58.8|4.3"/>
</p:tagLst>
</file>

<file path=ppt/theme/theme1.xml><?xml version="1.0" encoding="utf-8"?>
<a:theme xmlns:a="http://schemas.openxmlformats.org/drawingml/2006/main" name="software">
  <a:themeElements>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fontScheme name="sample">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clrMap bg1="lt1" tx1="dk1" bg2="lt2" tx2="dk2" accent1="accent1" accent2="accent2" accent3="accent3" accent4="accent4" accent5="accent5" accent6="accent6" hlink="hlink" folHlink="folHlink"/>
    </a:extraClrScheme>
    <a:extraClrScheme>
      <a:clrScheme name="sample 2">
        <a:dk1>
          <a:srgbClr val="29698D"/>
        </a:dk1>
        <a:lt1>
          <a:srgbClr val="FFFFFF"/>
        </a:lt1>
        <a:dk2>
          <a:srgbClr val="000000"/>
        </a:dk2>
        <a:lt2>
          <a:srgbClr val="A1BABD"/>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sample 3">
        <a:dk1>
          <a:srgbClr val="666699"/>
        </a:dk1>
        <a:lt1>
          <a:srgbClr val="FFFFFF"/>
        </a:lt1>
        <a:dk2>
          <a:srgbClr val="000000"/>
        </a:dk2>
        <a:lt2>
          <a:srgbClr val="C0C0C0"/>
        </a:lt2>
        <a:accent1>
          <a:srgbClr val="72B88E"/>
        </a:accent1>
        <a:accent2>
          <a:srgbClr val="C78DD7"/>
        </a:accent2>
        <a:accent3>
          <a:srgbClr val="FFFFFF"/>
        </a:accent3>
        <a:accent4>
          <a:srgbClr val="565682"/>
        </a:accent4>
        <a:accent5>
          <a:srgbClr val="BCD8C6"/>
        </a:accent5>
        <a:accent6>
          <a:srgbClr val="B47FC3"/>
        </a:accent6>
        <a:hlink>
          <a:srgbClr val="3197BB"/>
        </a:hlink>
        <a:folHlink>
          <a:srgbClr val="878FA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software</Template>
  <TotalTime>12968</TotalTime>
  <Words>8018</Words>
  <Application>Microsoft Office PowerPoint</Application>
  <PresentationFormat>全屏显示(4:3)</PresentationFormat>
  <Paragraphs>1019</Paragraphs>
  <Slides>77</Slides>
  <Notes>73</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77</vt:i4>
      </vt:variant>
    </vt:vector>
  </HeadingPairs>
  <TitlesOfParts>
    <vt:vector size="81" baseType="lpstr">
      <vt:lpstr>Arial</vt:lpstr>
      <vt:lpstr>Verdana</vt:lpstr>
      <vt:lpstr>Wingdings</vt:lpstr>
      <vt:lpstr>software</vt:lpstr>
      <vt:lpstr>Service-Oriented Design Service-Oriented Software Engineering</vt:lpstr>
      <vt:lpstr>面向服务设计</vt:lpstr>
      <vt:lpstr>面向服务的设计过程</vt:lpstr>
      <vt:lpstr>组合SOA——选择服务层</vt:lpstr>
      <vt:lpstr>组合SOA——定位核心SOA 标准</vt:lpstr>
      <vt:lpstr>WS-I 基本概要 (WS-I Basic Profile)1.0,1.1 ——协议构成</vt:lpstr>
      <vt:lpstr>WS-I 基本概要 (WS-I Basic Profile)1.0,1.1 ——设计标准范例</vt:lpstr>
      <vt:lpstr>除此之外……在XML中</vt:lpstr>
      <vt:lpstr>除此之外……在WSDL中 （1/4）</vt:lpstr>
      <vt:lpstr>除此之外……在WSDL中 （2/4）</vt:lpstr>
      <vt:lpstr>除此之外……在WSDL中 （3/4）</vt:lpstr>
      <vt:lpstr>除此之外……在WSDL中 （4/4）</vt:lpstr>
      <vt:lpstr>除此之外……在XML Schema中</vt:lpstr>
      <vt:lpstr>除此之外……在SOAP中</vt:lpstr>
      <vt:lpstr>除此之外……在命名空间中</vt:lpstr>
      <vt:lpstr>除此之外……在UDDI中</vt:lpstr>
      <vt:lpstr>组合SOA——选择SOA 扩展</vt:lpstr>
      <vt:lpstr>WSDL优先的服务设计</vt:lpstr>
      <vt:lpstr>以实体为核心的业务服务设计 I</vt:lpstr>
      <vt:lpstr>以实体为核心的业务服务设计 II</vt:lpstr>
      <vt:lpstr>以实体为核心的业务服务设计 III</vt:lpstr>
      <vt:lpstr>以实体为核心的业务服务设计 IV</vt:lpstr>
      <vt:lpstr>以实体为核心的业务服务设计 IV</vt:lpstr>
      <vt:lpstr>以实体为核心的业务服务设计 V</vt:lpstr>
      <vt:lpstr>以实体为核心的业务服务设计 VI</vt:lpstr>
      <vt:lpstr>以实体为核心的业务服务设计 VII</vt:lpstr>
      <vt:lpstr>以实体为核心的业务服务设计 VIII</vt:lpstr>
      <vt:lpstr>以实体为核心的业务服务设计 IX</vt:lpstr>
      <vt:lpstr>以实体为核心的业务服务设计 X</vt:lpstr>
      <vt:lpstr>以实体为核心的业务服务设计 XI</vt:lpstr>
      <vt:lpstr>以实体为核心的业务服务设计 XII</vt:lpstr>
      <vt:lpstr>应用服务设计 I</vt:lpstr>
      <vt:lpstr>应用服务设计 II</vt:lpstr>
      <vt:lpstr>应用服务设计 III</vt:lpstr>
      <vt:lpstr>应用服务设计 IV</vt:lpstr>
      <vt:lpstr>应用服务设计 V</vt:lpstr>
      <vt:lpstr>应用服务设计 VI</vt:lpstr>
      <vt:lpstr>应用服务设计 VII</vt:lpstr>
      <vt:lpstr>应用服务设计 VIII</vt:lpstr>
      <vt:lpstr>应用服务设计 IX</vt:lpstr>
      <vt:lpstr>应用服务设计 X</vt:lpstr>
      <vt:lpstr>应用服务设计 XI</vt:lpstr>
      <vt:lpstr>应用服务设计 XII</vt:lpstr>
      <vt:lpstr>应用服务设计 XIII</vt:lpstr>
      <vt:lpstr>应用服务设计 XIV</vt:lpstr>
      <vt:lpstr>以任务为核心的业务服务设计 I</vt:lpstr>
      <vt:lpstr>以任务为核心的业务服务设计 II</vt:lpstr>
      <vt:lpstr>以任务为核心的业务服务设计 II</vt:lpstr>
      <vt:lpstr>以任务为核心的业务服务设计 III</vt:lpstr>
      <vt:lpstr>以任务为核心的业务服务设计 IV</vt:lpstr>
      <vt:lpstr>以任务为核心的业务服务设计 V</vt:lpstr>
      <vt:lpstr>以任务为核心的业务服务设计 VI</vt:lpstr>
      <vt:lpstr>以任务为核心的业务服务设计 VII</vt:lpstr>
      <vt:lpstr>以任务为核心的业务服务设计 VIII</vt:lpstr>
      <vt:lpstr>以任务为核心的业务服务设计 IX</vt:lpstr>
      <vt:lpstr>以任务为核心的业务服务设计 X</vt:lpstr>
      <vt:lpstr>以任务为核心的业务服务设计 XI</vt:lpstr>
      <vt:lpstr>面向服务的业务流程设计 I</vt:lpstr>
      <vt:lpstr>面向服务的业务流程设计 II</vt:lpstr>
      <vt:lpstr>面向服务的业务流程设计 II</vt:lpstr>
      <vt:lpstr>面向服务的业务流程设计 II</vt:lpstr>
      <vt:lpstr>面向服务的业务流程设计 III</vt:lpstr>
      <vt:lpstr>面向服务的业务流程设计 III</vt:lpstr>
      <vt:lpstr>面向服务的业务流程设计 IV</vt:lpstr>
      <vt:lpstr>面向服务的业务流程设计 V</vt:lpstr>
      <vt:lpstr>面向服务的业务流程设计 VI</vt:lpstr>
      <vt:lpstr>面向服务的业务流程设计 VII</vt:lpstr>
      <vt:lpstr>面向服务的业务流程设计 VIII</vt:lpstr>
      <vt:lpstr>面向服务的业务流程设计 IX</vt:lpstr>
      <vt:lpstr>面向服务的业务流程设计 X</vt:lpstr>
      <vt:lpstr>面向服务的业务流程设计 XI</vt:lpstr>
      <vt:lpstr>面向服务的业务流程设计 XII</vt:lpstr>
      <vt:lpstr>面向服务的业务流程设计 XIII</vt:lpstr>
      <vt:lpstr>面向服务的业务流程设计 XIV</vt:lpstr>
      <vt:lpstr>面向服务的业务流程设计 XV</vt:lpstr>
      <vt:lpstr>面向服务的业务流程设计 XVI</vt:lpstr>
      <vt:lpstr>Read More…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贝佳</dc:creator>
  <cp:lastModifiedBy>jia bei</cp:lastModifiedBy>
  <cp:revision>264</cp:revision>
  <dcterms:created xsi:type="dcterms:W3CDTF">2008-04-16T11:36:22Z</dcterms:created>
  <dcterms:modified xsi:type="dcterms:W3CDTF">2023-03-29T02:00:50Z</dcterms:modified>
</cp:coreProperties>
</file>